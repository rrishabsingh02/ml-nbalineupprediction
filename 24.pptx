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y="5143500" cx="9144000"/>
  <p:notesSz cx="6858000" cy="9144000"/>
  <p:embeddedFontLst>
    <p:embeddedFont>
      <p:font typeface="Dosis"/>
      <p:regular r:id="rId18"/>
      <p:bold r:id="rId19"/>
    </p:embeddedFont>
    <p:embeddedFont>
      <p:font typeface="Bevan"/>
      <p:regular r:id="rId20"/>
      <p:italic r:id="rId21"/>
    </p:embeddedFont>
    <p:embeddedFont>
      <p:font typeface="Lilita One"/>
      <p:regular r:id="rId22"/>
    </p:embeddedFont>
    <p:embeddedFont>
      <p:font typeface="Dosis SemiBold"/>
      <p:regular r:id="rId23"/>
      <p:bold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Bevan-regular.fntdata"/><Relationship Id="rId11" Type="http://schemas.openxmlformats.org/officeDocument/2006/relationships/slide" Target="slides/slide7.xml"/><Relationship Id="rId22" Type="http://schemas.openxmlformats.org/officeDocument/2006/relationships/font" Target="fonts/LilitaOne-regular.fntdata"/><Relationship Id="rId10" Type="http://schemas.openxmlformats.org/officeDocument/2006/relationships/slide" Target="slides/slide6.xml"/><Relationship Id="rId21" Type="http://schemas.openxmlformats.org/officeDocument/2006/relationships/font" Target="fonts/Bevan-italic.fntdata"/><Relationship Id="rId13" Type="http://schemas.openxmlformats.org/officeDocument/2006/relationships/slide" Target="slides/slide9.xml"/><Relationship Id="rId24" Type="http://schemas.openxmlformats.org/officeDocument/2006/relationships/font" Target="fonts/DosisSemiBold-bold.fntdata"/><Relationship Id="rId12" Type="http://schemas.openxmlformats.org/officeDocument/2006/relationships/slide" Target="slides/slide8.xml"/><Relationship Id="rId23" Type="http://schemas.openxmlformats.org/officeDocument/2006/relationships/font" Target="fonts/DosisSemiBold-regular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font" Target="fonts/Dosis-bold.fntdata"/><Relationship Id="rId6" Type="http://schemas.openxmlformats.org/officeDocument/2006/relationships/slide" Target="slides/slide2.xml"/><Relationship Id="rId18" Type="http://schemas.openxmlformats.org/officeDocument/2006/relationships/font" Target="fonts/Dosis-regular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8e8bc3dedf_0_4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8e8bc3dedf_0_4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41af5750d1_2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41af5750d1_2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8e8bc3dedf_0_87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8e8bc3dedf_0_87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41af5750d1_1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41af5750d1_1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41af5750d1_1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41af5750d1_1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41af5750d1_1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41af5750d1_1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41af5750d1_3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341af5750d1_3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41af5750d1_1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341af5750d1_1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41af5750d1_3_1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341af5750d1_3_1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341af5750d1_3_1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" name="Google Shape;279;g341af5750d1_3_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338b798d9c5_0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g338b798d9c5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341af5750d1_3_1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" name="Google Shape;314;g341af5750d1_3_1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338b798d9c5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338b798d9c5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ctrTitle"/>
          </p:nvPr>
        </p:nvSpPr>
        <p:spPr>
          <a:xfrm>
            <a:off x="1692038" y="1055400"/>
            <a:ext cx="6715800" cy="253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5200"/>
              <a:buFont typeface="Bevan"/>
              <a:buNone/>
              <a:defRPr sz="5200">
                <a:latin typeface="Bevan"/>
                <a:ea typeface="Bevan"/>
                <a:cs typeface="Bevan"/>
                <a:sym typeface="Bevan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2541050" y="3575688"/>
            <a:ext cx="5866800" cy="512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Dosis SemiBold"/>
              <a:buNone/>
              <a:defRPr sz="2000">
                <a:latin typeface="Dosis SemiBold"/>
                <a:ea typeface="Dosis SemiBold"/>
                <a:cs typeface="Dosis SemiBold"/>
                <a:sym typeface="Dosis Semi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1" name="Google Shape;11;p2"/>
          <p:cNvSpPr/>
          <p:nvPr/>
        </p:nvSpPr>
        <p:spPr>
          <a:xfrm rot="5400000">
            <a:off x="3364194" y="-3513706"/>
            <a:ext cx="4059824" cy="9384453"/>
          </a:xfrm>
          <a:custGeom>
            <a:rect b="b" l="l" r="r" t="t"/>
            <a:pathLst>
              <a:path extrusionOk="0" h="65590" w="28375">
                <a:moveTo>
                  <a:pt x="0" y="1"/>
                </a:moveTo>
                <a:lnTo>
                  <a:pt x="0" y="65590"/>
                </a:lnTo>
                <a:lnTo>
                  <a:pt x="2979" y="65590"/>
                </a:lnTo>
                <a:cubicBezTo>
                  <a:pt x="7151" y="61603"/>
                  <a:pt x="9082" y="55435"/>
                  <a:pt x="9408" y="49556"/>
                </a:cubicBezTo>
                <a:cubicBezTo>
                  <a:pt x="9790" y="42654"/>
                  <a:pt x="8384" y="35781"/>
                  <a:pt x="8177" y="28872"/>
                </a:cubicBezTo>
                <a:cubicBezTo>
                  <a:pt x="7970" y="21963"/>
                  <a:pt x="9188" y="14551"/>
                  <a:pt x="13902" y="9494"/>
                </a:cubicBezTo>
                <a:cubicBezTo>
                  <a:pt x="17131" y="6027"/>
                  <a:pt x="21883" y="4176"/>
                  <a:pt x="26608" y="4176"/>
                </a:cubicBezTo>
                <a:cubicBezTo>
                  <a:pt x="27198" y="4176"/>
                  <a:pt x="27788" y="4205"/>
                  <a:pt x="28374" y="4263"/>
                </a:cubicBezTo>
                <a:lnTo>
                  <a:pt x="28374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 rot="5400000">
            <a:off x="3031283" y="-1650123"/>
            <a:ext cx="3818852" cy="9872798"/>
          </a:xfrm>
          <a:custGeom>
            <a:rect b="b" l="l" r="r" t="t"/>
            <a:pathLst>
              <a:path extrusionOk="0" h="65588" w="28704">
                <a:moveTo>
                  <a:pt x="0" y="0"/>
                </a:moveTo>
                <a:lnTo>
                  <a:pt x="0" y="5968"/>
                </a:lnTo>
                <a:cubicBezTo>
                  <a:pt x="2652" y="4653"/>
                  <a:pt x="5293" y="3317"/>
                  <a:pt x="8108" y="2424"/>
                </a:cubicBezTo>
                <a:cubicBezTo>
                  <a:pt x="10064" y="1804"/>
                  <a:pt x="12152" y="1419"/>
                  <a:pt x="14206" y="1419"/>
                </a:cubicBezTo>
                <a:cubicBezTo>
                  <a:pt x="16383" y="1419"/>
                  <a:pt x="18523" y="1851"/>
                  <a:pt x="20431" y="2892"/>
                </a:cubicBezTo>
                <a:cubicBezTo>
                  <a:pt x="23716" y="4683"/>
                  <a:pt x="25901" y="8086"/>
                  <a:pt x="26919" y="11687"/>
                </a:cubicBezTo>
                <a:cubicBezTo>
                  <a:pt x="28703" y="17997"/>
                  <a:pt x="27234" y="24777"/>
                  <a:pt x="24998" y="30942"/>
                </a:cubicBezTo>
                <a:cubicBezTo>
                  <a:pt x="22760" y="37106"/>
                  <a:pt x="19753" y="43029"/>
                  <a:pt x="18339" y="49433"/>
                </a:cubicBezTo>
                <a:cubicBezTo>
                  <a:pt x="17152" y="54808"/>
                  <a:pt x="17252" y="60766"/>
                  <a:pt x="19716" y="65588"/>
                </a:cubicBezTo>
                <a:lnTo>
                  <a:pt x="28374" y="65588"/>
                </a:lnTo>
                <a:lnTo>
                  <a:pt x="28374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2"/>
          <p:cNvSpPr/>
          <p:nvPr/>
        </p:nvSpPr>
        <p:spPr>
          <a:xfrm flipH="1" rot="-5400000">
            <a:off x="7748672" y="-282175"/>
            <a:ext cx="1782588" cy="1980668"/>
          </a:xfrm>
          <a:custGeom>
            <a:rect b="b" l="l" r="r" t="t"/>
            <a:pathLst>
              <a:path extrusionOk="0" h="31528" w="28375">
                <a:moveTo>
                  <a:pt x="0" y="0"/>
                </a:moveTo>
                <a:lnTo>
                  <a:pt x="0" y="31528"/>
                </a:lnTo>
                <a:lnTo>
                  <a:pt x="28374" y="31528"/>
                </a:lnTo>
                <a:lnTo>
                  <a:pt x="28374" y="30062"/>
                </a:lnTo>
                <a:cubicBezTo>
                  <a:pt x="28147" y="29966"/>
                  <a:pt x="27914" y="29880"/>
                  <a:pt x="27681" y="29806"/>
                </a:cubicBezTo>
                <a:cubicBezTo>
                  <a:pt x="26255" y="29354"/>
                  <a:pt x="24747" y="29257"/>
                  <a:pt x="23267" y="29043"/>
                </a:cubicBezTo>
                <a:cubicBezTo>
                  <a:pt x="19672" y="28521"/>
                  <a:pt x="16161" y="27284"/>
                  <a:pt x="13131" y="25278"/>
                </a:cubicBezTo>
                <a:cubicBezTo>
                  <a:pt x="7418" y="21498"/>
                  <a:pt x="3737" y="15211"/>
                  <a:pt x="1783" y="8646"/>
                </a:cubicBezTo>
                <a:cubicBezTo>
                  <a:pt x="941" y="5817"/>
                  <a:pt x="389" y="2924"/>
                  <a:pt x="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2"/>
          <p:cNvSpPr/>
          <p:nvPr/>
        </p:nvSpPr>
        <p:spPr>
          <a:xfrm rot="-10045061">
            <a:off x="6170555" y="3594863"/>
            <a:ext cx="3054854" cy="3088124"/>
          </a:xfrm>
          <a:custGeom>
            <a:rect b="b" l="l" r="r" t="t"/>
            <a:pathLst>
              <a:path extrusionOk="0" h="8861" w="8840">
                <a:moveTo>
                  <a:pt x="5139" y="1"/>
                </a:moveTo>
                <a:cubicBezTo>
                  <a:pt x="4736" y="1"/>
                  <a:pt x="4334" y="100"/>
                  <a:pt x="3967" y="271"/>
                </a:cubicBezTo>
                <a:cubicBezTo>
                  <a:pt x="3960" y="274"/>
                  <a:pt x="3952" y="279"/>
                  <a:pt x="3945" y="282"/>
                </a:cubicBezTo>
                <a:cubicBezTo>
                  <a:pt x="3941" y="280"/>
                  <a:pt x="3936" y="279"/>
                  <a:pt x="3930" y="279"/>
                </a:cubicBezTo>
                <a:cubicBezTo>
                  <a:pt x="3926" y="279"/>
                  <a:pt x="3922" y="280"/>
                  <a:pt x="3919" y="280"/>
                </a:cubicBezTo>
                <a:cubicBezTo>
                  <a:pt x="3641" y="319"/>
                  <a:pt x="3396" y="474"/>
                  <a:pt x="3174" y="638"/>
                </a:cubicBezTo>
                <a:cubicBezTo>
                  <a:pt x="2936" y="818"/>
                  <a:pt x="2720" y="1026"/>
                  <a:pt x="2507" y="1237"/>
                </a:cubicBezTo>
                <a:cubicBezTo>
                  <a:pt x="2270" y="1473"/>
                  <a:pt x="2082" y="1737"/>
                  <a:pt x="1907" y="2021"/>
                </a:cubicBezTo>
                <a:cubicBezTo>
                  <a:pt x="1770" y="2242"/>
                  <a:pt x="1614" y="2456"/>
                  <a:pt x="1501" y="2692"/>
                </a:cubicBezTo>
                <a:cubicBezTo>
                  <a:pt x="1399" y="2907"/>
                  <a:pt x="1315" y="3356"/>
                  <a:pt x="1644" y="3356"/>
                </a:cubicBezTo>
                <a:cubicBezTo>
                  <a:pt x="1662" y="3356"/>
                  <a:pt x="1681" y="3355"/>
                  <a:pt x="1702" y="3352"/>
                </a:cubicBezTo>
                <a:cubicBezTo>
                  <a:pt x="2050" y="3303"/>
                  <a:pt x="2383" y="3058"/>
                  <a:pt x="2673" y="2874"/>
                </a:cubicBezTo>
                <a:cubicBezTo>
                  <a:pt x="2914" y="2723"/>
                  <a:pt x="3154" y="2580"/>
                  <a:pt x="3413" y="2461"/>
                </a:cubicBezTo>
                <a:cubicBezTo>
                  <a:pt x="3490" y="2425"/>
                  <a:pt x="3642" y="2342"/>
                  <a:pt x="3753" y="2342"/>
                </a:cubicBezTo>
                <a:cubicBezTo>
                  <a:pt x="3776" y="2342"/>
                  <a:pt x="3798" y="2346"/>
                  <a:pt x="3817" y="2354"/>
                </a:cubicBezTo>
                <a:cubicBezTo>
                  <a:pt x="3941" y="2413"/>
                  <a:pt x="3641" y="2837"/>
                  <a:pt x="3600" y="2889"/>
                </a:cubicBezTo>
                <a:cubicBezTo>
                  <a:pt x="3415" y="3128"/>
                  <a:pt x="3174" y="3322"/>
                  <a:pt x="2941" y="3513"/>
                </a:cubicBezTo>
                <a:cubicBezTo>
                  <a:pt x="2704" y="3708"/>
                  <a:pt x="2477" y="3912"/>
                  <a:pt x="2257" y="4127"/>
                </a:cubicBezTo>
                <a:cubicBezTo>
                  <a:pt x="1770" y="4599"/>
                  <a:pt x="1351" y="5134"/>
                  <a:pt x="981" y="5699"/>
                </a:cubicBezTo>
                <a:cubicBezTo>
                  <a:pt x="592" y="6295"/>
                  <a:pt x="331" y="6979"/>
                  <a:pt x="182" y="7673"/>
                </a:cubicBezTo>
                <a:cubicBezTo>
                  <a:pt x="137" y="7884"/>
                  <a:pt x="75" y="8094"/>
                  <a:pt x="43" y="8309"/>
                </a:cubicBezTo>
                <a:cubicBezTo>
                  <a:pt x="21" y="8455"/>
                  <a:pt x="0" y="8631"/>
                  <a:pt x="79" y="8764"/>
                </a:cubicBezTo>
                <a:cubicBezTo>
                  <a:pt x="122" y="8835"/>
                  <a:pt x="191" y="8861"/>
                  <a:pt x="264" y="8861"/>
                </a:cubicBezTo>
                <a:cubicBezTo>
                  <a:pt x="328" y="8861"/>
                  <a:pt x="396" y="8841"/>
                  <a:pt x="452" y="8816"/>
                </a:cubicBezTo>
                <a:cubicBezTo>
                  <a:pt x="726" y="8694"/>
                  <a:pt x="982" y="8500"/>
                  <a:pt x="1225" y="8325"/>
                </a:cubicBezTo>
                <a:cubicBezTo>
                  <a:pt x="1750" y="7954"/>
                  <a:pt x="2241" y="7539"/>
                  <a:pt x="2733" y="7128"/>
                </a:cubicBezTo>
                <a:cubicBezTo>
                  <a:pt x="3243" y="6706"/>
                  <a:pt x="3757" y="6289"/>
                  <a:pt x="4312" y="5926"/>
                </a:cubicBezTo>
                <a:cubicBezTo>
                  <a:pt x="4586" y="5747"/>
                  <a:pt x="4870" y="5585"/>
                  <a:pt x="5164" y="5443"/>
                </a:cubicBezTo>
                <a:cubicBezTo>
                  <a:pt x="5189" y="5430"/>
                  <a:pt x="5343" y="5337"/>
                  <a:pt x="5403" y="5337"/>
                </a:cubicBezTo>
                <a:cubicBezTo>
                  <a:pt x="5412" y="5337"/>
                  <a:pt x="5420" y="5339"/>
                  <a:pt x="5424" y="5345"/>
                </a:cubicBezTo>
                <a:cubicBezTo>
                  <a:pt x="5454" y="5392"/>
                  <a:pt x="5427" y="5504"/>
                  <a:pt x="5424" y="5555"/>
                </a:cubicBezTo>
                <a:cubicBezTo>
                  <a:pt x="5413" y="5721"/>
                  <a:pt x="5438" y="5901"/>
                  <a:pt x="5568" y="6018"/>
                </a:cubicBezTo>
                <a:cubicBezTo>
                  <a:pt x="5624" y="6069"/>
                  <a:pt x="5691" y="6088"/>
                  <a:pt x="5761" y="6088"/>
                </a:cubicBezTo>
                <a:cubicBezTo>
                  <a:pt x="5827" y="6088"/>
                  <a:pt x="5894" y="6071"/>
                  <a:pt x="5955" y="6046"/>
                </a:cubicBezTo>
                <a:cubicBezTo>
                  <a:pt x="6289" y="5906"/>
                  <a:pt x="6553" y="5598"/>
                  <a:pt x="6793" y="5339"/>
                </a:cubicBezTo>
                <a:cubicBezTo>
                  <a:pt x="6968" y="5150"/>
                  <a:pt x="7106" y="4927"/>
                  <a:pt x="7269" y="4727"/>
                </a:cubicBezTo>
                <a:cubicBezTo>
                  <a:pt x="7497" y="4449"/>
                  <a:pt x="7743" y="4184"/>
                  <a:pt x="7985" y="3917"/>
                </a:cubicBezTo>
                <a:cubicBezTo>
                  <a:pt x="8197" y="3681"/>
                  <a:pt x="8404" y="3432"/>
                  <a:pt x="8579" y="3166"/>
                </a:cubicBezTo>
                <a:cubicBezTo>
                  <a:pt x="8656" y="3046"/>
                  <a:pt x="8840" y="2746"/>
                  <a:pt x="8631" y="2652"/>
                </a:cubicBezTo>
                <a:cubicBezTo>
                  <a:pt x="8590" y="2633"/>
                  <a:pt x="8546" y="2626"/>
                  <a:pt x="8499" y="2626"/>
                </a:cubicBezTo>
                <a:cubicBezTo>
                  <a:pt x="8375" y="2626"/>
                  <a:pt x="8238" y="2676"/>
                  <a:pt x="8127" y="2691"/>
                </a:cubicBezTo>
                <a:cubicBezTo>
                  <a:pt x="7944" y="2714"/>
                  <a:pt x="7762" y="2746"/>
                  <a:pt x="7580" y="2774"/>
                </a:cubicBezTo>
                <a:cubicBezTo>
                  <a:pt x="7335" y="2810"/>
                  <a:pt x="7075" y="2850"/>
                  <a:pt x="6819" y="2850"/>
                </a:cubicBezTo>
                <a:cubicBezTo>
                  <a:pt x="6654" y="2850"/>
                  <a:pt x="6490" y="2833"/>
                  <a:pt x="6334" y="2789"/>
                </a:cubicBezTo>
                <a:cubicBezTo>
                  <a:pt x="6175" y="2743"/>
                  <a:pt x="6034" y="2647"/>
                  <a:pt x="5977" y="2487"/>
                </a:cubicBezTo>
                <a:cubicBezTo>
                  <a:pt x="5913" y="2301"/>
                  <a:pt x="5958" y="2075"/>
                  <a:pt x="6000" y="1890"/>
                </a:cubicBezTo>
                <a:cubicBezTo>
                  <a:pt x="6088" y="1510"/>
                  <a:pt x="6276" y="1145"/>
                  <a:pt x="6301" y="752"/>
                </a:cubicBezTo>
                <a:cubicBezTo>
                  <a:pt x="6327" y="353"/>
                  <a:pt x="6031" y="145"/>
                  <a:pt x="5674" y="62"/>
                </a:cubicBezTo>
                <a:cubicBezTo>
                  <a:pt x="5497" y="20"/>
                  <a:pt x="5318" y="1"/>
                  <a:pt x="5139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lt2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3798216" y="1361525"/>
            <a:ext cx="4152600" cy="1674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5200"/>
              <a:buFont typeface="Bevan"/>
              <a:buNone/>
              <a:defRPr sz="5200">
                <a:latin typeface="Bevan"/>
                <a:ea typeface="Bevan"/>
                <a:cs typeface="Bevan"/>
                <a:sym typeface="Bevan"/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3798213" y="2820225"/>
            <a:ext cx="4152600" cy="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Dosis SemiBold"/>
              <a:buNone/>
              <a:defRPr sz="2000">
                <a:latin typeface="Dosis SemiBold"/>
                <a:ea typeface="Dosis SemiBold"/>
                <a:cs typeface="Dosis SemiBold"/>
                <a:sym typeface="Dosis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8" name="Google Shape;18;p3"/>
          <p:cNvSpPr txBox="1"/>
          <p:nvPr>
            <p:ph hasCustomPrompt="1" idx="2" type="title"/>
          </p:nvPr>
        </p:nvSpPr>
        <p:spPr>
          <a:xfrm>
            <a:off x="1660988" y="2091225"/>
            <a:ext cx="1850700" cy="134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7000"/>
              <a:buFont typeface="Bevan"/>
              <a:buNone/>
              <a:defRPr sz="7000">
                <a:latin typeface="Bevan"/>
                <a:ea typeface="Bevan"/>
                <a:cs typeface="Bevan"/>
                <a:sym typeface="Bevan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9" name="Google Shape;19;p3"/>
          <p:cNvSpPr/>
          <p:nvPr/>
        </p:nvSpPr>
        <p:spPr>
          <a:xfrm flipH="1" rot="-5400000">
            <a:off x="1493225" y="-3378006"/>
            <a:ext cx="4059824" cy="9384453"/>
          </a:xfrm>
          <a:custGeom>
            <a:rect b="b" l="l" r="r" t="t"/>
            <a:pathLst>
              <a:path extrusionOk="0" h="65590" w="28375">
                <a:moveTo>
                  <a:pt x="0" y="1"/>
                </a:moveTo>
                <a:lnTo>
                  <a:pt x="0" y="65590"/>
                </a:lnTo>
                <a:lnTo>
                  <a:pt x="2979" y="65590"/>
                </a:lnTo>
                <a:cubicBezTo>
                  <a:pt x="7151" y="61603"/>
                  <a:pt x="9082" y="55435"/>
                  <a:pt x="9408" y="49556"/>
                </a:cubicBezTo>
                <a:cubicBezTo>
                  <a:pt x="9790" y="42654"/>
                  <a:pt x="8384" y="35781"/>
                  <a:pt x="8177" y="28872"/>
                </a:cubicBezTo>
                <a:cubicBezTo>
                  <a:pt x="7970" y="21963"/>
                  <a:pt x="9188" y="14551"/>
                  <a:pt x="13902" y="9494"/>
                </a:cubicBezTo>
                <a:cubicBezTo>
                  <a:pt x="17131" y="6027"/>
                  <a:pt x="21883" y="4176"/>
                  <a:pt x="26608" y="4176"/>
                </a:cubicBezTo>
                <a:cubicBezTo>
                  <a:pt x="27198" y="4176"/>
                  <a:pt x="27788" y="4205"/>
                  <a:pt x="28374" y="4263"/>
                </a:cubicBezTo>
                <a:lnTo>
                  <a:pt x="28374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3"/>
          <p:cNvSpPr/>
          <p:nvPr/>
        </p:nvSpPr>
        <p:spPr>
          <a:xfrm flipH="1" rot="-5400000">
            <a:off x="1703212" y="-1487838"/>
            <a:ext cx="3818852" cy="11062728"/>
          </a:xfrm>
          <a:custGeom>
            <a:rect b="b" l="l" r="r" t="t"/>
            <a:pathLst>
              <a:path extrusionOk="0" h="65588" w="28704">
                <a:moveTo>
                  <a:pt x="0" y="0"/>
                </a:moveTo>
                <a:lnTo>
                  <a:pt x="0" y="5968"/>
                </a:lnTo>
                <a:cubicBezTo>
                  <a:pt x="2652" y="4653"/>
                  <a:pt x="5293" y="3317"/>
                  <a:pt x="8108" y="2424"/>
                </a:cubicBezTo>
                <a:cubicBezTo>
                  <a:pt x="10064" y="1804"/>
                  <a:pt x="12152" y="1419"/>
                  <a:pt x="14206" y="1419"/>
                </a:cubicBezTo>
                <a:cubicBezTo>
                  <a:pt x="16383" y="1419"/>
                  <a:pt x="18523" y="1851"/>
                  <a:pt x="20431" y="2892"/>
                </a:cubicBezTo>
                <a:cubicBezTo>
                  <a:pt x="23716" y="4683"/>
                  <a:pt x="25901" y="8086"/>
                  <a:pt x="26919" y="11687"/>
                </a:cubicBezTo>
                <a:cubicBezTo>
                  <a:pt x="28703" y="17997"/>
                  <a:pt x="27234" y="24777"/>
                  <a:pt x="24998" y="30942"/>
                </a:cubicBezTo>
                <a:cubicBezTo>
                  <a:pt x="22760" y="37106"/>
                  <a:pt x="19753" y="43029"/>
                  <a:pt x="18339" y="49433"/>
                </a:cubicBezTo>
                <a:cubicBezTo>
                  <a:pt x="17152" y="54808"/>
                  <a:pt x="17252" y="60766"/>
                  <a:pt x="19716" y="65588"/>
                </a:cubicBezTo>
                <a:lnTo>
                  <a:pt x="28374" y="65588"/>
                </a:lnTo>
                <a:lnTo>
                  <a:pt x="28374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3"/>
          <p:cNvSpPr/>
          <p:nvPr/>
        </p:nvSpPr>
        <p:spPr>
          <a:xfrm flipH="1" rot="-5400000">
            <a:off x="7337272" y="-146475"/>
            <a:ext cx="1782588" cy="1980668"/>
          </a:xfrm>
          <a:custGeom>
            <a:rect b="b" l="l" r="r" t="t"/>
            <a:pathLst>
              <a:path extrusionOk="0" h="31528" w="28375">
                <a:moveTo>
                  <a:pt x="0" y="0"/>
                </a:moveTo>
                <a:lnTo>
                  <a:pt x="0" y="31528"/>
                </a:lnTo>
                <a:lnTo>
                  <a:pt x="28374" y="31528"/>
                </a:lnTo>
                <a:lnTo>
                  <a:pt x="28374" y="30062"/>
                </a:lnTo>
                <a:cubicBezTo>
                  <a:pt x="28147" y="29966"/>
                  <a:pt x="27914" y="29880"/>
                  <a:pt x="27681" y="29806"/>
                </a:cubicBezTo>
                <a:cubicBezTo>
                  <a:pt x="26255" y="29354"/>
                  <a:pt x="24747" y="29257"/>
                  <a:pt x="23267" y="29043"/>
                </a:cubicBezTo>
                <a:cubicBezTo>
                  <a:pt x="19672" y="28521"/>
                  <a:pt x="16161" y="27284"/>
                  <a:pt x="13131" y="25278"/>
                </a:cubicBezTo>
                <a:cubicBezTo>
                  <a:pt x="7418" y="21498"/>
                  <a:pt x="3737" y="15211"/>
                  <a:pt x="1783" y="8646"/>
                </a:cubicBezTo>
                <a:cubicBezTo>
                  <a:pt x="941" y="5817"/>
                  <a:pt x="389" y="2924"/>
                  <a:pt x="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3"/>
          <p:cNvSpPr/>
          <p:nvPr/>
        </p:nvSpPr>
        <p:spPr>
          <a:xfrm flipH="1" rot="8981331">
            <a:off x="349083" y="3776489"/>
            <a:ext cx="3278070" cy="3285888"/>
          </a:xfrm>
          <a:custGeom>
            <a:rect b="b" l="l" r="r" t="t"/>
            <a:pathLst>
              <a:path extrusionOk="0" h="8861" w="8840">
                <a:moveTo>
                  <a:pt x="5139" y="1"/>
                </a:moveTo>
                <a:cubicBezTo>
                  <a:pt x="4736" y="1"/>
                  <a:pt x="4334" y="100"/>
                  <a:pt x="3967" y="271"/>
                </a:cubicBezTo>
                <a:cubicBezTo>
                  <a:pt x="3960" y="274"/>
                  <a:pt x="3952" y="279"/>
                  <a:pt x="3945" y="282"/>
                </a:cubicBezTo>
                <a:cubicBezTo>
                  <a:pt x="3941" y="280"/>
                  <a:pt x="3936" y="279"/>
                  <a:pt x="3930" y="279"/>
                </a:cubicBezTo>
                <a:cubicBezTo>
                  <a:pt x="3926" y="279"/>
                  <a:pt x="3922" y="280"/>
                  <a:pt x="3919" y="280"/>
                </a:cubicBezTo>
                <a:cubicBezTo>
                  <a:pt x="3641" y="319"/>
                  <a:pt x="3396" y="474"/>
                  <a:pt x="3174" y="638"/>
                </a:cubicBezTo>
                <a:cubicBezTo>
                  <a:pt x="2936" y="818"/>
                  <a:pt x="2720" y="1026"/>
                  <a:pt x="2507" y="1237"/>
                </a:cubicBezTo>
                <a:cubicBezTo>
                  <a:pt x="2270" y="1473"/>
                  <a:pt x="2082" y="1737"/>
                  <a:pt x="1907" y="2021"/>
                </a:cubicBezTo>
                <a:cubicBezTo>
                  <a:pt x="1770" y="2242"/>
                  <a:pt x="1614" y="2456"/>
                  <a:pt x="1501" y="2692"/>
                </a:cubicBezTo>
                <a:cubicBezTo>
                  <a:pt x="1399" y="2907"/>
                  <a:pt x="1315" y="3356"/>
                  <a:pt x="1644" y="3356"/>
                </a:cubicBezTo>
                <a:cubicBezTo>
                  <a:pt x="1662" y="3356"/>
                  <a:pt x="1681" y="3355"/>
                  <a:pt x="1702" y="3352"/>
                </a:cubicBezTo>
                <a:cubicBezTo>
                  <a:pt x="2050" y="3303"/>
                  <a:pt x="2383" y="3058"/>
                  <a:pt x="2673" y="2874"/>
                </a:cubicBezTo>
                <a:cubicBezTo>
                  <a:pt x="2914" y="2723"/>
                  <a:pt x="3154" y="2580"/>
                  <a:pt x="3413" y="2461"/>
                </a:cubicBezTo>
                <a:cubicBezTo>
                  <a:pt x="3490" y="2425"/>
                  <a:pt x="3642" y="2342"/>
                  <a:pt x="3753" y="2342"/>
                </a:cubicBezTo>
                <a:cubicBezTo>
                  <a:pt x="3776" y="2342"/>
                  <a:pt x="3798" y="2346"/>
                  <a:pt x="3817" y="2354"/>
                </a:cubicBezTo>
                <a:cubicBezTo>
                  <a:pt x="3941" y="2413"/>
                  <a:pt x="3641" y="2837"/>
                  <a:pt x="3600" y="2889"/>
                </a:cubicBezTo>
                <a:cubicBezTo>
                  <a:pt x="3415" y="3128"/>
                  <a:pt x="3174" y="3322"/>
                  <a:pt x="2941" y="3513"/>
                </a:cubicBezTo>
                <a:cubicBezTo>
                  <a:pt x="2704" y="3708"/>
                  <a:pt x="2477" y="3912"/>
                  <a:pt x="2257" y="4127"/>
                </a:cubicBezTo>
                <a:cubicBezTo>
                  <a:pt x="1770" y="4599"/>
                  <a:pt x="1351" y="5134"/>
                  <a:pt x="981" y="5699"/>
                </a:cubicBezTo>
                <a:cubicBezTo>
                  <a:pt x="592" y="6295"/>
                  <a:pt x="331" y="6979"/>
                  <a:pt x="182" y="7673"/>
                </a:cubicBezTo>
                <a:cubicBezTo>
                  <a:pt x="137" y="7884"/>
                  <a:pt x="75" y="8094"/>
                  <a:pt x="43" y="8309"/>
                </a:cubicBezTo>
                <a:cubicBezTo>
                  <a:pt x="21" y="8455"/>
                  <a:pt x="0" y="8631"/>
                  <a:pt x="79" y="8764"/>
                </a:cubicBezTo>
                <a:cubicBezTo>
                  <a:pt x="122" y="8835"/>
                  <a:pt x="191" y="8861"/>
                  <a:pt x="264" y="8861"/>
                </a:cubicBezTo>
                <a:cubicBezTo>
                  <a:pt x="328" y="8861"/>
                  <a:pt x="396" y="8841"/>
                  <a:pt x="452" y="8816"/>
                </a:cubicBezTo>
                <a:cubicBezTo>
                  <a:pt x="726" y="8694"/>
                  <a:pt x="982" y="8500"/>
                  <a:pt x="1225" y="8325"/>
                </a:cubicBezTo>
                <a:cubicBezTo>
                  <a:pt x="1750" y="7954"/>
                  <a:pt x="2241" y="7539"/>
                  <a:pt x="2733" y="7128"/>
                </a:cubicBezTo>
                <a:cubicBezTo>
                  <a:pt x="3243" y="6706"/>
                  <a:pt x="3757" y="6289"/>
                  <a:pt x="4312" y="5926"/>
                </a:cubicBezTo>
                <a:cubicBezTo>
                  <a:pt x="4586" y="5747"/>
                  <a:pt x="4870" y="5585"/>
                  <a:pt x="5164" y="5443"/>
                </a:cubicBezTo>
                <a:cubicBezTo>
                  <a:pt x="5189" y="5430"/>
                  <a:pt x="5343" y="5337"/>
                  <a:pt x="5403" y="5337"/>
                </a:cubicBezTo>
                <a:cubicBezTo>
                  <a:pt x="5412" y="5337"/>
                  <a:pt x="5420" y="5339"/>
                  <a:pt x="5424" y="5345"/>
                </a:cubicBezTo>
                <a:cubicBezTo>
                  <a:pt x="5454" y="5392"/>
                  <a:pt x="5427" y="5504"/>
                  <a:pt x="5424" y="5555"/>
                </a:cubicBezTo>
                <a:cubicBezTo>
                  <a:pt x="5413" y="5721"/>
                  <a:pt x="5438" y="5901"/>
                  <a:pt x="5568" y="6018"/>
                </a:cubicBezTo>
                <a:cubicBezTo>
                  <a:pt x="5624" y="6069"/>
                  <a:pt x="5691" y="6088"/>
                  <a:pt x="5761" y="6088"/>
                </a:cubicBezTo>
                <a:cubicBezTo>
                  <a:pt x="5827" y="6088"/>
                  <a:pt x="5894" y="6071"/>
                  <a:pt x="5955" y="6046"/>
                </a:cubicBezTo>
                <a:cubicBezTo>
                  <a:pt x="6289" y="5906"/>
                  <a:pt x="6553" y="5598"/>
                  <a:pt x="6793" y="5339"/>
                </a:cubicBezTo>
                <a:cubicBezTo>
                  <a:pt x="6968" y="5150"/>
                  <a:pt x="7106" y="4927"/>
                  <a:pt x="7269" y="4727"/>
                </a:cubicBezTo>
                <a:cubicBezTo>
                  <a:pt x="7497" y="4449"/>
                  <a:pt x="7743" y="4184"/>
                  <a:pt x="7985" y="3917"/>
                </a:cubicBezTo>
                <a:cubicBezTo>
                  <a:pt x="8197" y="3681"/>
                  <a:pt x="8404" y="3432"/>
                  <a:pt x="8579" y="3166"/>
                </a:cubicBezTo>
                <a:cubicBezTo>
                  <a:pt x="8656" y="3046"/>
                  <a:pt x="8840" y="2746"/>
                  <a:pt x="8631" y="2652"/>
                </a:cubicBezTo>
                <a:cubicBezTo>
                  <a:pt x="8590" y="2633"/>
                  <a:pt x="8546" y="2626"/>
                  <a:pt x="8499" y="2626"/>
                </a:cubicBezTo>
                <a:cubicBezTo>
                  <a:pt x="8375" y="2626"/>
                  <a:pt x="8238" y="2676"/>
                  <a:pt x="8127" y="2691"/>
                </a:cubicBezTo>
                <a:cubicBezTo>
                  <a:pt x="7944" y="2714"/>
                  <a:pt x="7762" y="2746"/>
                  <a:pt x="7580" y="2774"/>
                </a:cubicBezTo>
                <a:cubicBezTo>
                  <a:pt x="7335" y="2810"/>
                  <a:pt x="7075" y="2850"/>
                  <a:pt x="6819" y="2850"/>
                </a:cubicBezTo>
                <a:cubicBezTo>
                  <a:pt x="6654" y="2850"/>
                  <a:pt x="6490" y="2833"/>
                  <a:pt x="6334" y="2789"/>
                </a:cubicBezTo>
                <a:cubicBezTo>
                  <a:pt x="6175" y="2743"/>
                  <a:pt x="6034" y="2647"/>
                  <a:pt x="5977" y="2487"/>
                </a:cubicBezTo>
                <a:cubicBezTo>
                  <a:pt x="5913" y="2301"/>
                  <a:pt x="5958" y="2075"/>
                  <a:pt x="6000" y="1890"/>
                </a:cubicBezTo>
                <a:cubicBezTo>
                  <a:pt x="6088" y="1510"/>
                  <a:pt x="6276" y="1145"/>
                  <a:pt x="6301" y="752"/>
                </a:cubicBezTo>
                <a:cubicBezTo>
                  <a:pt x="6327" y="353"/>
                  <a:pt x="6031" y="145"/>
                  <a:pt x="5674" y="62"/>
                </a:cubicBezTo>
                <a:cubicBezTo>
                  <a:pt x="5497" y="20"/>
                  <a:pt x="5318" y="1"/>
                  <a:pt x="5139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chemeClr val="lt2"/>
        </a:soli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713225" y="539500"/>
            <a:ext cx="7717500" cy="47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Font typeface="Bevan"/>
              <a:buNone/>
              <a:defRPr sz="2100">
                <a:latin typeface="Bevan"/>
                <a:ea typeface="Bevan"/>
                <a:cs typeface="Bevan"/>
                <a:sym typeface="Bev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subTitle"/>
          </p:nvPr>
        </p:nvSpPr>
        <p:spPr>
          <a:xfrm>
            <a:off x="713225" y="1148225"/>
            <a:ext cx="7717500" cy="345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Dosis"/>
              <a:buNone/>
              <a:defRPr sz="1200">
                <a:latin typeface="Dosis"/>
                <a:ea typeface="Dosis"/>
                <a:cs typeface="Dosis"/>
                <a:sym typeface="Dosi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6" name="Google Shape;26;p4"/>
          <p:cNvSpPr/>
          <p:nvPr/>
        </p:nvSpPr>
        <p:spPr>
          <a:xfrm rot="5400000">
            <a:off x="-130625" y="-240425"/>
            <a:ext cx="1782588" cy="1980668"/>
          </a:xfrm>
          <a:custGeom>
            <a:rect b="b" l="l" r="r" t="t"/>
            <a:pathLst>
              <a:path extrusionOk="0" h="31528" w="28375">
                <a:moveTo>
                  <a:pt x="0" y="0"/>
                </a:moveTo>
                <a:lnTo>
                  <a:pt x="0" y="31528"/>
                </a:lnTo>
                <a:lnTo>
                  <a:pt x="28374" y="31528"/>
                </a:lnTo>
                <a:lnTo>
                  <a:pt x="28374" y="30062"/>
                </a:lnTo>
                <a:cubicBezTo>
                  <a:pt x="28147" y="29966"/>
                  <a:pt x="27914" y="29880"/>
                  <a:pt x="27681" y="29806"/>
                </a:cubicBezTo>
                <a:cubicBezTo>
                  <a:pt x="26255" y="29354"/>
                  <a:pt x="24747" y="29257"/>
                  <a:pt x="23267" y="29043"/>
                </a:cubicBezTo>
                <a:cubicBezTo>
                  <a:pt x="19672" y="28521"/>
                  <a:pt x="16161" y="27284"/>
                  <a:pt x="13131" y="25278"/>
                </a:cubicBezTo>
                <a:cubicBezTo>
                  <a:pt x="7418" y="21498"/>
                  <a:pt x="3737" y="15211"/>
                  <a:pt x="1783" y="8646"/>
                </a:cubicBezTo>
                <a:cubicBezTo>
                  <a:pt x="941" y="5817"/>
                  <a:pt x="389" y="2924"/>
                  <a:pt x="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4"/>
          <p:cNvSpPr/>
          <p:nvPr/>
        </p:nvSpPr>
        <p:spPr>
          <a:xfrm flipH="1" rot="-5400000">
            <a:off x="7468500" y="-240425"/>
            <a:ext cx="1782588" cy="1980668"/>
          </a:xfrm>
          <a:custGeom>
            <a:rect b="b" l="l" r="r" t="t"/>
            <a:pathLst>
              <a:path extrusionOk="0" h="31528" w="28375">
                <a:moveTo>
                  <a:pt x="0" y="0"/>
                </a:moveTo>
                <a:lnTo>
                  <a:pt x="0" y="31528"/>
                </a:lnTo>
                <a:lnTo>
                  <a:pt x="28374" y="31528"/>
                </a:lnTo>
                <a:lnTo>
                  <a:pt x="28374" y="30062"/>
                </a:lnTo>
                <a:cubicBezTo>
                  <a:pt x="28147" y="29966"/>
                  <a:pt x="27914" y="29880"/>
                  <a:pt x="27681" y="29806"/>
                </a:cubicBezTo>
                <a:cubicBezTo>
                  <a:pt x="26255" y="29354"/>
                  <a:pt x="24747" y="29257"/>
                  <a:pt x="23267" y="29043"/>
                </a:cubicBezTo>
                <a:cubicBezTo>
                  <a:pt x="19672" y="28521"/>
                  <a:pt x="16161" y="27284"/>
                  <a:pt x="13131" y="25278"/>
                </a:cubicBezTo>
                <a:cubicBezTo>
                  <a:pt x="7418" y="21498"/>
                  <a:pt x="3737" y="15211"/>
                  <a:pt x="1783" y="8646"/>
                </a:cubicBezTo>
                <a:cubicBezTo>
                  <a:pt x="941" y="5817"/>
                  <a:pt x="389" y="2924"/>
                  <a:pt x="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solidFill>
          <a:schemeClr val="lt2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 txBox="1"/>
          <p:nvPr>
            <p:ph type="title"/>
          </p:nvPr>
        </p:nvSpPr>
        <p:spPr>
          <a:xfrm>
            <a:off x="713225" y="539500"/>
            <a:ext cx="7717500" cy="47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Font typeface="Bevan"/>
              <a:buNone/>
              <a:defRPr>
                <a:latin typeface="Bevan"/>
                <a:ea typeface="Bevan"/>
                <a:cs typeface="Bevan"/>
                <a:sym typeface="Beva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1" type="subTitle"/>
          </p:nvPr>
        </p:nvSpPr>
        <p:spPr>
          <a:xfrm>
            <a:off x="713225" y="1289075"/>
            <a:ext cx="3700200" cy="331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Dosis"/>
              <a:buNone/>
              <a:defRPr sz="1300">
                <a:latin typeface="Dosis"/>
                <a:ea typeface="Dosis"/>
                <a:cs typeface="Dosis"/>
                <a:sym typeface="Dosi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31" name="Google Shape;31;p5"/>
          <p:cNvSpPr txBox="1"/>
          <p:nvPr>
            <p:ph idx="2" type="subTitle"/>
          </p:nvPr>
        </p:nvSpPr>
        <p:spPr>
          <a:xfrm>
            <a:off x="4730525" y="1289075"/>
            <a:ext cx="3700200" cy="331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Dosis"/>
              <a:buNone/>
              <a:defRPr sz="1300">
                <a:latin typeface="Dosis"/>
                <a:ea typeface="Dosis"/>
                <a:cs typeface="Dosis"/>
                <a:sym typeface="Dosi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32" name="Google Shape;32;p5"/>
          <p:cNvSpPr/>
          <p:nvPr/>
        </p:nvSpPr>
        <p:spPr>
          <a:xfrm flipH="1" rot="-5400000">
            <a:off x="7468500" y="-240425"/>
            <a:ext cx="1782588" cy="1980668"/>
          </a:xfrm>
          <a:custGeom>
            <a:rect b="b" l="l" r="r" t="t"/>
            <a:pathLst>
              <a:path extrusionOk="0" h="31528" w="28375">
                <a:moveTo>
                  <a:pt x="0" y="0"/>
                </a:moveTo>
                <a:lnTo>
                  <a:pt x="0" y="31528"/>
                </a:lnTo>
                <a:lnTo>
                  <a:pt x="28374" y="31528"/>
                </a:lnTo>
                <a:lnTo>
                  <a:pt x="28374" y="30062"/>
                </a:lnTo>
                <a:cubicBezTo>
                  <a:pt x="28147" y="29966"/>
                  <a:pt x="27914" y="29880"/>
                  <a:pt x="27681" y="29806"/>
                </a:cubicBezTo>
                <a:cubicBezTo>
                  <a:pt x="26255" y="29354"/>
                  <a:pt x="24747" y="29257"/>
                  <a:pt x="23267" y="29043"/>
                </a:cubicBezTo>
                <a:cubicBezTo>
                  <a:pt x="19672" y="28521"/>
                  <a:pt x="16161" y="27284"/>
                  <a:pt x="13131" y="25278"/>
                </a:cubicBezTo>
                <a:cubicBezTo>
                  <a:pt x="7418" y="21498"/>
                  <a:pt x="3737" y="15211"/>
                  <a:pt x="1783" y="8646"/>
                </a:cubicBezTo>
                <a:cubicBezTo>
                  <a:pt x="941" y="5817"/>
                  <a:pt x="389" y="2924"/>
                  <a:pt x="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5"/>
          <p:cNvSpPr/>
          <p:nvPr/>
        </p:nvSpPr>
        <p:spPr>
          <a:xfrm rot="5400000">
            <a:off x="3286571" y="-1147652"/>
            <a:ext cx="3818852" cy="10877606"/>
          </a:xfrm>
          <a:custGeom>
            <a:rect b="b" l="l" r="r" t="t"/>
            <a:pathLst>
              <a:path extrusionOk="0" h="65588" w="28704">
                <a:moveTo>
                  <a:pt x="0" y="0"/>
                </a:moveTo>
                <a:lnTo>
                  <a:pt x="0" y="5968"/>
                </a:lnTo>
                <a:cubicBezTo>
                  <a:pt x="2652" y="4653"/>
                  <a:pt x="5293" y="3317"/>
                  <a:pt x="8108" y="2424"/>
                </a:cubicBezTo>
                <a:cubicBezTo>
                  <a:pt x="10064" y="1804"/>
                  <a:pt x="12152" y="1419"/>
                  <a:pt x="14206" y="1419"/>
                </a:cubicBezTo>
                <a:cubicBezTo>
                  <a:pt x="16383" y="1419"/>
                  <a:pt x="18523" y="1851"/>
                  <a:pt x="20431" y="2892"/>
                </a:cubicBezTo>
                <a:cubicBezTo>
                  <a:pt x="23716" y="4683"/>
                  <a:pt x="25901" y="8086"/>
                  <a:pt x="26919" y="11687"/>
                </a:cubicBezTo>
                <a:cubicBezTo>
                  <a:pt x="28703" y="17997"/>
                  <a:pt x="27234" y="24777"/>
                  <a:pt x="24998" y="30942"/>
                </a:cubicBezTo>
                <a:cubicBezTo>
                  <a:pt x="22760" y="37106"/>
                  <a:pt x="19753" y="43029"/>
                  <a:pt x="18339" y="49433"/>
                </a:cubicBezTo>
                <a:cubicBezTo>
                  <a:pt x="17152" y="54808"/>
                  <a:pt x="17252" y="60766"/>
                  <a:pt x="19716" y="65588"/>
                </a:cubicBezTo>
                <a:lnTo>
                  <a:pt x="28374" y="65588"/>
                </a:lnTo>
                <a:lnTo>
                  <a:pt x="28374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solidFill>
          <a:schemeClr val="lt2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"/>
          <p:cNvSpPr txBox="1"/>
          <p:nvPr>
            <p:ph type="title"/>
          </p:nvPr>
        </p:nvSpPr>
        <p:spPr>
          <a:xfrm>
            <a:off x="713225" y="539500"/>
            <a:ext cx="7717500" cy="47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Font typeface="Bevan"/>
              <a:buNone/>
              <a:defRPr>
                <a:latin typeface="Bevan"/>
                <a:ea typeface="Bevan"/>
                <a:cs typeface="Bevan"/>
                <a:sym typeface="Beva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6"/>
          <p:cNvSpPr/>
          <p:nvPr/>
        </p:nvSpPr>
        <p:spPr>
          <a:xfrm flipH="1" rot="-5400000">
            <a:off x="1856571" y="-1116327"/>
            <a:ext cx="3818852" cy="10877606"/>
          </a:xfrm>
          <a:custGeom>
            <a:rect b="b" l="l" r="r" t="t"/>
            <a:pathLst>
              <a:path extrusionOk="0" h="65588" w="28704">
                <a:moveTo>
                  <a:pt x="0" y="0"/>
                </a:moveTo>
                <a:lnTo>
                  <a:pt x="0" y="5968"/>
                </a:lnTo>
                <a:cubicBezTo>
                  <a:pt x="2652" y="4653"/>
                  <a:pt x="5293" y="3317"/>
                  <a:pt x="8108" y="2424"/>
                </a:cubicBezTo>
                <a:cubicBezTo>
                  <a:pt x="10064" y="1804"/>
                  <a:pt x="12152" y="1419"/>
                  <a:pt x="14206" y="1419"/>
                </a:cubicBezTo>
                <a:cubicBezTo>
                  <a:pt x="16383" y="1419"/>
                  <a:pt x="18523" y="1851"/>
                  <a:pt x="20431" y="2892"/>
                </a:cubicBezTo>
                <a:cubicBezTo>
                  <a:pt x="23716" y="4683"/>
                  <a:pt x="25901" y="8086"/>
                  <a:pt x="26919" y="11687"/>
                </a:cubicBezTo>
                <a:cubicBezTo>
                  <a:pt x="28703" y="17997"/>
                  <a:pt x="27234" y="24777"/>
                  <a:pt x="24998" y="30942"/>
                </a:cubicBezTo>
                <a:cubicBezTo>
                  <a:pt x="22760" y="37106"/>
                  <a:pt x="19753" y="43029"/>
                  <a:pt x="18339" y="49433"/>
                </a:cubicBezTo>
                <a:cubicBezTo>
                  <a:pt x="17152" y="54808"/>
                  <a:pt x="17252" y="60766"/>
                  <a:pt x="19716" y="65588"/>
                </a:cubicBezTo>
                <a:lnTo>
                  <a:pt x="28374" y="65588"/>
                </a:lnTo>
                <a:lnTo>
                  <a:pt x="28374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bg>
      <p:bgPr>
        <a:solidFill>
          <a:schemeClr val="lt2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7"/>
          <p:cNvSpPr txBox="1"/>
          <p:nvPr>
            <p:ph type="title"/>
          </p:nvPr>
        </p:nvSpPr>
        <p:spPr>
          <a:xfrm>
            <a:off x="4572000" y="1479550"/>
            <a:ext cx="3858900" cy="47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800"/>
              <a:buFont typeface="Bevan"/>
              <a:buNone/>
              <a:defRPr>
                <a:latin typeface="Bevan"/>
                <a:ea typeface="Bevan"/>
                <a:cs typeface="Bevan"/>
                <a:sym typeface="Bevan"/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9" name="Google Shape;39;p7"/>
          <p:cNvSpPr txBox="1"/>
          <p:nvPr>
            <p:ph idx="1" type="subTitle"/>
          </p:nvPr>
        </p:nvSpPr>
        <p:spPr>
          <a:xfrm>
            <a:off x="4572000" y="1957750"/>
            <a:ext cx="3858900" cy="86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Dosis"/>
              <a:buNone/>
              <a:defRPr sz="1600">
                <a:latin typeface="Dosis"/>
                <a:ea typeface="Dosis"/>
                <a:cs typeface="Dosis"/>
                <a:sym typeface="Dosis"/>
              </a:defRPr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40" name="Google Shape;40;p7"/>
          <p:cNvSpPr/>
          <p:nvPr/>
        </p:nvSpPr>
        <p:spPr>
          <a:xfrm rot="3377950">
            <a:off x="4887814" y="-1238852"/>
            <a:ext cx="2966427" cy="2973492"/>
          </a:xfrm>
          <a:custGeom>
            <a:rect b="b" l="l" r="r" t="t"/>
            <a:pathLst>
              <a:path extrusionOk="0" h="8861" w="8840">
                <a:moveTo>
                  <a:pt x="5139" y="1"/>
                </a:moveTo>
                <a:cubicBezTo>
                  <a:pt x="4736" y="1"/>
                  <a:pt x="4334" y="100"/>
                  <a:pt x="3967" y="271"/>
                </a:cubicBezTo>
                <a:cubicBezTo>
                  <a:pt x="3960" y="274"/>
                  <a:pt x="3952" y="279"/>
                  <a:pt x="3945" y="282"/>
                </a:cubicBezTo>
                <a:cubicBezTo>
                  <a:pt x="3941" y="280"/>
                  <a:pt x="3936" y="279"/>
                  <a:pt x="3930" y="279"/>
                </a:cubicBezTo>
                <a:cubicBezTo>
                  <a:pt x="3926" y="279"/>
                  <a:pt x="3922" y="280"/>
                  <a:pt x="3919" y="280"/>
                </a:cubicBezTo>
                <a:cubicBezTo>
                  <a:pt x="3641" y="319"/>
                  <a:pt x="3396" y="474"/>
                  <a:pt x="3174" y="638"/>
                </a:cubicBezTo>
                <a:cubicBezTo>
                  <a:pt x="2936" y="818"/>
                  <a:pt x="2720" y="1026"/>
                  <a:pt x="2507" y="1237"/>
                </a:cubicBezTo>
                <a:cubicBezTo>
                  <a:pt x="2270" y="1473"/>
                  <a:pt x="2082" y="1737"/>
                  <a:pt x="1907" y="2021"/>
                </a:cubicBezTo>
                <a:cubicBezTo>
                  <a:pt x="1770" y="2242"/>
                  <a:pt x="1614" y="2456"/>
                  <a:pt x="1501" y="2692"/>
                </a:cubicBezTo>
                <a:cubicBezTo>
                  <a:pt x="1399" y="2907"/>
                  <a:pt x="1315" y="3356"/>
                  <a:pt x="1644" y="3356"/>
                </a:cubicBezTo>
                <a:cubicBezTo>
                  <a:pt x="1662" y="3356"/>
                  <a:pt x="1681" y="3355"/>
                  <a:pt x="1702" y="3352"/>
                </a:cubicBezTo>
                <a:cubicBezTo>
                  <a:pt x="2050" y="3303"/>
                  <a:pt x="2383" y="3058"/>
                  <a:pt x="2673" y="2874"/>
                </a:cubicBezTo>
                <a:cubicBezTo>
                  <a:pt x="2914" y="2723"/>
                  <a:pt x="3154" y="2580"/>
                  <a:pt x="3413" y="2461"/>
                </a:cubicBezTo>
                <a:cubicBezTo>
                  <a:pt x="3490" y="2425"/>
                  <a:pt x="3642" y="2342"/>
                  <a:pt x="3753" y="2342"/>
                </a:cubicBezTo>
                <a:cubicBezTo>
                  <a:pt x="3776" y="2342"/>
                  <a:pt x="3798" y="2346"/>
                  <a:pt x="3817" y="2354"/>
                </a:cubicBezTo>
                <a:cubicBezTo>
                  <a:pt x="3941" y="2413"/>
                  <a:pt x="3641" y="2837"/>
                  <a:pt x="3600" y="2889"/>
                </a:cubicBezTo>
                <a:cubicBezTo>
                  <a:pt x="3415" y="3128"/>
                  <a:pt x="3174" y="3322"/>
                  <a:pt x="2941" y="3513"/>
                </a:cubicBezTo>
                <a:cubicBezTo>
                  <a:pt x="2704" y="3708"/>
                  <a:pt x="2477" y="3912"/>
                  <a:pt x="2257" y="4127"/>
                </a:cubicBezTo>
                <a:cubicBezTo>
                  <a:pt x="1770" y="4599"/>
                  <a:pt x="1351" y="5134"/>
                  <a:pt x="981" y="5699"/>
                </a:cubicBezTo>
                <a:cubicBezTo>
                  <a:pt x="592" y="6295"/>
                  <a:pt x="331" y="6979"/>
                  <a:pt x="182" y="7673"/>
                </a:cubicBezTo>
                <a:cubicBezTo>
                  <a:pt x="137" y="7884"/>
                  <a:pt x="75" y="8094"/>
                  <a:pt x="43" y="8309"/>
                </a:cubicBezTo>
                <a:cubicBezTo>
                  <a:pt x="21" y="8455"/>
                  <a:pt x="0" y="8631"/>
                  <a:pt x="79" y="8764"/>
                </a:cubicBezTo>
                <a:cubicBezTo>
                  <a:pt x="122" y="8835"/>
                  <a:pt x="191" y="8861"/>
                  <a:pt x="264" y="8861"/>
                </a:cubicBezTo>
                <a:cubicBezTo>
                  <a:pt x="328" y="8861"/>
                  <a:pt x="396" y="8841"/>
                  <a:pt x="452" y="8816"/>
                </a:cubicBezTo>
                <a:cubicBezTo>
                  <a:pt x="726" y="8694"/>
                  <a:pt x="982" y="8500"/>
                  <a:pt x="1225" y="8325"/>
                </a:cubicBezTo>
                <a:cubicBezTo>
                  <a:pt x="1750" y="7954"/>
                  <a:pt x="2241" y="7539"/>
                  <a:pt x="2733" y="7128"/>
                </a:cubicBezTo>
                <a:cubicBezTo>
                  <a:pt x="3243" y="6706"/>
                  <a:pt x="3757" y="6289"/>
                  <a:pt x="4312" y="5926"/>
                </a:cubicBezTo>
                <a:cubicBezTo>
                  <a:pt x="4586" y="5747"/>
                  <a:pt x="4870" y="5585"/>
                  <a:pt x="5164" y="5443"/>
                </a:cubicBezTo>
                <a:cubicBezTo>
                  <a:pt x="5189" y="5430"/>
                  <a:pt x="5343" y="5337"/>
                  <a:pt x="5403" y="5337"/>
                </a:cubicBezTo>
                <a:cubicBezTo>
                  <a:pt x="5412" y="5337"/>
                  <a:pt x="5420" y="5339"/>
                  <a:pt x="5424" y="5345"/>
                </a:cubicBezTo>
                <a:cubicBezTo>
                  <a:pt x="5454" y="5392"/>
                  <a:pt x="5427" y="5504"/>
                  <a:pt x="5424" y="5555"/>
                </a:cubicBezTo>
                <a:cubicBezTo>
                  <a:pt x="5413" y="5721"/>
                  <a:pt x="5438" y="5901"/>
                  <a:pt x="5568" y="6018"/>
                </a:cubicBezTo>
                <a:cubicBezTo>
                  <a:pt x="5624" y="6069"/>
                  <a:pt x="5691" y="6088"/>
                  <a:pt x="5761" y="6088"/>
                </a:cubicBezTo>
                <a:cubicBezTo>
                  <a:pt x="5827" y="6088"/>
                  <a:pt x="5894" y="6071"/>
                  <a:pt x="5955" y="6046"/>
                </a:cubicBezTo>
                <a:cubicBezTo>
                  <a:pt x="6289" y="5906"/>
                  <a:pt x="6553" y="5598"/>
                  <a:pt x="6793" y="5339"/>
                </a:cubicBezTo>
                <a:cubicBezTo>
                  <a:pt x="6968" y="5150"/>
                  <a:pt x="7106" y="4927"/>
                  <a:pt x="7269" y="4727"/>
                </a:cubicBezTo>
                <a:cubicBezTo>
                  <a:pt x="7497" y="4449"/>
                  <a:pt x="7743" y="4184"/>
                  <a:pt x="7985" y="3917"/>
                </a:cubicBezTo>
                <a:cubicBezTo>
                  <a:pt x="8197" y="3681"/>
                  <a:pt x="8404" y="3432"/>
                  <a:pt x="8579" y="3166"/>
                </a:cubicBezTo>
                <a:cubicBezTo>
                  <a:pt x="8656" y="3046"/>
                  <a:pt x="8840" y="2746"/>
                  <a:pt x="8631" y="2652"/>
                </a:cubicBezTo>
                <a:cubicBezTo>
                  <a:pt x="8590" y="2633"/>
                  <a:pt x="8546" y="2626"/>
                  <a:pt x="8499" y="2626"/>
                </a:cubicBezTo>
                <a:cubicBezTo>
                  <a:pt x="8375" y="2626"/>
                  <a:pt x="8238" y="2676"/>
                  <a:pt x="8127" y="2691"/>
                </a:cubicBezTo>
                <a:cubicBezTo>
                  <a:pt x="7944" y="2714"/>
                  <a:pt x="7762" y="2746"/>
                  <a:pt x="7580" y="2774"/>
                </a:cubicBezTo>
                <a:cubicBezTo>
                  <a:pt x="7335" y="2810"/>
                  <a:pt x="7075" y="2850"/>
                  <a:pt x="6819" y="2850"/>
                </a:cubicBezTo>
                <a:cubicBezTo>
                  <a:pt x="6654" y="2850"/>
                  <a:pt x="6490" y="2833"/>
                  <a:pt x="6334" y="2789"/>
                </a:cubicBezTo>
                <a:cubicBezTo>
                  <a:pt x="6175" y="2743"/>
                  <a:pt x="6034" y="2647"/>
                  <a:pt x="5977" y="2487"/>
                </a:cubicBezTo>
                <a:cubicBezTo>
                  <a:pt x="5913" y="2301"/>
                  <a:pt x="5958" y="2075"/>
                  <a:pt x="6000" y="1890"/>
                </a:cubicBezTo>
                <a:cubicBezTo>
                  <a:pt x="6088" y="1510"/>
                  <a:pt x="6276" y="1145"/>
                  <a:pt x="6301" y="752"/>
                </a:cubicBezTo>
                <a:cubicBezTo>
                  <a:pt x="6327" y="353"/>
                  <a:pt x="6031" y="145"/>
                  <a:pt x="5674" y="62"/>
                </a:cubicBezTo>
                <a:cubicBezTo>
                  <a:pt x="5497" y="20"/>
                  <a:pt x="5318" y="1"/>
                  <a:pt x="5139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7"/>
          <p:cNvSpPr/>
          <p:nvPr/>
        </p:nvSpPr>
        <p:spPr>
          <a:xfrm rot="-5400000">
            <a:off x="2196116" y="-1289368"/>
            <a:ext cx="4018751" cy="9877034"/>
          </a:xfrm>
          <a:custGeom>
            <a:rect b="b" l="l" r="r" t="t"/>
            <a:pathLst>
              <a:path extrusionOk="0" h="65590" w="28375">
                <a:moveTo>
                  <a:pt x="0" y="1"/>
                </a:moveTo>
                <a:lnTo>
                  <a:pt x="0" y="65590"/>
                </a:lnTo>
                <a:lnTo>
                  <a:pt x="2979" y="65590"/>
                </a:lnTo>
                <a:cubicBezTo>
                  <a:pt x="7151" y="61603"/>
                  <a:pt x="9082" y="55435"/>
                  <a:pt x="9408" y="49556"/>
                </a:cubicBezTo>
                <a:cubicBezTo>
                  <a:pt x="9790" y="42654"/>
                  <a:pt x="8384" y="35781"/>
                  <a:pt x="8177" y="28872"/>
                </a:cubicBezTo>
                <a:cubicBezTo>
                  <a:pt x="7970" y="21963"/>
                  <a:pt x="9188" y="14551"/>
                  <a:pt x="13902" y="9494"/>
                </a:cubicBezTo>
                <a:cubicBezTo>
                  <a:pt x="17131" y="6027"/>
                  <a:pt x="21883" y="4176"/>
                  <a:pt x="26608" y="4176"/>
                </a:cubicBezTo>
                <a:cubicBezTo>
                  <a:pt x="27198" y="4176"/>
                  <a:pt x="27788" y="4205"/>
                  <a:pt x="28374" y="4263"/>
                </a:cubicBezTo>
                <a:lnTo>
                  <a:pt x="28374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713225" y="743900"/>
            <a:ext cx="4958100" cy="85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800"/>
              <a:buFont typeface="Bevan"/>
              <a:buNone/>
              <a:defRPr>
                <a:latin typeface="Bevan"/>
                <a:ea typeface="Bevan"/>
                <a:cs typeface="Bevan"/>
                <a:sym typeface="Bevan"/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9"/>
          <p:cNvSpPr txBox="1"/>
          <p:nvPr>
            <p:ph idx="1" type="subTitle"/>
          </p:nvPr>
        </p:nvSpPr>
        <p:spPr>
          <a:xfrm>
            <a:off x="4926575" y="1289075"/>
            <a:ext cx="3504300" cy="199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Dosis"/>
              <a:buNone/>
              <a:defRPr sz="1600">
                <a:latin typeface="Dosis"/>
                <a:ea typeface="Dosis"/>
                <a:cs typeface="Dosis"/>
                <a:sym typeface="Dosi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47" name="Google Shape;47;p9"/>
          <p:cNvSpPr txBox="1"/>
          <p:nvPr>
            <p:ph type="title"/>
          </p:nvPr>
        </p:nvSpPr>
        <p:spPr>
          <a:xfrm>
            <a:off x="713225" y="1862400"/>
            <a:ext cx="3653400" cy="47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800"/>
              <a:buFont typeface="Bevan"/>
              <a:buNone/>
              <a:defRPr>
                <a:latin typeface="Bevan"/>
                <a:ea typeface="Bevan"/>
                <a:cs typeface="Bevan"/>
                <a:sym typeface="Bevan"/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" name="Google Shape;48;p9"/>
          <p:cNvSpPr txBox="1"/>
          <p:nvPr>
            <p:ph idx="2" type="subTitle"/>
          </p:nvPr>
        </p:nvSpPr>
        <p:spPr>
          <a:xfrm>
            <a:off x="713225" y="2340600"/>
            <a:ext cx="3653400" cy="94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Dosis"/>
              <a:buNone/>
              <a:defRPr sz="1600">
                <a:latin typeface="Dosis"/>
                <a:ea typeface="Dosis"/>
                <a:cs typeface="Dosis"/>
                <a:sym typeface="Dosi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49" name="Google Shape;49;p9"/>
          <p:cNvSpPr/>
          <p:nvPr/>
        </p:nvSpPr>
        <p:spPr>
          <a:xfrm flipH="1" rot="5400000">
            <a:off x="2875291" y="-1310893"/>
            <a:ext cx="4018751" cy="9877034"/>
          </a:xfrm>
          <a:custGeom>
            <a:rect b="b" l="l" r="r" t="t"/>
            <a:pathLst>
              <a:path extrusionOk="0" h="65590" w="28375">
                <a:moveTo>
                  <a:pt x="0" y="1"/>
                </a:moveTo>
                <a:lnTo>
                  <a:pt x="0" y="65590"/>
                </a:lnTo>
                <a:lnTo>
                  <a:pt x="2979" y="65590"/>
                </a:lnTo>
                <a:cubicBezTo>
                  <a:pt x="7151" y="61603"/>
                  <a:pt x="9082" y="55435"/>
                  <a:pt x="9408" y="49556"/>
                </a:cubicBezTo>
                <a:cubicBezTo>
                  <a:pt x="9790" y="42654"/>
                  <a:pt x="8384" y="35781"/>
                  <a:pt x="8177" y="28872"/>
                </a:cubicBezTo>
                <a:cubicBezTo>
                  <a:pt x="7970" y="21963"/>
                  <a:pt x="9188" y="14551"/>
                  <a:pt x="13902" y="9494"/>
                </a:cubicBezTo>
                <a:cubicBezTo>
                  <a:pt x="17131" y="6027"/>
                  <a:pt x="21883" y="4176"/>
                  <a:pt x="26608" y="4176"/>
                </a:cubicBezTo>
                <a:cubicBezTo>
                  <a:pt x="27198" y="4176"/>
                  <a:pt x="27788" y="4205"/>
                  <a:pt x="28374" y="4263"/>
                </a:cubicBezTo>
                <a:lnTo>
                  <a:pt x="28374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bg>
      <p:bgPr>
        <a:solidFill>
          <a:schemeClr val="lt2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/>
          <p:nvPr/>
        </p:nvSpPr>
        <p:spPr>
          <a:xfrm>
            <a:off x="-320825" y="-374325"/>
            <a:ext cx="2254819" cy="5579085"/>
          </a:xfrm>
          <a:custGeom>
            <a:rect b="b" l="l" r="r" t="t"/>
            <a:pathLst>
              <a:path extrusionOk="0" h="65590" w="28375">
                <a:moveTo>
                  <a:pt x="0" y="1"/>
                </a:moveTo>
                <a:lnTo>
                  <a:pt x="0" y="65590"/>
                </a:lnTo>
                <a:lnTo>
                  <a:pt x="2979" y="65590"/>
                </a:lnTo>
                <a:cubicBezTo>
                  <a:pt x="7151" y="61603"/>
                  <a:pt x="9082" y="55435"/>
                  <a:pt x="9408" y="49556"/>
                </a:cubicBezTo>
                <a:cubicBezTo>
                  <a:pt x="9790" y="42654"/>
                  <a:pt x="8384" y="35781"/>
                  <a:pt x="8177" y="28872"/>
                </a:cubicBezTo>
                <a:cubicBezTo>
                  <a:pt x="7970" y="21963"/>
                  <a:pt x="9188" y="14551"/>
                  <a:pt x="13902" y="9494"/>
                </a:cubicBezTo>
                <a:cubicBezTo>
                  <a:pt x="17131" y="6027"/>
                  <a:pt x="21883" y="4176"/>
                  <a:pt x="26608" y="4176"/>
                </a:cubicBezTo>
                <a:cubicBezTo>
                  <a:pt x="27198" y="4176"/>
                  <a:pt x="27788" y="4205"/>
                  <a:pt x="28374" y="4263"/>
                </a:cubicBezTo>
                <a:lnTo>
                  <a:pt x="28374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10"/>
          <p:cNvSpPr txBox="1"/>
          <p:nvPr>
            <p:ph type="title"/>
          </p:nvPr>
        </p:nvSpPr>
        <p:spPr>
          <a:xfrm>
            <a:off x="713225" y="539500"/>
            <a:ext cx="7717500" cy="47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Font typeface="Bevan"/>
              <a:buNone/>
              <a:defRPr>
                <a:latin typeface="Bevan"/>
                <a:ea typeface="Bevan"/>
                <a:cs typeface="Bevan"/>
                <a:sym typeface="Beva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lt2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1"/>
          <p:cNvSpPr txBox="1"/>
          <p:nvPr>
            <p:ph hasCustomPrompt="1" type="title"/>
          </p:nvPr>
        </p:nvSpPr>
        <p:spPr>
          <a:xfrm>
            <a:off x="713225" y="1733350"/>
            <a:ext cx="7717500" cy="134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0"/>
              <a:buFont typeface="Bevan"/>
              <a:buNone/>
              <a:defRPr sz="7000">
                <a:latin typeface="Bevan"/>
                <a:ea typeface="Bevan"/>
                <a:cs typeface="Bevan"/>
                <a:sym typeface="Bevan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5" name="Google Shape;55;p11"/>
          <p:cNvSpPr txBox="1"/>
          <p:nvPr>
            <p:ph idx="1" type="subTitle"/>
          </p:nvPr>
        </p:nvSpPr>
        <p:spPr>
          <a:xfrm>
            <a:off x="713225" y="2944250"/>
            <a:ext cx="7717500" cy="46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Dosis"/>
              <a:buNone/>
              <a:defRPr sz="1600">
                <a:latin typeface="Dosis"/>
                <a:ea typeface="Dosis"/>
                <a:cs typeface="Dosis"/>
                <a:sym typeface="Dosi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6" name="Google Shape;56;p11"/>
          <p:cNvSpPr/>
          <p:nvPr/>
        </p:nvSpPr>
        <p:spPr>
          <a:xfrm rot="5400000">
            <a:off x="3007486" y="-3643281"/>
            <a:ext cx="4059824" cy="9384453"/>
          </a:xfrm>
          <a:custGeom>
            <a:rect b="b" l="l" r="r" t="t"/>
            <a:pathLst>
              <a:path extrusionOk="0" h="65590" w="28375">
                <a:moveTo>
                  <a:pt x="0" y="1"/>
                </a:moveTo>
                <a:lnTo>
                  <a:pt x="0" y="65590"/>
                </a:lnTo>
                <a:lnTo>
                  <a:pt x="2979" y="65590"/>
                </a:lnTo>
                <a:cubicBezTo>
                  <a:pt x="7151" y="61603"/>
                  <a:pt x="9082" y="55435"/>
                  <a:pt x="9408" y="49556"/>
                </a:cubicBezTo>
                <a:cubicBezTo>
                  <a:pt x="9790" y="42654"/>
                  <a:pt x="8384" y="35781"/>
                  <a:pt x="8177" y="28872"/>
                </a:cubicBezTo>
                <a:cubicBezTo>
                  <a:pt x="7970" y="21963"/>
                  <a:pt x="9188" y="14551"/>
                  <a:pt x="13902" y="9494"/>
                </a:cubicBezTo>
                <a:cubicBezTo>
                  <a:pt x="17131" y="6027"/>
                  <a:pt x="21883" y="4176"/>
                  <a:pt x="26608" y="4176"/>
                </a:cubicBezTo>
                <a:cubicBezTo>
                  <a:pt x="27198" y="4176"/>
                  <a:pt x="27788" y="4205"/>
                  <a:pt x="28374" y="4263"/>
                </a:cubicBezTo>
                <a:lnTo>
                  <a:pt x="28374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1"/>
          <p:cNvSpPr/>
          <p:nvPr/>
        </p:nvSpPr>
        <p:spPr>
          <a:xfrm rot="5400000">
            <a:off x="3317621" y="-1261677"/>
            <a:ext cx="3818852" cy="10877606"/>
          </a:xfrm>
          <a:custGeom>
            <a:rect b="b" l="l" r="r" t="t"/>
            <a:pathLst>
              <a:path extrusionOk="0" h="65588" w="28704">
                <a:moveTo>
                  <a:pt x="0" y="0"/>
                </a:moveTo>
                <a:lnTo>
                  <a:pt x="0" y="5968"/>
                </a:lnTo>
                <a:cubicBezTo>
                  <a:pt x="2652" y="4653"/>
                  <a:pt x="5293" y="3317"/>
                  <a:pt x="8108" y="2424"/>
                </a:cubicBezTo>
                <a:cubicBezTo>
                  <a:pt x="10064" y="1804"/>
                  <a:pt x="12152" y="1419"/>
                  <a:pt x="14206" y="1419"/>
                </a:cubicBezTo>
                <a:cubicBezTo>
                  <a:pt x="16383" y="1419"/>
                  <a:pt x="18523" y="1851"/>
                  <a:pt x="20431" y="2892"/>
                </a:cubicBezTo>
                <a:cubicBezTo>
                  <a:pt x="23716" y="4683"/>
                  <a:pt x="25901" y="8086"/>
                  <a:pt x="26919" y="11687"/>
                </a:cubicBezTo>
                <a:cubicBezTo>
                  <a:pt x="28703" y="17997"/>
                  <a:pt x="27234" y="24777"/>
                  <a:pt x="24998" y="30942"/>
                </a:cubicBezTo>
                <a:cubicBezTo>
                  <a:pt x="22760" y="37106"/>
                  <a:pt x="19753" y="43029"/>
                  <a:pt x="18339" y="49433"/>
                </a:cubicBezTo>
                <a:cubicBezTo>
                  <a:pt x="17152" y="54808"/>
                  <a:pt x="17252" y="60766"/>
                  <a:pt x="19716" y="65588"/>
                </a:cubicBezTo>
                <a:lnTo>
                  <a:pt x="28374" y="65588"/>
                </a:lnTo>
                <a:lnTo>
                  <a:pt x="28374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8" name="Google Shape;58;p11"/>
          <p:cNvGrpSpPr/>
          <p:nvPr/>
        </p:nvGrpSpPr>
        <p:grpSpPr>
          <a:xfrm rot="-1120833">
            <a:off x="4291544" y="191468"/>
            <a:ext cx="1611654" cy="1243155"/>
            <a:chOff x="7260752" y="1813727"/>
            <a:chExt cx="1883250" cy="1452651"/>
          </a:xfrm>
        </p:grpSpPr>
        <p:grpSp>
          <p:nvGrpSpPr>
            <p:cNvPr id="59" name="Google Shape;59;p11"/>
            <p:cNvGrpSpPr/>
            <p:nvPr/>
          </p:nvGrpSpPr>
          <p:grpSpPr>
            <a:xfrm flipH="1">
              <a:off x="7616906" y="1813727"/>
              <a:ext cx="1527096" cy="1452651"/>
              <a:chOff x="-5" y="1702995"/>
              <a:chExt cx="1474031" cy="1402173"/>
            </a:xfrm>
          </p:grpSpPr>
          <p:sp>
            <p:nvSpPr>
              <p:cNvPr id="60" name="Google Shape;60;p11"/>
              <p:cNvSpPr/>
              <p:nvPr/>
            </p:nvSpPr>
            <p:spPr>
              <a:xfrm>
                <a:off x="-5" y="1702995"/>
                <a:ext cx="468941" cy="466142"/>
              </a:xfrm>
              <a:custGeom>
                <a:rect b="b" l="l" r="r" t="t"/>
                <a:pathLst>
                  <a:path extrusionOk="0" h="4662" w="4690">
                    <a:moveTo>
                      <a:pt x="163" y="1"/>
                    </a:moveTo>
                    <a:cubicBezTo>
                      <a:pt x="85" y="1"/>
                      <a:pt x="17" y="59"/>
                      <a:pt x="9" y="138"/>
                    </a:cubicBezTo>
                    <a:cubicBezTo>
                      <a:pt x="0" y="224"/>
                      <a:pt x="61" y="300"/>
                      <a:pt x="146" y="309"/>
                    </a:cubicBezTo>
                    <a:cubicBezTo>
                      <a:pt x="312" y="328"/>
                      <a:pt x="478" y="353"/>
                      <a:pt x="640" y="386"/>
                    </a:cubicBezTo>
                    <a:cubicBezTo>
                      <a:pt x="650" y="388"/>
                      <a:pt x="660" y="389"/>
                      <a:pt x="670" y="389"/>
                    </a:cubicBezTo>
                    <a:cubicBezTo>
                      <a:pt x="743" y="389"/>
                      <a:pt x="807" y="338"/>
                      <a:pt x="822" y="265"/>
                    </a:cubicBezTo>
                    <a:cubicBezTo>
                      <a:pt x="839" y="181"/>
                      <a:pt x="785" y="99"/>
                      <a:pt x="701" y="83"/>
                    </a:cubicBezTo>
                    <a:cubicBezTo>
                      <a:pt x="530" y="48"/>
                      <a:pt x="354" y="20"/>
                      <a:pt x="179" y="2"/>
                    </a:cubicBezTo>
                    <a:cubicBezTo>
                      <a:pt x="174" y="1"/>
                      <a:pt x="169" y="1"/>
                      <a:pt x="163" y="1"/>
                    </a:cubicBezTo>
                    <a:close/>
                    <a:moveTo>
                      <a:pt x="1168" y="206"/>
                    </a:moveTo>
                    <a:cubicBezTo>
                      <a:pt x="1102" y="206"/>
                      <a:pt x="1040" y="248"/>
                      <a:pt x="1020" y="315"/>
                    </a:cubicBezTo>
                    <a:cubicBezTo>
                      <a:pt x="995" y="396"/>
                      <a:pt x="1040" y="484"/>
                      <a:pt x="1123" y="508"/>
                    </a:cubicBezTo>
                    <a:cubicBezTo>
                      <a:pt x="1282" y="558"/>
                      <a:pt x="1439" y="615"/>
                      <a:pt x="1589" y="679"/>
                    </a:cubicBezTo>
                    <a:cubicBezTo>
                      <a:pt x="1610" y="686"/>
                      <a:pt x="1630" y="691"/>
                      <a:pt x="1651" y="691"/>
                    </a:cubicBezTo>
                    <a:cubicBezTo>
                      <a:pt x="1710" y="691"/>
                      <a:pt x="1767" y="656"/>
                      <a:pt x="1792" y="596"/>
                    </a:cubicBezTo>
                    <a:cubicBezTo>
                      <a:pt x="1825" y="517"/>
                      <a:pt x="1789" y="427"/>
                      <a:pt x="1710" y="393"/>
                    </a:cubicBezTo>
                    <a:cubicBezTo>
                      <a:pt x="1550" y="325"/>
                      <a:pt x="1383" y="265"/>
                      <a:pt x="1214" y="213"/>
                    </a:cubicBezTo>
                    <a:cubicBezTo>
                      <a:pt x="1199" y="208"/>
                      <a:pt x="1183" y="206"/>
                      <a:pt x="1168" y="206"/>
                    </a:cubicBezTo>
                    <a:close/>
                    <a:moveTo>
                      <a:pt x="2112" y="606"/>
                    </a:moveTo>
                    <a:cubicBezTo>
                      <a:pt x="2057" y="606"/>
                      <a:pt x="2004" y="634"/>
                      <a:pt x="1976" y="685"/>
                    </a:cubicBezTo>
                    <a:cubicBezTo>
                      <a:pt x="1935" y="759"/>
                      <a:pt x="1961" y="854"/>
                      <a:pt x="2035" y="896"/>
                    </a:cubicBezTo>
                    <a:cubicBezTo>
                      <a:pt x="2179" y="976"/>
                      <a:pt x="2321" y="1066"/>
                      <a:pt x="2453" y="1161"/>
                    </a:cubicBezTo>
                    <a:cubicBezTo>
                      <a:pt x="2481" y="1181"/>
                      <a:pt x="2512" y="1190"/>
                      <a:pt x="2544" y="1190"/>
                    </a:cubicBezTo>
                    <a:cubicBezTo>
                      <a:pt x="2592" y="1190"/>
                      <a:pt x="2638" y="1168"/>
                      <a:pt x="2669" y="1126"/>
                    </a:cubicBezTo>
                    <a:cubicBezTo>
                      <a:pt x="2720" y="1058"/>
                      <a:pt x="2704" y="960"/>
                      <a:pt x="2634" y="911"/>
                    </a:cubicBezTo>
                    <a:cubicBezTo>
                      <a:pt x="2493" y="809"/>
                      <a:pt x="2341" y="712"/>
                      <a:pt x="2187" y="625"/>
                    </a:cubicBezTo>
                    <a:cubicBezTo>
                      <a:pt x="2163" y="612"/>
                      <a:pt x="2137" y="606"/>
                      <a:pt x="2112" y="606"/>
                    </a:cubicBezTo>
                    <a:close/>
                    <a:moveTo>
                      <a:pt x="2941" y="1205"/>
                    </a:moveTo>
                    <a:cubicBezTo>
                      <a:pt x="2899" y="1205"/>
                      <a:pt x="2858" y="1222"/>
                      <a:pt x="2828" y="1256"/>
                    </a:cubicBezTo>
                    <a:cubicBezTo>
                      <a:pt x="2769" y="1318"/>
                      <a:pt x="2774" y="1416"/>
                      <a:pt x="2836" y="1474"/>
                    </a:cubicBezTo>
                    <a:cubicBezTo>
                      <a:pt x="2957" y="1585"/>
                      <a:pt x="3072" y="1704"/>
                      <a:pt x="3180" y="1828"/>
                    </a:cubicBezTo>
                    <a:cubicBezTo>
                      <a:pt x="3211" y="1863"/>
                      <a:pt x="3254" y="1882"/>
                      <a:pt x="3298" y="1882"/>
                    </a:cubicBezTo>
                    <a:cubicBezTo>
                      <a:pt x="3335" y="1882"/>
                      <a:pt x="3370" y="1870"/>
                      <a:pt x="3399" y="1844"/>
                    </a:cubicBezTo>
                    <a:cubicBezTo>
                      <a:pt x="3464" y="1789"/>
                      <a:pt x="3472" y="1691"/>
                      <a:pt x="3415" y="1626"/>
                    </a:cubicBezTo>
                    <a:cubicBezTo>
                      <a:pt x="3300" y="1492"/>
                      <a:pt x="3176" y="1365"/>
                      <a:pt x="3046" y="1246"/>
                    </a:cubicBezTo>
                    <a:cubicBezTo>
                      <a:pt x="3016" y="1218"/>
                      <a:pt x="2978" y="1205"/>
                      <a:pt x="2941" y="1205"/>
                    </a:cubicBezTo>
                    <a:close/>
                    <a:moveTo>
                      <a:pt x="3611" y="1979"/>
                    </a:moveTo>
                    <a:cubicBezTo>
                      <a:pt x="3581" y="1979"/>
                      <a:pt x="3550" y="1988"/>
                      <a:pt x="3523" y="2006"/>
                    </a:cubicBezTo>
                    <a:cubicBezTo>
                      <a:pt x="3453" y="2054"/>
                      <a:pt x="3435" y="2150"/>
                      <a:pt x="3483" y="2220"/>
                    </a:cubicBezTo>
                    <a:cubicBezTo>
                      <a:pt x="3575" y="2356"/>
                      <a:pt x="3662" y="2497"/>
                      <a:pt x="3741" y="2644"/>
                    </a:cubicBezTo>
                    <a:cubicBezTo>
                      <a:pt x="3769" y="2696"/>
                      <a:pt x="3823" y="2726"/>
                      <a:pt x="3878" y="2726"/>
                    </a:cubicBezTo>
                    <a:cubicBezTo>
                      <a:pt x="3903" y="2726"/>
                      <a:pt x="3927" y="2720"/>
                      <a:pt x="3951" y="2707"/>
                    </a:cubicBezTo>
                    <a:cubicBezTo>
                      <a:pt x="4027" y="2666"/>
                      <a:pt x="4054" y="2573"/>
                      <a:pt x="4013" y="2497"/>
                    </a:cubicBezTo>
                    <a:cubicBezTo>
                      <a:pt x="3929" y="2341"/>
                      <a:pt x="3836" y="2188"/>
                      <a:pt x="3738" y="2045"/>
                    </a:cubicBezTo>
                    <a:cubicBezTo>
                      <a:pt x="3708" y="2002"/>
                      <a:pt x="3660" y="1979"/>
                      <a:pt x="3611" y="1979"/>
                    </a:cubicBezTo>
                    <a:close/>
                    <a:moveTo>
                      <a:pt x="4099" y="2878"/>
                    </a:moveTo>
                    <a:cubicBezTo>
                      <a:pt x="4079" y="2878"/>
                      <a:pt x="4058" y="2882"/>
                      <a:pt x="4038" y="2890"/>
                    </a:cubicBezTo>
                    <a:cubicBezTo>
                      <a:pt x="3960" y="2924"/>
                      <a:pt x="3923" y="3014"/>
                      <a:pt x="3957" y="3093"/>
                    </a:cubicBezTo>
                    <a:cubicBezTo>
                      <a:pt x="4021" y="3243"/>
                      <a:pt x="4079" y="3400"/>
                      <a:pt x="4131" y="3560"/>
                    </a:cubicBezTo>
                    <a:cubicBezTo>
                      <a:pt x="4152" y="3626"/>
                      <a:pt x="4213" y="3668"/>
                      <a:pt x="4279" y="3668"/>
                    </a:cubicBezTo>
                    <a:cubicBezTo>
                      <a:pt x="4295" y="3668"/>
                      <a:pt x="4311" y="3665"/>
                      <a:pt x="4327" y="3659"/>
                    </a:cubicBezTo>
                    <a:cubicBezTo>
                      <a:pt x="4407" y="3633"/>
                      <a:pt x="4452" y="3546"/>
                      <a:pt x="4426" y="3464"/>
                    </a:cubicBezTo>
                    <a:cubicBezTo>
                      <a:pt x="4370" y="3295"/>
                      <a:pt x="4308" y="3131"/>
                      <a:pt x="4242" y="2972"/>
                    </a:cubicBezTo>
                    <a:cubicBezTo>
                      <a:pt x="4217" y="2913"/>
                      <a:pt x="4159" y="2878"/>
                      <a:pt x="4099" y="2878"/>
                    </a:cubicBezTo>
                    <a:close/>
                    <a:moveTo>
                      <a:pt x="4419" y="3851"/>
                    </a:moveTo>
                    <a:cubicBezTo>
                      <a:pt x="4407" y="3851"/>
                      <a:pt x="4394" y="3853"/>
                      <a:pt x="4382" y="3856"/>
                    </a:cubicBezTo>
                    <a:cubicBezTo>
                      <a:pt x="4299" y="3876"/>
                      <a:pt x="4248" y="3959"/>
                      <a:pt x="4268" y="4042"/>
                    </a:cubicBezTo>
                    <a:cubicBezTo>
                      <a:pt x="4306" y="4201"/>
                      <a:pt x="4341" y="4366"/>
                      <a:pt x="4370" y="4533"/>
                    </a:cubicBezTo>
                    <a:cubicBezTo>
                      <a:pt x="4383" y="4609"/>
                      <a:pt x="4449" y="4661"/>
                      <a:pt x="4522" y="4661"/>
                    </a:cubicBezTo>
                    <a:cubicBezTo>
                      <a:pt x="4532" y="4661"/>
                      <a:pt x="4541" y="4661"/>
                      <a:pt x="4550" y="4660"/>
                    </a:cubicBezTo>
                    <a:cubicBezTo>
                      <a:pt x="4634" y="4645"/>
                      <a:pt x="4689" y="4565"/>
                      <a:pt x="4675" y="4481"/>
                    </a:cubicBezTo>
                    <a:cubicBezTo>
                      <a:pt x="4644" y="4306"/>
                      <a:pt x="4609" y="4134"/>
                      <a:pt x="4568" y="3970"/>
                    </a:cubicBezTo>
                    <a:cubicBezTo>
                      <a:pt x="4551" y="3899"/>
                      <a:pt x="4488" y="3851"/>
                      <a:pt x="4419" y="385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" name="Google Shape;61;p11"/>
              <p:cNvSpPr/>
              <p:nvPr/>
            </p:nvSpPr>
            <p:spPr>
              <a:xfrm>
                <a:off x="468986" y="1926967"/>
                <a:ext cx="607624" cy="983977"/>
              </a:xfrm>
              <a:custGeom>
                <a:rect b="b" l="l" r="r" t="t"/>
                <a:pathLst>
                  <a:path extrusionOk="0" h="9841" w="6077">
                    <a:moveTo>
                      <a:pt x="2105" y="0"/>
                    </a:moveTo>
                    <a:cubicBezTo>
                      <a:pt x="2086" y="0"/>
                      <a:pt x="2067" y="0"/>
                      <a:pt x="2049" y="1"/>
                    </a:cubicBezTo>
                    <a:cubicBezTo>
                      <a:pt x="1963" y="4"/>
                      <a:pt x="1896" y="75"/>
                      <a:pt x="1899" y="161"/>
                    </a:cubicBezTo>
                    <a:cubicBezTo>
                      <a:pt x="1900" y="244"/>
                      <a:pt x="1969" y="311"/>
                      <a:pt x="2052" y="311"/>
                    </a:cubicBezTo>
                    <a:cubicBezTo>
                      <a:pt x="2054" y="311"/>
                      <a:pt x="2056" y="311"/>
                      <a:pt x="2057" y="311"/>
                    </a:cubicBezTo>
                    <a:cubicBezTo>
                      <a:pt x="2075" y="311"/>
                      <a:pt x="2093" y="310"/>
                      <a:pt x="2110" y="310"/>
                    </a:cubicBezTo>
                    <a:cubicBezTo>
                      <a:pt x="2257" y="310"/>
                      <a:pt x="2406" y="327"/>
                      <a:pt x="2553" y="358"/>
                    </a:cubicBezTo>
                    <a:cubicBezTo>
                      <a:pt x="2564" y="361"/>
                      <a:pt x="2575" y="362"/>
                      <a:pt x="2586" y="362"/>
                    </a:cubicBezTo>
                    <a:cubicBezTo>
                      <a:pt x="2658" y="362"/>
                      <a:pt x="2722" y="313"/>
                      <a:pt x="2738" y="241"/>
                    </a:cubicBezTo>
                    <a:cubicBezTo>
                      <a:pt x="2755" y="157"/>
                      <a:pt x="2703" y="75"/>
                      <a:pt x="2620" y="56"/>
                    </a:cubicBezTo>
                    <a:cubicBezTo>
                      <a:pt x="2449" y="18"/>
                      <a:pt x="2275" y="0"/>
                      <a:pt x="2105" y="0"/>
                    </a:cubicBezTo>
                    <a:close/>
                    <a:moveTo>
                      <a:pt x="1524" y="82"/>
                    </a:moveTo>
                    <a:cubicBezTo>
                      <a:pt x="1510" y="82"/>
                      <a:pt x="1496" y="84"/>
                      <a:pt x="1482" y="88"/>
                    </a:cubicBezTo>
                    <a:cubicBezTo>
                      <a:pt x="1306" y="138"/>
                      <a:pt x="1128" y="208"/>
                      <a:pt x="955" y="300"/>
                    </a:cubicBezTo>
                    <a:cubicBezTo>
                      <a:pt x="879" y="339"/>
                      <a:pt x="850" y="432"/>
                      <a:pt x="889" y="508"/>
                    </a:cubicBezTo>
                    <a:cubicBezTo>
                      <a:pt x="917" y="560"/>
                      <a:pt x="971" y="591"/>
                      <a:pt x="1026" y="591"/>
                    </a:cubicBezTo>
                    <a:cubicBezTo>
                      <a:pt x="1049" y="591"/>
                      <a:pt x="1074" y="585"/>
                      <a:pt x="1097" y="573"/>
                    </a:cubicBezTo>
                    <a:cubicBezTo>
                      <a:pt x="1252" y="493"/>
                      <a:pt x="1409" y="431"/>
                      <a:pt x="1565" y="387"/>
                    </a:cubicBezTo>
                    <a:cubicBezTo>
                      <a:pt x="1648" y="364"/>
                      <a:pt x="1696" y="278"/>
                      <a:pt x="1673" y="196"/>
                    </a:cubicBezTo>
                    <a:cubicBezTo>
                      <a:pt x="1654" y="127"/>
                      <a:pt x="1592" y="82"/>
                      <a:pt x="1524" y="82"/>
                    </a:cubicBezTo>
                    <a:close/>
                    <a:moveTo>
                      <a:pt x="3094" y="225"/>
                    </a:moveTo>
                    <a:cubicBezTo>
                      <a:pt x="3035" y="225"/>
                      <a:pt x="2979" y="258"/>
                      <a:pt x="2953" y="316"/>
                    </a:cubicBezTo>
                    <a:cubicBezTo>
                      <a:pt x="2917" y="393"/>
                      <a:pt x="2952" y="485"/>
                      <a:pt x="3029" y="519"/>
                    </a:cubicBezTo>
                    <a:cubicBezTo>
                      <a:pt x="3176" y="588"/>
                      <a:pt x="3325" y="672"/>
                      <a:pt x="3472" y="773"/>
                    </a:cubicBezTo>
                    <a:cubicBezTo>
                      <a:pt x="3500" y="790"/>
                      <a:pt x="3529" y="799"/>
                      <a:pt x="3559" y="799"/>
                    </a:cubicBezTo>
                    <a:cubicBezTo>
                      <a:pt x="3609" y="799"/>
                      <a:pt x="3657" y="776"/>
                      <a:pt x="3688" y="732"/>
                    </a:cubicBezTo>
                    <a:cubicBezTo>
                      <a:pt x="3736" y="661"/>
                      <a:pt x="3717" y="565"/>
                      <a:pt x="3647" y="517"/>
                    </a:cubicBezTo>
                    <a:cubicBezTo>
                      <a:pt x="3485" y="407"/>
                      <a:pt x="3320" y="314"/>
                      <a:pt x="3159" y="238"/>
                    </a:cubicBezTo>
                    <a:cubicBezTo>
                      <a:pt x="3138" y="229"/>
                      <a:pt x="3116" y="225"/>
                      <a:pt x="3094" y="225"/>
                    </a:cubicBezTo>
                    <a:close/>
                    <a:moveTo>
                      <a:pt x="574" y="570"/>
                    </a:moveTo>
                    <a:cubicBezTo>
                      <a:pt x="541" y="570"/>
                      <a:pt x="508" y="581"/>
                      <a:pt x="480" y="603"/>
                    </a:cubicBezTo>
                    <a:cubicBezTo>
                      <a:pt x="337" y="710"/>
                      <a:pt x="196" y="834"/>
                      <a:pt x="60" y="970"/>
                    </a:cubicBezTo>
                    <a:cubicBezTo>
                      <a:pt x="1" y="1031"/>
                      <a:pt x="1" y="1128"/>
                      <a:pt x="60" y="1188"/>
                    </a:cubicBezTo>
                    <a:cubicBezTo>
                      <a:pt x="91" y="1219"/>
                      <a:pt x="130" y="1233"/>
                      <a:pt x="171" y="1233"/>
                    </a:cubicBezTo>
                    <a:cubicBezTo>
                      <a:pt x="210" y="1233"/>
                      <a:pt x="250" y="1219"/>
                      <a:pt x="280" y="1188"/>
                    </a:cubicBezTo>
                    <a:cubicBezTo>
                      <a:pt x="404" y="1063"/>
                      <a:pt x="535" y="949"/>
                      <a:pt x="668" y="849"/>
                    </a:cubicBezTo>
                    <a:cubicBezTo>
                      <a:pt x="735" y="796"/>
                      <a:pt x="749" y="700"/>
                      <a:pt x="697" y="632"/>
                    </a:cubicBezTo>
                    <a:cubicBezTo>
                      <a:pt x="666" y="591"/>
                      <a:pt x="620" y="570"/>
                      <a:pt x="574" y="570"/>
                    </a:cubicBezTo>
                    <a:close/>
                    <a:moveTo>
                      <a:pt x="3982" y="821"/>
                    </a:moveTo>
                    <a:cubicBezTo>
                      <a:pt x="3939" y="821"/>
                      <a:pt x="3897" y="839"/>
                      <a:pt x="3867" y="872"/>
                    </a:cubicBezTo>
                    <a:cubicBezTo>
                      <a:pt x="3810" y="936"/>
                      <a:pt x="3814" y="1034"/>
                      <a:pt x="3878" y="1091"/>
                    </a:cubicBezTo>
                    <a:cubicBezTo>
                      <a:pt x="3998" y="1200"/>
                      <a:pt x="4114" y="1325"/>
                      <a:pt x="4224" y="1465"/>
                    </a:cubicBezTo>
                    <a:cubicBezTo>
                      <a:pt x="4254" y="1504"/>
                      <a:pt x="4299" y="1525"/>
                      <a:pt x="4346" y="1525"/>
                    </a:cubicBezTo>
                    <a:cubicBezTo>
                      <a:pt x="4379" y="1525"/>
                      <a:pt x="4413" y="1513"/>
                      <a:pt x="4441" y="1491"/>
                    </a:cubicBezTo>
                    <a:cubicBezTo>
                      <a:pt x="4508" y="1439"/>
                      <a:pt x="4521" y="1341"/>
                      <a:pt x="4467" y="1274"/>
                    </a:cubicBezTo>
                    <a:cubicBezTo>
                      <a:pt x="4347" y="1120"/>
                      <a:pt x="4218" y="981"/>
                      <a:pt x="4085" y="862"/>
                    </a:cubicBezTo>
                    <a:cubicBezTo>
                      <a:pt x="4056" y="835"/>
                      <a:pt x="4019" y="821"/>
                      <a:pt x="3982" y="821"/>
                    </a:cubicBezTo>
                    <a:close/>
                    <a:moveTo>
                      <a:pt x="4647" y="1658"/>
                    </a:moveTo>
                    <a:cubicBezTo>
                      <a:pt x="4620" y="1658"/>
                      <a:pt x="4593" y="1665"/>
                      <a:pt x="4569" y="1679"/>
                    </a:cubicBezTo>
                    <a:cubicBezTo>
                      <a:pt x="4495" y="1723"/>
                      <a:pt x="4470" y="1817"/>
                      <a:pt x="4513" y="1892"/>
                    </a:cubicBezTo>
                    <a:cubicBezTo>
                      <a:pt x="4598" y="2034"/>
                      <a:pt x="4678" y="2190"/>
                      <a:pt x="4755" y="2353"/>
                    </a:cubicBezTo>
                    <a:cubicBezTo>
                      <a:pt x="4781" y="2410"/>
                      <a:pt x="4837" y="2444"/>
                      <a:pt x="4895" y="2444"/>
                    </a:cubicBezTo>
                    <a:cubicBezTo>
                      <a:pt x="4917" y="2444"/>
                      <a:pt x="4939" y="2439"/>
                      <a:pt x="4961" y="2429"/>
                    </a:cubicBezTo>
                    <a:cubicBezTo>
                      <a:pt x="5038" y="2393"/>
                      <a:pt x="5071" y="2301"/>
                      <a:pt x="5035" y="2224"/>
                    </a:cubicBezTo>
                    <a:cubicBezTo>
                      <a:pt x="4955" y="2050"/>
                      <a:pt x="4869" y="1886"/>
                      <a:pt x="4780" y="1734"/>
                    </a:cubicBezTo>
                    <a:cubicBezTo>
                      <a:pt x="4751" y="1685"/>
                      <a:pt x="4699" y="1658"/>
                      <a:pt x="4647" y="1658"/>
                    </a:cubicBezTo>
                    <a:close/>
                    <a:moveTo>
                      <a:pt x="5101" y="2630"/>
                    </a:moveTo>
                    <a:cubicBezTo>
                      <a:pt x="5083" y="2630"/>
                      <a:pt x="5065" y="2634"/>
                      <a:pt x="5047" y="2640"/>
                    </a:cubicBezTo>
                    <a:cubicBezTo>
                      <a:pt x="4966" y="2670"/>
                      <a:pt x="4926" y="2758"/>
                      <a:pt x="4955" y="2839"/>
                    </a:cubicBezTo>
                    <a:cubicBezTo>
                      <a:pt x="5015" y="2997"/>
                      <a:pt x="5070" y="3165"/>
                      <a:pt x="5124" y="3340"/>
                    </a:cubicBezTo>
                    <a:cubicBezTo>
                      <a:pt x="5144" y="3407"/>
                      <a:pt x="5205" y="3449"/>
                      <a:pt x="5271" y="3449"/>
                    </a:cubicBezTo>
                    <a:cubicBezTo>
                      <a:pt x="5286" y="3449"/>
                      <a:pt x="5302" y="3447"/>
                      <a:pt x="5316" y="3443"/>
                    </a:cubicBezTo>
                    <a:cubicBezTo>
                      <a:pt x="5398" y="3418"/>
                      <a:pt x="5444" y="3331"/>
                      <a:pt x="5420" y="3249"/>
                    </a:cubicBezTo>
                    <a:cubicBezTo>
                      <a:pt x="5366" y="3070"/>
                      <a:pt x="5307" y="2895"/>
                      <a:pt x="5246" y="2731"/>
                    </a:cubicBezTo>
                    <a:cubicBezTo>
                      <a:pt x="5222" y="2669"/>
                      <a:pt x="5164" y="2630"/>
                      <a:pt x="5101" y="2630"/>
                    </a:cubicBezTo>
                    <a:close/>
                    <a:moveTo>
                      <a:pt x="5415" y="3658"/>
                    </a:moveTo>
                    <a:cubicBezTo>
                      <a:pt x="5402" y="3658"/>
                      <a:pt x="5389" y="3660"/>
                      <a:pt x="5376" y="3663"/>
                    </a:cubicBezTo>
                    <a:cubicBezTo>
                      <a:pt x="5293" y="3683"/>
                      <a:pt x="5243" y="3766"/>
                      <a:pt x="5264" y="3849"/>
                    </a:cubicBezTo>
                    <a:cubicBezTo>
                      <a:pt x="5304" y="4016"/>
                      <a:pt x="5344" y="4190"/>
                      <a:pt x="5380" y="4368"/>
                    </a:cubicBezTo>
                    <a:cubicBezTo>
                      <a:pt x="5395" y="4441"/>
                      <a:pt x="5460" y="4492"/>
                      <a:pt x="5532" y="4492"/>
                    </a:cubicBezTo>
                    <a:cubicBezTo>
                      <a:pt x="5542" y="4492"/>
                      <a:pt x="5552" y="4490"/>
                      <a:pt x="5562" y="4488"/>
                    </a:cubicBezTo>
                    <a:cubicBezTo>
                      <a:pt x="5647" y="4471"/>
                      <a:pt x="5701" y="4390"/>
                      <a:pt x="5683" y="4305"/>
                    </a:cubicBezTo>
                    <a:cubicBezTo>
                      <a:pt x="5647" y="4123"/>
                      <a:pt x="5606" y="3946"/>
                      <a:pt x="5564" y="3775"/>
                    </a:cubicBezTo>
                    <a:cubicBezTo>
                      <a:pt x="5547" y="3705"/>
                      <a:pt x="5484" y="3658"/>
                      <a:pt x="5415" y="3658"/>
                    </a:cubicBezTo>
                    <a:close/>
                    <a:moveTo>
                      <a:pt x="5629" y="4710"/>
                    </a:moveTo>
                    <a:cubicBezTo>
                      <a:pt x="5621" y="4710"/>
                      <a:pt x="5613" y="4711"/>
                      <a:pt x="5605" y="4712"/>
                    </a:cubicBezTo>
                    <a:cubicBezTo>
                      <a:pt x="5520" y="4726"/>
                      <a:pt x="5463" y="4807"/>
                      <a:pt x="5478" y="4891"/>
                    </a:cubicBezTo>
                    <a:cubicBezTo>
                      <a:pt x="5505" y="5061"/>
                      <a:pt x="5533" y="5238"/>
                      <a:pt x="5556" y="5417"/>
                    </a:cubicBezTo>
                    <a:cubicBezTo>
                      <a:pt x="5568" y="5496"/>
                      <a:pt x="5634" y="5551"/>
                      <a:pt x="5711" y="5551"/>
                    </a:cubicBezTo>
                    <a:cubicBezTo>
                      <a:pt x="5717" y="5551"/>
                      <a:pt x="5724" y="5551"/>
                      <a:pt x="5731" y="5549"/>
                    </a:cubicBezTo>
                    <a:cubicBezTo>
                      <a:pt x="5816" y="5538"/>
                      <a:pt x="5875" y="5461"/>
                      <a:pt x="5864" y="5376"/>
                    </a:cubicBezTo>
                    <a:cubicBezTo>
                      <a:pt x="5839" y="5194"/>
                      <a:pt x="5811" y="5013"/>
                      <a:pt x="5782" y="4840"/>
                    </a:cubicBezTo>
                    <a:cubicBezTo>
                      <a:pt x="5769" y="4764"/>
                      <a:pt x="5704" y="4710"/>
                      <a:pt x="5629" y="4710"/>
                    </a:cubicBezTo>
                    <a:close/>
                    <a:moveTo>
                      <a:pt x="5777" y="5776"/>
                    </a:moveTo>
                    <a:cubicBezTo>
                      <a:pt x="5771" y="5776"/>
                      <a:pt x="5765" y="5776"/>
                      <a:pt x="5759" y="5777"/>
                    </a:cubicBezTo>
                    <a:cubicBezTo>
                      <a:pt x="5674" y="5785"/>
                      <a:pt x="5612" y="5861"/>
                      <a:pt x="5622" y="5947"/>
                    </a:cubicBezTo>
                    <a:cubicBezTo>
                      <a:pt x="5641" y="6119"/>
                      <a:pt x="5658" y="6298"/>
                      <a:pt x="5673" y="6477"/>
                    </a:cubicBezTo>
                    <a:cubicBezTo>
                      <a:pt x="5680" y="6559"/>
                      <a:pt x="5747" y="6620"/>
                      <a:pt x="5827" y="6620"/>
                    </a:cubicBezTo>
                    <a:cubicBezTo>
                      <a:pt x="5832" y="6620"/>
                      <a:pt x="5836" y="6620"/>
                      <a:pt x="5841" y="6619"/>
                    </a:cubicBezTo>
                    <a:cubicBezTo>
                      <a:pt x="5925" y="6611"/>
                      <a:pt x="5989" y="6537"/>
                      <a:pt x="5982" y="6451"/>
                    </a:cubicBezTo>
                    <a:cubicBezTo>
                      <a:pt x="5966" y="6269"/>
                      <a:pt x="5948" y="6088"/>
                      <a:pt x="5929" y="5914"/>
                    </a:cubicBezTo>
                    <a:cubicBezTo>
                      <a:pt x="5921" y="5834"/>
                      <a:pt x="5854" y="5776"/>
                      <a:pt x="5777" y="5776"/>
                    </a:cubicBezTo>
                    <a:close/>
                    <a:moveTo>
                      <a:pt x="5865" y="6846"/>
                    </a:moveTo>
                    <a:cubicBezTo>
                      <a:pt x="5862" y="6846"/>
                      <a:pt x="5859" y="6846"/>
                      <a:pt x="5857" y="6846"/>
                    </a:cubicBezTo>
                    <a:cubicBezTo>
                      <a:pt x="5772" y="6852"/>
                      <a:pt x="5706" y="6925"/>
                      <a:pt x="5712" y="7011"/>
                    </a:cubicBezTo>
                    <a:cubicBezTo>
                      <a:pt x="5723" y="7185"/>
                      <a:pt x="5733" y="7364"/>
                      <a:pt x="5740" y="7544"/>
                    </a:cubicBezTo>
                    <a:cubicBezTo>
                      <a:pt x="5744" y="7628"/>
                      <a:pt x="5813" y="7692"/>
                      <a:pt x="5894" y="7692"/>
                    </a:cubicBezTo>
                    <a:lnTo>
                      <a:pt x="5902" y="7692"/>
                    </a:lnTo>
                    <a:cubicBezTo>
                      <a:pt x="5988" y="7688"/>
                      <a:pt x="6053" y="7616"/>
                      <a:pt x="6050" y="7531"/>
                    </a:cubicBezTo>
                    <a:cubicBezTo>
                      <a:pt x="6042" y="7350"/>
                      <a:pt x="6033" y="7168"/>
                      <a:pt x="6021" y="6992"/>
                    </a:cubicBezTo>
                    <a:cubicBezTo>
                      <a:pt x="6016" y="6908"/>
                      <a:pt x="5947" y="6846"/>
                      <a:pt x="5865" y="6846"/>
                    </a:cubicBezTo>
                    <a:close/>
                    <a:moveTo>
                      <a:pt x="5912" y="7919"/>
                    </a:moveTo>
                    <a:cubicBezTo>
                      <a:pt x="5911" y="7919"/>
                      <a:pt x="5910" y="7919"/>
                      <a:pt x="5909" y="7919"/>
                    </a:cubicBezTo>
                    <a:cubicBezTo>
                      <a:pt x="5823" y="7922"/>
                      <a:pt x="5756" y="7992"/>
                      <a:pt x="5757" y="8078"/>
                    </a:cubicBezTo>
                    <a:cubicBezTo>
                      <a:pt x="5762" y="8255"/>
                      <a:pt x="5765" y="8435"/>
                      <a:pt x="5766" y="8613"/>
                    </a:cubicBezTo>
                    <a:cubicBezTo>
                      <a:pt x="5766" y="8699"/>
                      <a:pt x="5836" y="8767"/>
                      <a:pt x="5921" y="8767"/>
                    </a:cubicBezTo>
                    <a:lnTo>
                      <a:pt x="5922" y="8767"/>
                    </a:lnTo>
                    <a:cubicBezTo>
                      <a:pt x="6008" y="8766"/>
                      <a:pt x="6076" y="8696"/>
                      <a:pt x="6075" y="8611"/>
                    </a:cubicBezTo>
                    <a:cubicBezTo>
                      <a:pt x="6075" y="8431"/>
                      <a:pt x="6072" y="8249"/>
                      <a:pt x="6068" y="8071"/>
                    </a:cubicBezTo>
                    <a:cubicBezTo>
                      <a:pt x="6065" y="7986"/>
                      <a:pt x="5996" y="7919"/>
                      <a:pt x="5912" y="7919"/>
                    </a:cubicBezTo>
                    <a:close/>
                    <a:moveTo>
                      <a:pt x="5922" y="8995"/>
                    </a:moveTo>
                    <a:cubicBezTo>
                      <a:pt x="5836" y="8995"/>
                      <a:pt x="5766" y="9063"/>
                      <a:pt x="5765" y="9147"/>
                    </a:cubicBezTo>
                    <a:cubicBezTo>
                      <a:pt x="5763" y="9327"/>
                      <a:pt x="5760" y="9507"/>
                      <a:pt x="5755" y="9682"/>
                    </a:cubicBezTo>
                    <a:cubicBezTo>
                      <a:pt x="5752" y="9767"/>
                      <a:pt x="5820" y="9839"/>
                      <a:pt x="5905" y="9841"/>
                    </a:cubicBezTo>
                    <a:lnTo>
                      <a:pt x="5909" y="9841"/>
                    </a:lnTo>
                    <a:cubicBezTo>
                      <a:pt x="5993" y="9841"/>
                      <a:pt x="6062" y="9775"/>
                      <a:pt x="6065" y="9691"/>
                    </a:cubicBezTo>
                    <a:cubicBezTo>
                      <a:pt x="6069" y="9513"/>
                      <a:pt x="6072" y="9332"/>
                      <a:pt x="6075" y="9150"/>
                    </a:cubicBezTo>
                    <a:cubicBezTo>
                      <a:pt x="6075" y="9066"/>
                      <a:pt x="6007" y="8996"/>
                      <a:pt x="5922" y="8995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" name="Google Shape;62;p11"/>
              <p:cNvSpPr/>
              <p:nvPr/>
            </p:nvSpPr>
            <p:spPr>
              <a:xfrm>
                <a:off x="1131965" y="2850148"/>
                <a:ext cx="211574" cy="158680"/>
              </a:xfrm>
              <a:custGeom>
                <a:rect b="b" l="l" r="r" t="t"/>
                <a:pathLst>
                  <a:path extrusionOk="0" h="1587" w="2116">
                    <a:moveTo>
                      <a:pt x="648" y="0"/>
                    </a:moveTo>
                    <a:cubicBezTo>
                      <a:pt x="647" y="0"/>
                      <a:pt x="646" y="0"/>
                      <a:pt x="645" y="0"/>
                    </a:cubicBezTo>
                    <a:cubicBezTo>
                      <a:pt x="475" y="3"/>
                      <a:pt x="297" y="42"/>
                      <a:pt x="115" y="118"/>
                    </a:cubicBezTo>
                    <a:cubicBezTo>
                      <a:pt x="36" y="150"/>
                      <a:pt x="0" y="242"/>
                      <a:pt x="32" y="321"/>
                    </a:cubicBezTo>
                    <a:cubicBezTo>
                      <a:pt x="57" y="380"/>
                      <a:pt x="115" y="415"/>
                      <a:pt x="175" y="415"/>
                    </a:cubicBezTo>
                    <a:cubicBezTo>
                      <a:pt x="195" y="415"/>
                      <a:pt x="216" y="412"/>
                      <a:pt x="235" y="404"/>
                    </a:cubicBezTo>
                    <a:cubicBezTo>
                      <a:pt x="379" y="344"/>
                      <a:pt x="519" y="312"/>
                      <a:pt x="650" y="309"/>
                    </a:cubicBezTo>
                    <a:cubicBezTo>
                      <a:pt x="736" y="309"/>
                      <a:pt x="804" y="238"/>
                      <a:pt x="803" y="153"/>
                    </a:cubicBezTo>
                    <a:cubicBezTo>
                      <a:pt x="801" y="68"/>
                      <a:pt x="731" y="0"/>
                      <a:pt x="648" y="0"/>
                    </a:cubicBezTo>
                    <a:close/>
                    <a:moveTo>
                      <a:pt x="1117" y="112"/>
                    </a:moveTo>
                    <a:cubicBezTo>
                      <a:pt x="1061" y="112"/>
                      <a:pt x="1006" y="142"/>
                      <a:pt x="979" y="195"/>
                    </a:cubicBezTo>
                    <a:cubicBezTo>
                      <a:pt x="938" y="270"/>
                      <a:pt x="967" y="364"/>
                      <a:pt x="1043" y="404"/>
                    </a:cubicBezTo>
                    <a:cubicBezTo>
                      <a:pt x="1158" y="465"/>
                      <a:pt x="1267" y="557"/>
                      <a:pt x="1368" y="676"/>
                    </a:cubicBezTo>
                    <a:cubicBezTo>
                      <a:pt x="1398" y="713"/>
                      <a:pt x="1442" y="731"/>
                      <a:pt x="1486" y="731"/>
                    </a:cubicBezTo>
                    <a:cubicBezTo>
                      <a:pt x="1521" y="731"/>
                      <a:pt x="1556" y="720"/>
                      <a:pt x="1585" y="696"/>
                    </a:cubicBezTo>
                    <a:cubicBezTo>
                      <a:pt x="1650" y="641"/>
                      <a:pt x="1659" y="544"/>
                      <a:pt x="1605" y="478"/>
                    </a:cubicBezTo>
                    <a:cubicBezTo>
                      <a:pt x="1479" y="326"/>
                      <a:pt x="1339" y="210"/>
                      <a:pt x="1187" y="130"/>
                    </a:cubicBezTo>
                    <a:cubicBezTo>
                      <a:pt x="1165" y="118"/>
                      <a:pt x="1141" y="112"/>
                      <a:pt x="1117" y="112"/>
                    </a:cubicBezTo>
                    <a:close/>
                    <a:moveTo>
                      <a:pt x="1750" y="829"/>
                    </a:moveTo>
                    <a:cubicBezTo>
                      <a:pt x="1726" y="829"/>
                      <a:pt x="1702" y="835"/>
                      <a:pt x="1680" y="847"/>
                    </a:cubicBezTo>
                    <a:cubicBezTo>
                      <a:pt x="1604" y="886"/>
                      <a:pt x="1573" y="979"/>
                      <a:pt x="1613" y="1055"/>
                    </a:cubicBezTo>
                    <a:cubicBezTo>
                      <a:pt x="1677" y="1182"/>
                      <a:pt x="1738" y="1326"/>
                      <a:pt x="1795" y="1483"/>
                    </a:cubicBezTo>
                    <a:cubicBezTo>
                      <a:pt x="1817" y="1547"/>
                      <a:pt x="1876" y="1587"/>
                      <a:pt x="1940" y="1587"/>
                    </a:cubicBezTo>
                    <a:cubicBezTo>
                      <a:pt x="1958" y="1587"/>
                      <a:pt x="1975" y="1584"/>
                      <a:pt x="1991" y="1578"/>
                    </a:cubicBezTo>
                    <a:cubicBezTo>
                      <a:pt x="2073" y="1549"/>
                      <a:pt x="2115" y="1461"/>
                      <a:pt x="2086" y="1380"/>
                    </a:cubicBezTo>
                    <a:cubicBezTo>
                      <a:pt x="2026" y="1209"/>
                      <a:pt x="1959" y="1053"/>
                      <a:pt x="1888" y="914"/>
                    </a:cubicBezTo>
                    <a:cubicBezTo>
                      <a:pt x="1860" y="860"/>
                      <a:pt x="1806" y="829"/>
                      <a:pt x="1750" y="829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" name="Google Shape;63;p11"/>
              <p:cNvSpPr/>
              <p:nvPr/>
            </p:nvSpPr>
            <p:spPr>
              <a:xfrm>
                <a:off x="1343542" y="2947887"/>
                <a:ext cx="130484" cy="157280"/>
              </a:xfrm>
              <a:custGeom>
                <a:rect b="b" l="l" r="r" t="t"/>
                <a:pathLst>
                  <a:path extrusionOk="0" h="1573" w="1305">
                    <a:moveTo>
                      <a:pt x="1127" y="1"/>
                    </a:moveTo>
                    <a:cubicBezTo>
                      <a:pt x="1098" y="1"/>
                      <a:pt x="1068" y="9"/>
                      <a:pt x="1042" y="26"/>
                    </a:cubicBezTo>
                    <a:cubicBezTo>
                      <a:pt x="891" y="128"/>
                      <a:pt x="746" y="257"/>
                      <a:pt x="614" y="407"/>
                    </a:cubicBezTo>
                    <a:cubicBezTo>
                      <a:pt x="557" y="471"/>
                      <a:pt x="563" y="568"/>
                      <a:pt x="627" y="625"/>
                    </a:cubicBezTo>
                    <a:cubicBezTo>
                      <a:pt x="656" y="651"/>
                      <a:pt x="693" y="665"/>
                      <a:pt x="729" y="665"/>
                    </a:cubicBezTo>
                    <a:cubicBezTo>
                      <a:pt x="773" y="665"/>
                      <a:pt x="815" y="646"/>
                      <a:pt x="845" y="612"/>
                    </a:cubicBezTo>
                    <a:cubicBezTo>
                      <a:pt x="961" y="481"/>
                      <a:pt x="1086" y="372"/>
                      <a:pt x="1214" y="284"/>
                    </a:cubicBezTo>
                    <a:cubicBezTo>
                      <a:pt x="1285" y="236"/>
                      <a:pt x="1304" y="140"/>
                      <a:pt x="1256" y="69"/>
                    </a:cubicBezTo>
                    <a:cubicBezTo>
                      <a:pt x="1226" y="25"/>
                      <a:pt x="1177" y="1"/>
                      <a:pt x="1127" y="1"/>
                    </a:cubicBezTo>
                    <a:close/>
                    <a:moveTo>
                      <a:pt x="417" y="787"/>
                    </a:moveTo>
                    <a:cubicBezTo>
                      <a:pt x="365" y="787"/>
                      <a:pt x="314" y="814"/>
                      <a:pt x="285" y="863"/>
                    </a:cubicBezTo>
                    <a:cubicBezTo>
                      <a:pt x="193" y="1014"/>
                      <a:pt x="108" y="1180"/>
                      <a:pt x="34" y="1358"/>
                    </a:cubicBezTo>
                    <a:cubicBezTo>
                      <a:pt x="1" y="1435"/>
                      <a:pt x="37" y="1527"/>
                      <a:pt x="116" y="1560"/>
                    </a:cubicBezTo>
                    <a:cubicBezTo>
                      <a:pt x="135" y="1569"/>
                      <a:pt x="155" y="1572"/>
                      <a:pt x="175" y="1572"/>
                    </a:cubicBezTo>
                    <a:cubicBezTo>
                      <a:pt x="237" y="1572"/>
                      <a:pt x="293" y="1537"/>
                      <a:pt x="318" y="1479"/>
                    </a:cubicBezTo>
                    <a:cubicBezTo>
                      <a:pt x="388" y="1314"/>
                      <a:pt x="467" y="1161"/>
                      <a:pt x="550" y="1021"/>
                    </a:cubicBezTo>
                    <a:cubicBezTo>
                      <a:pt x="593" y="947"/>
                      <a:pt x="570" y="852"/>
                      <a:pt x="497" y="809"/>
                    </a:cubicBezTo>
                    <a:cubicBezTo>
                      <a:pt x="472" y="794"/>
                      <a:pt x="444" y="787"/>
                      <a:pt x="417" y="787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64" name="Google Shape;64;p11"/>
            <p:cNvSpPr/>
            <p:nvPr/>
          </p:nvSpPr>
          <p:spPr>
            <a:xfrm>
              <a:off x="7260752" y="2708950"/>
              <a:ext cx="356100" cy="3561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225" y="539525"/>
            <a:ext cx="7717500" cy="47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Bevan"/>
              <a:buNone/>
              <a:defRPr sz="2800">
                <a:solidFill>
                  <a:schemeClr val="dk2"/>
                </a:solidFill>
                <a:latin typeface="Bevan"/>
                <a:ea typeface="Bevan"/>
                <a:cs typeface="Bevan"/>
                <a:sym typeface="Bevan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250" y="118302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Dosis"/>
              <a:buChar char="●"/>
              <a:defRPr sz="1800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osis"/>
              <a:buChar char="○"/>
              <a:defRPr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osis"/>
              <a:buChar char="■"/>
              <a:defRPr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osis"/>
              <a:buChar char="●"/>
              <a:defRPr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osis"/>
              <a:buChar char="○"/>
              <a:defRPr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osis"/>
              <a:buChar char="■"/>
              <a:defRPr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osis"/>
              <a:buChar char="●"/>
              <a:defRPr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osis"/>
              <a:buChar char="○"/>
              <a:defRPr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Dosis"/>
              <a:buChar char="■"/>
              <a:defRPr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gif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gif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jpg"/><Relationship Id="rId4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gif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3"/>
          <p:cNvSpPr/>
          <p:nvPr/>
        </p:nvSpPr>
        <p:spPr>
          <a:xfrm>
            <a:off x="3505650" y="1867725"/>
            <a:ext cx="5116216" cy="854353"/>
          </a:xfrm>
          <a:custGeom>
            <a:rect b="b" l="l" r="r" t="t"/>
            <a:pathLst>
              <a:path extrusionOk="0" h="2907" w="12767">
                <a:moveTo>
                  <a:pt x="0" y="1"/>
                </a:moveTo>
                <a:lnTo>
                  <a:pt x="739" y="1454"/>
                </a:lnTo>
                <a:lnTo>
                  <a:pt x="0" y="2907"/>
                </a:lnTo>
                <a:lnTo>
                  <a:pt x="12767" y="2907"/>
                </a:lnTo>
                <a:lnTo>
                  <a:pt x="12030" y="1454"/>
                </a:lnTo>
                <a:lnTo>
                  <a:pt x="12767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3"/>
          <p:cNvSpPr txBox="1"/>
          <p:nvPr>
            <p:ph type="ctrTitle"/>
          </p:nvPr>
        </p:nvSpPr>
        <p:spPr>
          <a:xfrm>
            <a:off x="1692038" y="1027550"/>
            <a:ext cx="6715800" cy="253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NBA </a:t>
            </a:r>
            <a:r>
              <a:rPr lang="en"/>
              <a:t>Lineup</a:t>
            </a:r>
            <a:r>
              <a:rPr lang="en"/>
              <a:t> Prediction</a:t>
            </a:r>
            <a:endParaRPr/>
          </a:p>
        </p:txBody>
      </p:sp>
      <p:sp>
        <p:nvSpPr>
          <p:cNvPr id="72" name="Google Shape;72;p13"/>
          <p:cNvSpPr txBox="1"/>
          <p:nvPr>
            <p:ph idx="1" type="subTitle"/>
          </p:nvPr>
        </p:nvSpPr>
        <p:spPr>
          <a:xfrm>
            <a:off x="2541050" y="3575688"/>
            <a:ext cx="5866800" cy="512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Group 24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By: Rishab, Faisal, Saieashan 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3" name="Google Shape;73;p13"/>
          <p:cNvGrpSpPr/>
          <p:nvPr/>
        </p:nvGrpSpPr>
        <p:grpSpPr>
          <a:xfrm>
            <a:off x="671754" y="711317"/>
            <a:ext cx="1654393" cy="3167179"/>
            <a:chOff x="5706925" y="1649570"/>
            <a:chExt cx="1510309" cy="2891345"/>
          </a:xfrm>
        </p:grpSpPr>
        <p:sp>
          <p:nvSpPr>
            <p:cNvPr id="74" name="Google Shape;74;p13"/>
            <p:cNvSpPr/>
            <p:nvPr/>
          </p:nvSpPr>
          <p:spPr>
            <a:xfrm>
              <a:off x="5706925" y="3376315"/>
              <a:ext cx="248700" cy="1164600"/>
            </a:xfrm>
            <a:prstGeom prst="rect">
              <a:avLst/>
            </a:prstGeom>
            <a:solidFill>
              <a:srgbClr val="3A1C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75" name="Google Shape;75;p13"/>
            <p:cNvGrpSpPr/>
            <p:nvPr/>
          </p:nvGrpSpPr>
          <p:grpSpPr>
            <a:xfrm>
              <a:off x="5706935" y="1649570"/>
              <a:ext cx="1510299" cy="2348918"/>
              <a:chOff x="5706935" y="1649570"/>
              <a:chExt cx="1510299" cy="2348918"/>
            </a:xfrm>
          </p:grpSpPr>
          <p:grpSp>
            <p:nvGrpSpPr>
              <p:cNvPr id="76" name="Google Shape;76;p13"/>
              <p:cNvGrpSpPr/>
              <p:nvPr/>
            </p:nvGrpSpPr>
            <p:grpSpPr>
              <a:xfrm>
                <a:off x="5706935" y="1649570"/>
                <a:ext cx="1510299" cy="2348918"/>
                <a:chOff x="6986238" y="3112350"/>
                <a:chExt cx="346725" cy="539225"/>
              </a:xfrm>
            </p:grpSpPr>
            <p:sp>
              <p:nvSpPr>
                <p:cNvPr id="77" name="Google Shape;77;p13"/>
                <p:cNvSpPr/>
                <p:nvPr/>
              </p:nvSpPr>
              <p:spPr>
                <a:xfrm>
                  <a:off x="7041013" y="3112350"/>
                  <a:ext cx="268575" cy="264275"/>
                </a:xfrm>
                <a:custGeom>
                  <a:rect b="b" l="l" r="r" t="t"/>
                  <a:pathLst>
                    <a:path extrusionOk="0" h="10571" w="10743">
                      <a:moveTo>
                        <a:pt x="416" y="1"/>
                      </a:moveTo>
                      <a:lnTo>
                        <a:pt x="0" y="8148"/>
                      </a:lnTo>
                      <a:lnTo>
                        <a:pt x="10497" y="10570"/>
                      </a:lnTo>
                      <a:lnTo>
                        <a:pt x="10742" y="3817"/>
                      </a:lnTo>
                      <a:lnTo>
                        <a:pt x="416" y="1"/>
                      </a:lnTo>
                      <a:close/>
                    </a:path>
                  </a:pathLst>
                </a:custGeom>
                <a:solidFill>
                  <a:srgbClr val="3A1C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8" name="Google Shape;78;p13"/>
                <p:cNvSpPr/>
                <p:nvPr/>
              </p:nvSpPr>
              <p:spPr>
                <a:xfrm>
                  <a:off x="7052638" y="3133150"/>
                  <a:ext cx="244075" cy="231225"/>
                </a:xfrm>
                <a:custGeom>
                  <a:rect b="b" l="l" r="r" t="t"/>
                  <a:pathLst>
                    <a:path extrusionOk="0" h="9249" w="9763">
                      <a:moveTo>
                        <a:pt x="514" y="0"/>
                      </a:moveTo>
                      <a:lnTo>
                        <a:pt x="0" y="6826"/>
                      </a:lnTo>
                      <a:lnTo>
                        <a:pt x="9543" y="9249"/>
                      </a:lnTo>
                      <a:lnTo>
                        <a:pt x="9763" y="3279"/>
                      </a:lnTo>
                      <a:lnTo>
                        <a:pt x="514" y="0"/>
                      </a:lnTo>
                      <a:close/>
                    </a:path>
                  </a:pathLst>
                </a:custGeom>
                <a:solidFill>
                  <a:srgbClr val="54386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9" name="Google Shape;79;p13"/>
                <p:cNvSpPr/>
                <p:nvPr/>
              </p:nvSpPr>
              <p:spPr>
                <a:xfrm>
                  <a:off x="7174963" y="3303350"/>
                  <a:ext cx="41575" cy="41300"/>
                </a:xfrm>
                <a:custGeom>
                  <a:rect b="b" l="l" r="r" t="t"/>
                  <a:pathLst>
                    <a:path extrusionOk="0" h="1652" w="1663">
                      <a:moveTo>
                        <a:pt x="120" y="1"/>
                      </a:moveTo>
                      <a:lnTo>
                        <a:pt x="0" y="1386"/>
                      </a:lnTo>
                      <a:lnTo>
                        <a:pt x="1065" y="1651"/>
                      </a:lnTo>
                      <a:lnTo>
                        <a:pt x="1662" y="633"/>
                      </a:lnTo>
                      <a:lnTo>
                        <a:pt x="1607" y="304"/>
                      </a:lnTo>
                      <a:lnTo>
                        <a:pt x="120" y="1"/>
                      </a:lnTo>
                      <a:close/>
                    </a:path>
                  </a:pathLst>
                </a:custGeom>
                <a:solidFill>
                  <a:srgbClr val="3A1C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0" name="Google Shape;80;p13"/>
                <p:cNvSpPr/>
                <p:nvPr/>
              </p:nvSpPr>
              <p:spPr>
                <a:xfrm>
                  <a:off x="7141338" y="3220000"/>
                  <a:ext cx="91150" cy="105850"/>
                </a:xfrm>
                <a:custGeom>
                  <a:rect b="b" l="l" r="r" t="t"/>
                  <a:pathLst>
                    <a:path extrusionOk="0" h="4234" w="3646">
                      <a:moveTo>
                        <a:pt x="146" y="1"/>
                      </a:moveTo>
                      <a:lnTo>
                        <a:pt x="1" y="3402"/>
                      </a:lnTo>
                      <a:lnTo>
                        <a:pt x="3548" y="4234"/>
                      </a:lnTo>
                      <a:lnTo>
                        <a:pt x="3645" y="1102"/>
                      </a:lnTo>
                      <a:lnTo>
                        <a:pt x="146" y="1"/>
                      </a:lnTo>
                      <a:close/>
                    </a:path>
                  </a:pathLst>
                </a:custGeom>
                <a:solidFill>
                  <a:srgbClr val="3A1C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1" name="Google Shape;81;p13"/>
                <p:cNvSpPr/>
                <p:nvPr/>
              </p:nvSpPr>
              <p:spPr>
                <a:xfrm>
                  <a:off x="7151088" y="3232850"/>
                  <a:ext cx="73450" cy="78325"/>
                </a:xfrm>
                <a:custGeom>
                  <a:rect b="b" l="l" r="r" t="t"/>
                  <a:pathLst>
                    <a:path extrusionOk="0" h="3133" w="2938">
                      <a:moveTo>
                        <a:pt x="123" y="1"/>
                      </a:moveTo>
                      <a:lnTo>
                        <a:pt x="1" y="2521"/>
                      </a:lnTo>
                      <a:lnTo>
                        <a:pt x="2815" y="3133"/>
                      </a:lnTo>
                      <a:lnTo>
                        <a:pt x="2938" y="905"/>
                      </a:lnTo>
                      <a:lnTo>
                        <a:pt x="123" y="1"/>
                      </a:lnTo>
                      <a:close/>
                    </a:path>
                  </a:pathLst>
                </a:custGeom>
                <a:solidFill>
                  <a:srgbClr val="3A1C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2" name="Google Shape;82;p13"/>
                <p:cNvSpPr/>
                <p:nvPr/>
              </p:nvSpPr>
              <p:spPr>
                <a:xfrm>
                  <a:off x="6986238" y="3271375"/>
                  <a:ext cx="215075" cy="380200"/>
                </a:xfrm>
                <a:custGeom>
                  <a:rect b="b" l="l" r="r" t="t"/>
                  <a:pathLst>
                    <a:path extrusionOk="0" h="15208" w="8603">
                      <a:moveTo>
                        <a:pt x="7452" y="1"/>
                      </a:moveTo>
                      <a:lnTo>
                        <a:pt x="7243" y="62"/>
                      </a:lnTo>
                      <a:lnTo>
                        <a:pt x="7243" y="429"/>
                      </a:lnTo>
                      <a:lnTo>
                        <a:pt x="344" y="4222"/>
                      </a:lnTo>
                      <a:lnTo>
                        <a:pt x="344" y="6204"/>
                      </a:lnTo>
                      <a:lnTo>
                        <a:pt x="344" y="8601"/>
                      </a:lnTo>
                      <a:lnTo>
                        <a:pt x="245" y="8601"/>
                      </a:lnTo>
                      <a:cubicBezTo>
                        <a:pt x="0" y="8601"/>
                        <a:pt x="25" y="9152"/>
                        <a:pt x="25" y="9152"/>
                      </a:cubicBezTo>
                      <a:lnTo>
                        <a:pt x="25" y="15207"/>
                      </a:lnTo>
                      <a:lnTo>
                        <a:pt x="2295" y="15207"/>
                      </a:lnTo>
                      <a:lnTo>
                        <a:pt x="2295" y="8926"/>
                      </a:lnTo>
                      <a:cubicBezTo>
                        <a:pt x="2295" y="8633"/>
                        <a:pt x="2108" y="8598"/>
                        <a:pt x="2019" y="8598"/>
                      </a:cubicBezTo>
                      <a:cubicBezTo>
                        <a:pt x="1990" y="8598"/>
                        <a:pt x="1971" y="8601"/>
                        <a:pt x="1971" y="8601"/>
                      </a:cubicBezTo>
                      <a:lnTo>
                        <a:pt x="2056" y="6204"/>
                      </a:lnTo>
                      <a:lnTo>
                        <a:pt x="2815" y="4504"/>
                      </a:lnTo>
                      <a:lnTo>
                        <a:pt x="8492" y="1603"/>
                      </a:lnTo>
                      <a:lnTo>
                        <a:pt x="8602" y="368"/>
                      </a:lnTo>
                      <a:lnTo>
                        <a:pt x="7452" y="1"/>
                      </a:lnTo>
                      <a:close/>
                    </a:path>
                  </a:pathLst>
                </a:custGeom>
                <a:solidFill>
                  <a:srgbClr val="3A1C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3" name="Google Shape;83;p13"/>
                <p:cNvSpPr/>
                <p:nvPr/>
              </p:nvSpPr>
              <p:spPr>
                <a:xfrm>
                  <a:off x="7191238" y="3285450"/>
                  <a:ext cx="91100" cy="40175"/>
                </a:xfrm>
                <a:custGeom>
                  <a:rect b="b" l="l" r="r" t="t"/>
                  <a:pathLst>
                    <a:path extrusionOk="0" h="1607" w="3644">
                      <a:moveTo>
                        <a:pt x="1823" y="0"/>
                      </a:moveTo>
                      <a:cubicBezTo>
                        <a:pt x="816" y="0"/>
                        <a:pt x="0" y="360"/>
                        <a:pt x="0" y="804"/>
                      </a:cubicBezTo>
                      <a:cubicBezTo>
                        <a:pt x="0" y="1247"/>
                        <a:pt x="816" y="1607"/>
                        <a:pt x="1823" y="1607"/>
                      </a:cubicBezTo>
                      <a:cubicBezTo>
                        <a:pt x="2828" y="1607"/>
                        <a:pt x="3644" y="1247"/>
                        <a:pt x="3644" y="804"/>
                      </a:cubicBezTo>
                      <a:cubicBezTo>
                        <a:pt x="3644" y="360"/>
                        <a:pt x="2828" y="0"/>
                        <a:pt x="1823" y="0"/>
                      </a:cubicBezTo>
                      <a:close/>
                    </a:path>
                  </a:pathLst>
                </a:custGeom>
                <a:solidFill>
                  <a:srgbClr val="3A1C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4" name="Google Shape;84;p13"/>
                <p:cNvSpPr/>
                <p:nvPr/>
              </p:nvSpPr>
              <p:spPr>
                <a:xfrm>
                  <a:off x="7196588" y="3288200"/>
                  <a:ext cx="81150" cy="34275"/>
                </a:xfrm>
                <a:custGeom>
                  <a:rect b="b" l="l" r="r" t="t"/>
                  <a:pathLst>
                    <a:path extrusionOk="0" h="1371" w="3246">
                      <a:moveTo>
                        <a:pt x="1623" y="1"/>
                      </a:moveTo>
                      <a:cubicBezTo>
                        <a:pt x="727" y="1"/>
                        <a:pt x="0" y="307"/>
                        <a:pt x="0" y="686"/>
                      </a:cubicBezTo>
                      <a:cubicBezTo>
                        <a:pt x="0" y="1064"/>
                        <a:pt x="727" y="1370"/>
                        <a:pt x="1623" y="1370"/>
                      </a:cubicBezTo>
                      <a:cubicBezTo>
                        <a:pt x="2521" y="1370"/>
                        <a:pt x="3246" y="1064"/>
                        <a:pt x="3246" y="686"/>
                      </a:cubicBezTo>
                      <a:cubicBezTo>
                        <a:pt x="3246" y="307"/>
                        <a:pt x="2521" y="1"/>
                        <a:pt x="1623" y="1"/>
                      </a:cubicBezTo>
                      <a:close/>
                    </a:path>
                  </a:pathLst>
                </a:custGeom>
                <a:solidFill>
                  <a:srgbClr val="3A1C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5" name="Google Shape;85;p13"/>
                <p:cNvSpPr/>
                <p:nvPr/>
              </p:nvSpPr>
              <p:spPr>
                <a:xfrm>
                  <a:off x="7232888" y="3287650"/>
                  <a:ext cx="16425" cy="36000"/>
                </a:xfrm>
                <a:custGeom>
                  <a:rect b="b" l="l" r="r" t="t"/>
                  <a:pathLst>
                    <a:path extrusionOk="0" h="1440" w="657">
                      <a:moveTo>
                        <a:pt x="428" y="0"/>
                      </a:moveTo>
                      <a:cubicBezTo>
                        <a:pt x="365" y="0"/>
                        <a:pt x="295" y="54"/>
                        <a:pt x="229" y="215"/>
                      </a:cubicBezTo>
                      <a:lnTo>
                        <a:pt x="1" y="1335"/>
                      </a:lnTo>
                      <a:cubicBezTo>
                        <a:pt x="1" y="1335"/>
                        <a:pt x="9" y="1424"/>
                        <a:pt x="32" y="1424"/>
                      </a:cubicBezTo>
                      <a:cubicBezTo>
                        <a:pt x="42" y="1424"/>
                        <a:pt x="54" y="1408"/>
                        <a:pt x="69" y="1362"/>
                      </a:cubicBezTo>
                      <a:cubicBezTo>
                        <a:pt x="120" y="1206"/>
                        <a:pt x="304" y="234"/>
                        <a:pt x="304" y="234"/>
                      </a:cubicBezTo>
                      <a:cubicBezTo>
                        <a:pt x="304" y="234"/>
                        <a:pt x="363" y="61"/>
                        <a:pt x="444" y="61"/>
                      </a:cubicBezTo>
                      <a:cubicBezTo>
                        <a:pt x="485" y="61"/>
                        <a:pt x="531" y="104"/>
                        <a:pt x="579" y="234"/>
                      </a:cubicBezTo>
                      <a:lnTo>
                        <a:pt x="551" y="1405"/>
                      </a:lnTo>
                      <a:cubicBezTo>
                        <a:pt x="551" y="1405"/>
                        <a:pt x="573" y="1440"/>
                        <a:pt x="599" y="1440"/>
                      </a:cubicBezTo>
                      <a:cubicBezTo>
                        <a:pt x="612" y="1440"/>
                        <a:pt x="626" y="1431"/>
                        <a:pt x="639" y="1405"/>
                      </a:cubicBezTo>
                      <a:lnTo>
                        <a:pt x="656" y="215"/>
                      </a:lnTo>
                      <a:cubicBezTo>
                        <a:pt x="656" y="215"/>
                        <a:pt x="555" y="0"/>
                        <a:pt x="428" y="0"/>
                      </a:cubicBezTo>
                      <a:close/>
                    </a:path>
                  </a:pathLst>
                </a:custGeom>
                <a:solidFill>
                  <a:srgbClr val="3A1C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6" name="Google Shape;86;p13"/>
                <p:cNvSpPr/>
                <p:nvPr/>
              </p:nvSpPr>
              <p:spPr>
                <a:xfrm>
                  <a:off x="7215188" y="3289100"/>
                  <a:ext cx="18525" cy="37125"/>
                </a:xfrm>
                <a:custGeom>
                  <a:rect b="b" l="l" r="r" t="t"/>
                  <a:pathLst>
                    <a:path extrusionOk="0" h="1485" w="741">
                      <a:moveTo>
                        <a:pt x="163" y="1"/>
                      </a:moveTo>
                      <a:cubicBezTo>
                        <a:pt x="87" y="1"/>
                        <a:pt x="19" y="63"/>
                        <a:pt x="1" y="269"/>
                      </a:cubicBezTo>
                      <a:lnTo>
                        <a:pt x="110" y="1409"/>
                      </a:lnTo>
                      <a:cubicBezTo>
                        <a:pt x="110" y="1409"/>
                        <a:pt x="142" y="1484"/>
                        <a:pt x="163" y="1484"/>
                      </a:cubicBezTo>
                      <a:cubicBezTo>
                        <a:pt x="174" y="1484"/>
                        <a:pt x="182" y="1466"/>
                        <a:pt x="183" y="1413"/>
                      </a:cubicBezTo>
                      <a:cubicBezTo>
                        <a:pt x="186" y="1250"/>
                        <a:pt x="77" y="266"/>
                        <a:pt x="77" y="266"/>
                      </a:cubicBezTo>
                      <a:cubicBezTo>
                        <a:pt x="77" y="266"/>
                        <a:pt x="83" y="58"/>
                        <a:pt x="178" y="58"/>
                      </a:cubicBezTo>
                      <a:cubicBezTo>
                        <a:pt x="216" y="58"/>
                        <a:pt x="268" y="92"/>
                        <a:pt x="340" y="186"/>
                      </a:cubicBezTo>
                      <a:lnTo>
                        <a:pt x="658" y="1314"/>
                      </a:lnTo>
                      <a:cubicBezTo>
                        <a:pt x="658" y="1314"/>
                        <a:pt x="681" y="1333"/>
                        <a:pt x="703" y="1333"/>
                      </a:cubicBezTo>
                      <a:cubicBezTo>
                        <a:pt x="719" y="1333"/>
                        <a:pt x="735" y="1323"/>
                        <a:pt x="741" y="1288"/>
                      </a:cubicBezTo>
                      <a:lnTo>
                        <a:pt x="409" y="144"/>
                      </a:lnTo>
                      <a:cubicBezTo>
                        <a:pt x="409" y="144"/>
                        <a:pt x="277" y="1"/>
                        <a:pt x="163" y="1"/>
                      </a:cubicBezTo>
                      <a:close/>
                    </a:path>
                  </a:pathLst>
                </a:custGeom>
                <a:solidFill>
                  <a:srgbClr val="3A1C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7" name="Google Shape;87;p13"/>
                <p:cNvSpPr/>
                <p:nvPr/>
              </p:nvSpPr>
              <p:spPr>
                <a:xfrm>
                  <a:off x="7198213" y="3295675"/>
                  <a:ext cx="21000" cy="33450"/>
                </a:xfrm>
                <a:custGeom>
                  <a:rect b="b" l="l" r="r" t="t"/>
                  <a:pathLst>
                    <a:path extrusionOk="0" h="1338" w="840">
                      <a:moveTo>
                        <a:pt x="124" y="0"/>
                      </a:moveTo>
                      <a:cubicBezTo>
                        <a:pt x="54" y="0"/>
                        <a:pt x="0" y="58"/>
                        <a:pt x="29" y="263"/>
                      </a:cubicBezTo>
                      <a:lnTo>
                        <a:pt x="345" y="1275"/>
                      </a:lnTo>
                      <a:cubicBezTo>
                        <a:pt x="345" y="1275"/>
                        <a:pt x="384" y="1337"/>
                        <a:pt x="402" y="1337"/>
                      </a:cubicBezTo>
                      <a:cubicBezTo>
                        <a:pt x="412" y="1337"/>
                        <a:pt x="416" y="1321"/>
                        <a:pt x="406" y="1271"/>
                      </a:cubicBezTo>
                      <a:cubicBezTo>
                        <a:pt x="375" y="1124"/>
                        <a:pt x="90" y="251"/>
                        <a:pt x="90" y="251"/>
                      </a:cubicBezTo>
                      <a:cubicBezTo>
                        <a:pt x="90" y="251"/>
                        <a:pt x="51" y="51"/>
                        <a:pt x="138" y="51"/>
                      </a:cubicBezTo>
                      <a:cubicBezTo>
                        <a:pt x="170" y="51"/>
                        <a:pt x="218" y="77"/>
                        <a:pt x="289" y="148"/>
                      </a:cubicBezTo>
                      <a:lnTo>
                        <a:pt x="774" y="1124"/>
                      </a:lnTo>
                      <a:cubicBezTo>
                        <a:pt x="774" y="1124"/>
                        <a:pt x="794" y="1137"/>
                        <a:pt x="811" y="1137"/>
                      </a:cubicBezTo>
                      <a:cubicBezTo>
                        <a:pt x="826" y="1137"/>
                        <a:pt x="840" y="1127"/>
                        <a:pt x="837" y="1090"/>
                      </a:cubicBezTo>
                      <a:lnTo>
                        <a:pt x="337" y="101"/>
                      </a:lnTo>
                      <a:cubicBezTo>
                        <a:pt x="337" y="101"/>
                        <a:pt x="217" y="0"/>
                        <a:pt x="124" y="0"/>
                      </a:cubicBezTo>
                      <a:close/>
                    </a:path>
                  </a:pathLst>
                </a:custGeom>
                <a:solidFill>
                  <a:srgbClr val="3A1C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8" name="Google Shape;88;p13"/>
                <p:cNvSpPr/>
                <p:nvPr/>
              </p:nvSpPr>
              <p:spPr>
                <a:xfrm>
                  <a:off x="7249013" y="3292075"/>
                  <a:ext cx="19050" cy="34225"/>
                </a:xfrm>
                <a:custGeom>
                  <a:rect b="b" l="l" r="r" t="t"/>
                  <a:pathLst>
                    <a:path extrusionOk="0" h="1369" w="762">
                      <a:moveTo>
                        <a:pt x="599" y="1"/>
                      </a:moveTo>
                      <a:cubicBezTo>
                        <a:pt x="549" y="1"/>
                        <a:pt x="488" y="45"/>
                        <a:pt x="412" y="169"/>
                      </a:cubicBezTo>
                      <a:lnTo>
                        <a:pt x="11" y="1172"/>
                      </a:lnTo>
                      <a:cubicBezTo>
                        <a:pt x="11" y="1172"/>
                        <a:pt x="1" y="1259"/>
                        <a:pt x="21" y="1259"/>
                      </a:cubicBezTo>
                      <a:cubicBezTo>
                        <a:pt x="29" y="1259"/>
                        <a:pt x="42" y="1245"/>
                        <a:pt x="62" y="1206"/>
                      </a:cubicBezTo>
                      <a:cubicBezTo>
                        <a:pt x="134" y="1071"/>
                        <a:pt x="469" y="200"/>
                        <a:pt x="469" y="200"/>
                      </a:cubicBezTo>
                      <a:cubicBezTo>
                        <a:pt x="469" y="200"/>
                        <a:pt x="543" y="63"/>
                        <a:pt x="608" y="63"/>
                      </a:cubicBezTo>
                      <a:cubicBezTo>
                        <a:pt x="645" y="63"/>
                        <a:pt x="679" y="107"/>
                        <a:pt x="694" y="247"/>
                      </a:cubicBezTo>
                      <a:lnTo>
                        <a:pt x="450" y="1329"/>
                      </a:lnTo>
                      <a:cubicBezTo>
                        <a:pt x="449" y="1329"/>
                        <a:pt x="462" y="1369"/>
                        <a:pt x="485" y="1369"/>
                      </a:cubicBezTo>
                      <a:cubicBezTo>
                        <a:pt x="495" y="1369"/>
                        <a:pt x="507" y="1362"/>
                        <a:pt x="520" y="1343"/>
                      </a:cubicBezTo>
                      <a:lnTo>
                        <a:pt x="761" y="241"/>
                      </a:lnTo>
                      <a:cubicBezTo>
                        <a:pt x="761" y="241"/>
                        <a:pt x="714" y="1"/>
                        <a:pt x="599" y="1"/>
                      </a:cubicBezTo>
                      <a:close/>
                    </a:path>
                  </a:pathLst>
                </a:custGeom>
                <a:solidFill>
                  <a:srgbClr val="3A1C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9" name="Google Shape;89;p13"/>
                <p:cNvSpPr/>
                <p:nvPr/>
              </p:nvSpPr>
              <p:spPr>
                <a:xfrm>
                  <a:off x="7239188" y="3322525"/>
                  <a:ext cx="11000" cy="9700"/>
                </a:xfrm>
                <a:custGeom>
                  <a:rect b="b" l="l" r="r" t="t"/>
                  <a:pathLst>
                    <a:path extrusionOk="0" h="388" w="440">
                      <a:moveTo>
                        <a:pt x="397" y="0"/>
                      </a:moveTo>
                      <a:cubicBezTo>
                        <a:pt x="391" y="0"/>
                        <a:pt x="386" y="2"/>
                        <a:pt x="382" y="6"/>
                      </a:cubicBezTo>
                      <a:lnTo>
                        <a:pt x="11" y="329"/>
                      </a:lnTo>
                      <a:cubicBezTo>
                        <a:pt x="1" y="338"/>
                        <a:pt x="2" y="358"/>
                        <a:pt x="14" y="373"/>
                      </a:cubicBezTo>
                      <a:cubicBezTo>
                        <a:pt x="22" y="382"/>
                        <a:pt x="33" y="387"/>
                        <a:pt x="42" y="387"/>
                      </a:cubicBezTo>
                      <a:cubicBezTo>
                        <a:pt x="48" y="387"/>
                        <a:pt x="53" y="386"/>
                        <a:pt x="58" y="382"/>
                      </a:cubicBezTo>
                      <a:lnTo>
                        <a:pt x="429" y="58"/>
                      </a:lnTo>
                      <a:cubicBezTo>
                        <a:pt x="439" y="50"/>
                        <a:pt x="438" y="29"/>
                        <a:pt x="425" y="15"/>
                      </a:cubicBezTo>
                      <a:cubicBezTo>
                        <a:pt x="416" y="6"/>
                        <a:pt x="406" y="0"/>
                        <a:pt x="397" y="0"/>
                      </a:cubicBezTo>
                      <a:close/>
                    </a:path>
                  </a:pathLst>
                </a:custGeom>
                <a:solidFill>
                  <a:srgbClr val="3A1C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0" name="Google Shape;90;p13"/>
                <p:cNvSpPr/>
                <p:nvPr/>
              </p:nvSpPr>
              <p:spPr>
                <a:xfrm>
                  <a:off x="7250488" y="3325350"/>
                  <a:ext cx="11025" cy="9675"/>
                </a:xfrm>
                <a:custGeom>
                  <a:rect b="b" l="l" r="r" t="t"/>
                  <a:pathLst>
                    <a:path extrusionOk="0" h="387" w="441">
                      <a:moveTo>
                        <a:pt x="397" y="1"/>
                      </a:moveTo>
                      <a:cubicBezTo>
                        <a:pt x="392" y="1"/>
                        <a:pt x="387" y="2"/>
                        <a:pt x="383" y="5"/>
                      </a:cubicBezTo>
                      <a:lnTo>
                        <a:pt x="12" y="330"/>
                      </a:lnTo>
                      <a:cubicBezTo>
                        <a:pt x="0" y="339"/>
                        <a:pt x="2" y="358"/>
                        <a:pt x="15" y="372"/>
                      </a:cubicBezTo>
                      <a:cubicBezTo>
                        <a:pt x="23" y="382"/>
                        <a:pt x="35" y="387"/>
                        <a:pt x="44" y="387"/>
                      </a:cubicBezTo>
                      <a:cubicBezTo>
                        <a:pt x="49" y="387"/>
                        <a:pt x="54" y="385"/>
                        <a:pt x="57" y="382"/>
                      </a:cubicBezTo>
                      <a:lnTo>
                        <a:pt x="429" y="59"/>
                      </a:lnTo>
                      <a:cubicBezTo>
                        <a:pt x="440" y="49"/>
                        <a:pt x="439" y="30"/>
                        <a:pt x="426" y="15"/>
                      </a:cubicBezTo>
                      <a:cubicBezTo>
                        <a:pt x="417" y="6"/>
                        <a:pt x="406" y="1"/>
                        <a:pt x="397" y="1"/>
                      </a:cubicBezTo>
                      <a:close/>
                    </a:path>
                  </a:pathLst>
                </a:custGeom>
                <a:solidFill>
                  <a:srgbClr val="3A1C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1" name="Google Shape;91;p13"/>
                <p:cNvSpPr/>
                <p:nvPr/>
              </p:nvSpPr>
              <p:spPr>
                <a:xfrm>
                  <a:off x="7240688" y="3333525"/>
                  <a:ext cx="11025" cy="9700"/>
                </a:xfrm>
                <a:custGeom>
                  <a:rect b="b" l="l" r="r" t="t"/>
                  <a:pathLst>
                    <a:path extrusionOk="0" h="388" w="441">
                      <a:moveTo>
                        <a:pt x="398" y="1"/>
                      </a:moveTo>
                      <a:cubicBezTo>
                        <a:pt x="392" y="1"/>
                        <a:pt x="387" y="3"/>
                        <a:pt x="384" y="6"/>
                      </a:cubicBezTo>
                      <a:lnTo>
                        <a:pt x="12" y="329"/>
                      </a:lnTo>
                      <a:cubicBezTo>
                        <a:pt x="0" y="339"/>
                        <a:pt x="3" y="358"/>
                        <a:pt x="15" y="373"/>
                      </a:cubicBezTo>
                      <a:cubicBezTo>
                        <a:pt x="24" y="382"/>
                        <a:pt x="35" y="388"/>
                        <a:pt x="45" y="388"/>
                      </a:cubicBezTo>
                      <a:cubicBezTo>
                        <a:pt x="50" y="388"/>
                        <a:pt x="55" y="386"/>
                        <a:pt x="59" y="383"/>
                      </a:cubicBezTo>
                      <a:lnTo>
                        <a:pt x="429" y="58"/>
                      </a:lnTo>
                      <a:cubicBezTo>
                        <a:pt x="440" y="50"/>
                        <a:pt x="439" y="31"/>
                        <a:pt x="426" y="15"/>
                      </a:cubicBezTo>
                      <a:cubicBezTo>
                        <a:pt x="418" y="6"/>
                        <a:pt x="407" y="1"/>
                        <a:pt x="398" y="1"/>
                      </a:cubicBezTo>
                      <a:close/>
                    </a:path>
                  </a:pathLst>
                </a:custGeom>
                <a:solidFill>
                  <a:srgbClr val="3A1C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2" name="Google Shape;92;p13"/>
                <p:cNvSpPr/>
                <p:nvPr/>
              </p:nvSpPr>
              <p:spPr>
                <a:xfrm>
                  <a:off x="7244513" y="3344350"/>
                  <a:ext cx="13650" cy="11975"/>
                </a:xfrm>
                <a:custGeom>
                  <a:rect b="b" l="l" r="r" t="t"/>
                  <a:pathLst>
                    <a:path extrusionOk="0" h="479" w="546">
                      <a:moveTo>
                        <a:pt x="506" y="1"/>
                      </a:moveTo>
                      <a:cubicBezTo>
                        <a:pt x="499" y="1"/>
                        <a:pt x="491" y="3"/>
                        <a:pt x="486" y="8"/>
                      </a:cubicBezTo>
                      <a:lnTo>
                        <a:pt x="15" y="418"/>
                      </a:lnTo>
                      <a:cubicBezTo>
                        <a:pt x="2" y="429"/>
                        <a:pt x="0" y="451"/>
                        <a:pt x="14" y="466"/>
                      </a:cubicBezTo>
                      <a:cubicBezTo>
                        <a:pt x="21" y="474"/>
                        <a:pt x="31" y="479"/>
                        <a:pt x="41" y="479"/>
                      </a:cubicBezTo>
                      <a:cubicBezTo>
                        <a:pt x="49" y="479"/>
                        <a:pt x="56" y="476"/>
                        <a:pt x="62" y="470"/>
                      </a:cubicBezTo>
                      <a:lnTo>
                        <a:pt x="531" y="62"/>
                      </a:lnTo>
                      <a:cubicBezTo>
                        <a:pt x="545" y="49"/>
                        <a:pt x="545" y="29"/>
                        <a:pt x="534" y="14"/>
                      </a:cubicBezTo>
                      <a:cubicBezTo>
                        <a:pt x="526" y="5"/>
                        <a:pt x="516" y="1"/>
                        <a:pt x="506" y="1"/>
                      </a:cubicBezTo>
                      <a:close/>
                    </a:path>
                  </a:pathLst>
                </a:custGeom>
                <a:solidFill>
                  <a:srgbClr val="3A1C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3" name="Google Shape;93;p13"/>
                <p:cNvSpPr/>
                <p:nvPr/>
              </p:nvSpPr>
              <p:spPr>
                <a:xfrm>
                  <a:off x="7243888" y="3351300"/>
                  <a:ext cx="13650" cy="11975"/>
                </a:xfrm>
                <a:custGeom>
                  <a:rect b="b" l="l" r="r" t="t"/>
                  <a:pathLst>
                    <a:path extrusionOk="0" h="479" w="546">
                      <a:moveTo>
                        <a:pt x="507" y="1"/>
                      </a:moveTo>
                      <a:cubicBezTo>
                        <a:pt x="499" y="1"/>
                        <a:pt x="491" y="3"/>
                        <a:pt x="484" y="9"/>
                      </a:cubicBezTo>
                      <a:lnTo>
                        <a:pt x="15" y="418"/>
                      </a:lnTo>
                      <a:cubicBezTo>
                        <a:pt x="2" y="430"/>
                        <a:pt x="1" y="451"/>
                        <a:pt x="14" y="466"/>
                      </a:cubicBezTo>
                      <a:cubicBezTo>
                        <a:pt x="21" y="474"/>
                        <a:pt x="31" y="478"/>
                        <a:pt x="40" y="478"/>
                      </a:cubicBezTo>
                      <a:cubicBezTo>
                        <a:pt x="48" y="478"/>
                        <a:pt x="55" y="476"/>
                        <a:pt x="62" y="470"/>
                      </a:cubicBezTo>
                      <a:lnTo>
                        <a:pt x="531" y="61"/>
                      </a:lnTo>
                      <a:cubicBezTo>
                        <a:pt x="545" y="49"/>
                        <a:pt x="545" y="28"/>
                        <a:pt x="532" y="13"/>
                      </a:cubicBezTo>
                      <a:cubicBezTo>
                        <a:pt x="526" y="5"/>
                        <a:pt x="516" y="1"/>
                        <a:pt x="507" y="1"/>
                      </a:cubicBezTo>
                      <a:close/>
                    </a:path>
                  </a:pathLst>
                </a:custGeom>
                <a:solidFill>
                  <a:srgbClr val="3A1C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4" name="Google Shape;94;p13"/>
                <p:cNvSpPr/>
                <p:nvPr/>
              </p:nvSpPr>
              <p:spPr>
                <a:xfrm>
                  <a:off x="7231913" y="3355250"/>
                  <a:ext cx="13650" cy="11975"/>
                </a:xfrm>
                <a:custGeom>
                  <a:rect b="b" l="l" r="r" t="t"/>
                  <a:pathLst>
                    <a:path extrusionOk="0" h="479" w="546">
                      <a:moveTo>
                        <a:pt x="504" y="1"/>
                      </a:moveTo>
                      <a:cubicBezTo>
                        <a:pt x="497" y="1"/>
                        <a:pt x="490" y="3"/>
                        <a:pt x="484" y="8"/>
                      </a:cubicBezTo>
                      <a:lnTo>
                        <a:pt x="15" y="417"/>
                      </a:lnTo>
                      <a:cubicBezTo>
                        <a:pt x="2" y="429"/>
                        <a:pt x="0" y="451"/>
                        <a:pt x="14" y="465"/>
                      </a:cubicBezTo>
                      <a:cubicBezTo>
                        <a:pt x="21" y="474"/>
                        <a:pt x="31" y="478"/>
                        <a:pt x="41" y="478"/>
                      </a:cubicBezTo>
                      <a:cubicBezTo>
                        <a:pt x="48" y="478"/>
                        <a:pt x="56" y="476"/>
                        <a:pt x="62" y="471"/>
                      </a:cubicBezTo>
                      <a:lnTo>
                        <a:pt x="531" y="62"/>
                      </a:lnTo>
                      <a:cubicBezTo>
                        <a:pt x="544" y="50"/>
                        <a:pt x="545" y="28"/>
                        <a:pt x="532" y="14"/>
                      </a:cubicBezTo>
                      <a:cubicBezTo>
                        <a:pt x="524" y="5"/>
                        <a:pt x="514" y="1"/>
                        <a:pt x="504" y="1"/>
                      </a:cubicBezTo>
                      <a:close/>
                    </a:path>
                  </a:pathLst>
                </a:custGeom>
                <a:solidFill>
                  <a:srgbClr val="3A1C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5" name="Google Shape;95;p13"/>
                <p:cNvSpPr/>
                <p:nvPr/>
              </p:nvSpPr>
              <p:spPr>
                <a:xfrm>
                  <a:off x="7223838" y="3353725"/>
                  <a:ext cx="13625" cy="11950"/>
                </a:xfrm>
                <a:custGeom>
                  <a:rect b="b" l="l" r="r" t="t"/>
                  <a:pathLst>
                    <a:path extrusionOk="0" h="478" w="545">
                      <a:moveTo>
                        <a:pt x="505" y="0"/>
                      </a:moveTo>
                      <a:cubicBezTo>
                        <a:pt x="498" y="0"/>
                        <a:pt x="490" y="3"/>
                        <a:pt x="484" y="8"/>
                      </a:cubicBezTo>
                      <a:lnTo>
                        <a:pt x="15" y="417"/>
                      </a:lnTo>
                      <a:cubicBezTo>
                        <a:pt x="1" y="429"/>
                        <a:pt x="0" y="451"/>
                        <a:pt x="13" y="465"/>
                      </a:cubicBezTo>
                      <a:cubicBezTo>
                        <a:pt x="20" y="473"/>
                        <a:pt x="30" y="477"/>
                        <a:pt x="39" y="477"/>
                      </a:cubicBezTo>
                      <a:cubicBezTo>
                        <a:pt x="47" y="477"/>
                        <a:pt x="55" y="475"/>
                        <a:pt x="61" y="470"/>
                      </a:cubicBezTo>
                      <a:lnTo>
                        <a:pt x="530" y="60"/>
                      </a:lnTo>
                      <a:cubicBezTo>
                        <a:pt x="543" y="49"/>
                        <a:pt x="545" y="27"/>
                        <a:pt x="532" y="12"/>
                      </a:cubicBezTo>
                      <a:cubicBezTo>
                        <a:pt x="524" y="4"/>
                        <a:pt x="515" y="0"/>
                        <a:pt x="505" y="0"/>
                      </a:cubicBezTo>
                      <a:close/>
                    </a:path>
                  </a:pathLst>
                </a:custGeom>
                <a:solidFill>
                  <a:srgbClr val="3A1C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6" name="Google Shape;96;p13"/>
                <p:cNvSpPr/>
                <p:nvPr/>
              </p:nvSpPr>
              <p:spPr>
                <a:xfrm>
                  <a:off x="7231188" y="3341900"/>
                  <a:ext cx="11025" cy="9700"/>
                </a:xfrm>
                <a:custGeom>
                  <a:rect b="b" l="l" r="r" t="t"/>
                  <a:pathLst>
                    <a:path extrusionOk="0" h="388" w="441">
                      <a:moveTo>
                        <a:pt x="398" y="1"/>
                      </a:moveTo>
                      <a:cubicBezTo>
                        <a:pt x="392" y="1"/>
                        <a:pt x="387" y="3"/>
                        <a:pt x="383" y="6"/>
                      </a:cubicBezTo>
                      <a:lnTo>
                        <a:pt x="12" y="329"/>
                      </a:lnTo>
                      <a:cubicBezTo>
                        <a:pt x="0" y="339"/>
                        <a:pt x="2" y="358"/>
                        <a:pt x="15" y="373"/>
                      </a:cubicBezTo>
                      <a:cubicBezTo>
                        <a:pt x="23" y="382"/>
                        <a:pt x="34" y="387"/>
                        <a:pt x="43" y="387"/>
                      </a:cubicBezTo>
                      <a:cubicBezTo>
                        <a:pt x="48" y="387"/>
                        <a:pt x="53" y="386"/>
                        <a:pt x="57" y="382"/>
                      </a:cubicBezTo>
                      <a:lnTo>
                        <a:pt x="429" y="58"/>
                      </a:lnTo>
                      <a:cubicBezTo>
                        <a:pt x="440" y="50"/>
                        <a:pt x="439" y="31"/>
                        <a:pt x="426" y="15"/>
                      </a:cubicBezTo>
                      <a:cubicBezTo>
                        <a:pt x="417" y="6"/>
                        <a:pt x="407" y="1"/>
                        <a:pt x="398" y="1"/>
                      </a:cubicBezTo>
                      <a:close/>
                    </a:path>
                  </a:pathLst>
                </a:custGeom>
                <a:solidFill>
                  <a:srgbClr val="3A1C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7" name="Google Shape;97;p13"/>
                <p:cNvSpPr/>
                <p:nvPr/>
              </p:nvSpPr>
              <p:spPr>
                <a:xfrm>
                  <a:off x="7221163" y="3350025"/>
                  <a:ext cx="11950" cy="8450"/>
                </a:xfrm>
                <a:custGeom>
                  <a:rect b="b" l="l" r="r" t="t"/>
                  <a:pathLst>
                    <a:path extrusionOk="0" h="338" w="478">
                      <a:moveTo>
                        <a:pt x="437" y="1"/>
                      </a:moveTo>
                      <a:cubicBezTo>
                        <a:pt x="433" y="1"/>
                        <a:pt x="428" y="2"/>
                        <a:pt x="425" y="4"/>
                      </a:cubicBezTo>
                      <a:lnTo>
                        <a:pt x="14" y="275"/>
                      </a:lnTo>
                      <a:cubicBezTo>
                        <a:pt x="2" y="283"/>
                        <a:pt x="1" y="303"/>
                        <a:pt x="12" y="319"/>
                      </a:cubicBezTo>
                      <a:cubicBezTo>
                        <a:pt x="20" y="330"/>
                        <a:pt x="31" y="337"/>
                        <a:pt x="41" y="337"/>
                      </a:cubicBezTo>
                      <a:cubicBezTo>
                        <a:pt x="46" y="337"/>
                        <a:pt x="50" y="336"/>
                        <a:pt x="53" y="334"/>
                      </a:cubicBezTo>
                      <a:lnTo>
                        <a:pt x="464" y="63"/>
                      </a:lnTo>
                      <a:cubicBezTo>
                        <a:pt x="476" y="54"/>
                        <a:pt x="477" y="35"/>
                        <a:pt x="465" y="19"/>
                      </a:cubicBezTo>
                      <a:cubicBezTo>
                        <a:pt x="458" y="8"/>
                        <a:pt x="447" y="1"/>
                        <a:pt x="437" y="1"/>
                      </a:cubicBezTo>
                      <a:close/>
                    </a:path>
                  </a:pathLst>
                </a:custGeom>
                <a:solidFill>
                  <a:srgbClr val="3A1C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8" name="Google Shape;98;p13"/>
                <p:cNvSpPr/>
                <p:nvPr/>
              </p:nvSpPr>
              <p:spPr>
                <a:xfrm>
                  <a:off x="7210363" y="3356600"/>
                  <a:ext cx="12750" cy="6900"/>
                </a:xfrm>
                <a:custGeom>
                  <a:rect b="b" l="l" r="r" t="t"/>
                  <a:pathLst>
                    <a:path extrusionOk="0" h="276" w="510">
                      <a:moveTo>
                        <a:pt x="471" y="0"/>
                      </a:moveTo>
                      <a:cubicBezTo>
                        <a:pt x="468" y="0"/>
                        <a:pt x="466" y="1"/>
                        <a:pt x="463" y="2"/>
                      </a:cubicBezTo>
                      <a:lnTo>
                        <a:pt x="18" y="210"/>
                      </a:lnTo>
                      <a:cubicBezTo>
                        <a:pt x="4" y="216"/>
                        <a:pt x="0" y="235"/>
                        <a:pt x="9" y="253"/>
                      </a:cubicBezTo>
                      <a:cubicBezTo>
                        <a:pt x="14" y="266"/>
                        <a:pt x="26" y="275"/>
                        <a:pt x="37" y="275"/>
                      </a:cubicBezTo>
                      <a:cubicBezTo>
                        <a:pt x="41" y="275"/>
                        <a:pt x="44" y="275"/>
                        <a:pt x="47" y="273"/>
                      </a:cubicBezTo>
                      <a:lnTo>
                        <a:pt x="494" y="66"/>
                      </a:lnTo>
                      <a:cubicBezTo>
                        <a:pt x="507" y="60"/>
                        <a:pt x="510" y="41"/>
                        <a:pt x="503" y="24"/>
                      </a:cubicBezTo>
                      <a:cubicBezTo>
                        <a:pt x="496" y="10"/>
                        <a:pt x="483" y="0"/>
                        <a:pt x="471" y="0"/>
                      </a:cubicBezTo>
                      <a:close/>
                    </a:path>
                  </a:pathLst>
                </a:custGeom>
                <a:solidFill>
                  <a:srgbClr val="3A1C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9" name="Google Shape;99;p13"/>
                <p:cNvSpPr/>
                <p:nvPr/>
              </p:nvSpPr>
              <p:spPr>
                <a:xfrm>
                  <a:off x="7224763" y="3321325"/>
                  <a:ext cx="9250" cy="11350"/>
                </a:xfrm>
                <a:custGeom>
                  <a:rect b="b" l="l" r="r" t="t"/>
                  <a:pathLst>
                    <a:path extrusionOk="0" h="454" w="370">
                      <a:moveTo>
                        <a:pt x="323" y="0"/>
                      </a:moveTo>
                      <a:cubicBezTo>
                        <a:pt x="315" y="0"/>
                        <a:pt x="308" y="3"/>
                        <a:pt x="304" y="9"/>
                      </a:cubicBezTo>
                      <a:lnTo>
                        <a:pt x="10" y="404"/>
                      </a:lnTo>
                      <a:cubicBezTo>
                        <a:pt x="1" y="415"/>
                        <a:pt x="7" y="433"/>
                        <a:pt x="23" y="444"/>
                      </a:cubicBezTo>
                      <a:cubicBezTo>
                        <a:pt x="30" y="450"/>
                        <a:pt x="39" y="453"/>
                        <a:pt x="47" y="453"/>
                      </a:cubicBezTo>
                      <a:cubicBezTo>
                        <a:pt x="55" y="453"/>
                        <a:pt x="62" y="450"/>
                        <a:pt x="66" y="444"/>
                      </a:cubicBezTo>
                      <a:lnTo>
                        <a:pt x="361" y="50"/>
                      </a:lnTo>
                      <a:cubicBezTo>
                        <a:pt x="369" y="38"/>
                        <a:pt x="364" y="20"/>
                        <a:pt x="348" y="9"/>
                      </a:cubicBezTo>
                      <a:cubicBezTo>
                        <a:pt x="340" y="3"/>
                        <a:pt x="331" y="0"/>
                        <a:pt x="323" y="0"/>
                      </a:cubicBezTo>
                      <a:close/>
                    </a:path>
                  </a:pathLst>
                </a:custGeom>
                <a:solidFill>
                  <a:srgbClr val="3A1C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0" name="Google Shape;100;p13"/>
                <p:cNvSpPr/>
                <p:nvPr/>
              </p:nvSpPr>
              <p:spPr>
                <a:xfrm>
                  <a:off x="7232213" y="3321300"/>
                  <a:ext cx="9875" cy="11225"/>
                </a:xfrm>
                <a:custGeom>
                  <a:rect b="b" l="l" r="r" t="t"/>
                  <a:pathLst>
                    <a:path extrusionOk="0" h="449" w="395">
                      <a:moveTo>
                        <a:pt x="57" y="1"/>
                      </a:moveTo>
                      <a:cubicBezTo>
                        <a:pt x="47" y="1"/>
                        <a:pt x="35" y="5"/>
                        <a:pt x="25" y="14"/>
                      </a:cubicBezTo>
                      <a:cubicBezTo>
                        <a:pt x="7" y="29"/>
                        <a:pt x="0" y="49"/>
                        <a:pt x="9" y="61"/>
                      </a:cubicBezTo>
                      <a:lnTo>
                        <a:pt x="322" y="441"/>
                      </a:lnTo>
                      <a:cubicBezTo>
                        <a:pt x="326" y="446"/>
                        <a:pt x="332" y="448"/>
                        <a:pt x="339" y="448"/>
                      </a:cubicBezTo>
                      <a:cubicBezTo>
                        <a:pt x="348" y="448"/>
                        <a:pt x="360" y="444"/>
                        <a:pt x="370" y="435"/>
                      </a:cubicBezTo>
                      <a:cubicBezTo>
                        <a:pt x="388" y="421"/>
                        <a:pt x="395" y="399"/>
                        <a:pt x="386" y="389"/>
                      </a:cubicBezTo>
                      <a:lnTo>
                        <a:pt x="73" y="7"/>
                      </a:lnTo>
                      <a:cubicBezTo>
                        <a:pt x="69" y="3"/>
                        <a:pt x="64" y="1"/>
                        <a:pt x="57" y="1"/>
                      </a:cubicBezTo>
                      <a:close/>
                    </a:path>
                  </a:pathLst>
                </a:custGeom>
                <a:solidFill>
                  <a:srgbClr val="3A1C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1" name="Google Shape;101;p13"/>
                <p:cNvSpPr/>
                <p:nvPr/>
              </p:nvSpPr>
              <p:spPr>
                <a:xfrm>
                  <a:off x="7239738" y="3330800"/>
                  <a:ext cx="7300" cy="12700"/>
                </a:xfrm>
                <a:custGeom>
                  <a:rect b="b" l="l" r="r" t="t"/>
                  <a:pathLst>
                    <a:path extrusionOk="0" h="508" w="292">
                      <a:moveTo>
                        <a:pt x="57" y="1"/>
                      </a:moveTo>
                      <a:cubicBezTo>
                        <a:pt x="50" y="1"/>
                        <a:pt x="42" y="2"/>
                        <a:pt x="34" y="6"/>
                      </a:cubicBezTo>
                      <a:cubicBezTo>
                        <a:pt x="14" y="16"/>
                        <a:pt x="1" y="33"/>
                        <a:pt x="8" y="46"/>
                      </a:cubicBezTo>
                      <a:lnTo>
                        <a:pt x="210" y="495"/>
                      </a:lnTo>
                      <a:cubicBezTo>
                        <a:pt x="214" y="503"/>
                        <a:pt x="224" y="507"/>
                        <a:pt x="235" y="507"/>
                      </a:cubicBezTo>
                      <a:cubicBezTo>
                        <a:pt x="243" y="507"/>
                        <a:pt x="251" y="506"/>
                        <a:pt x="258" y="502"/>
                      </a:cubicBezTo>
                      <a:cubicBezTo>
                        <a:pt x="280" y="492"/>
                        <a:pt x="292" y="475"/>
                        <a:pt x="286" y="462"/>
                      </a:cubicBezTo>
                      <a:lnTo>
                        <a:pt x="82" y="13"/>
                      </a:lnTo>
                      <a:cubicBezTo>
                        <a:pt x="79" y="5"/>
                        <a:pt x="69" y="1"/>
                        <a:pt x="57" y="1"/>
                      </a:cubicBezTo>
                      <a:close/>
                    </a:path>
                  </a:pathLst>
                </a:custGeom>
                <a:solidFill>
                  <a:srgbClr val="3A1C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2" name="Google Shape;102;p13"/>
                <p:cNvSpPr/>
                <p:nvPr/>
              </p:nvSpPr>
              <p:spPr>
                <a:xfrm>
                  <a:off x="7246188" y="3322600"/>
                  <a:ext cx="7275" cy="12700"/>
                </a:xfrm>
                <a:custGeom>
                  <a:rect b="b" l="l" r="r" t="t"/>
                  <a:pathLst>
                    <a:path extrusionOk="0" h="508" w="291">
                      <a:moveTo>
                        <a:pt x="57" y="1"/>
                      </a:moveTo>
                      <a:cubicBezTo>
                        <a:pt x="49" y="1"/>
                        <a:pt x="41" y="3"/>
                        <a:pt x="33" y="6"/>
                      </a:cubicBezTo>
                      <a:cubicBezTo>
                        <a:pt x="12" y="16"/>
                        <a:pt x="0" y="34"/>
                        <a:pt x="6" y="47"/>
                      </a:cubicBezTo>
                      <a:lnTo>
                        <a:pt x="209" y="495"/>
                      </a:lnTo>
                      <a:cubicBezTo>
                        <a:pt x="212" y="503"/>
                        <a:pt x="222" y="508"/>
                        <a:pt x="234" y="508"/>
                      </a:cubicBezTo>
                      <a:cubicBezTo>
                        <a:pt x="241" y="508"/>
                        <a:pt x="250" y="506"/>
                        <a:pt x="258" y="503"/>
                      </a:cubicBezTo>
                      <a:cubicBezTo>
                        <a:pt x="279" y="492"/>
                        <a:pt x="290" y="475"/>
                        <a:pt x="285" y="462"/>
                      </a:cubicBezTo>
                      <a:lnTo>
                        <a:pt x="82" y="13"/>
                      </a:lnTo>
                      <a:cubicBezTo>
                        <a:pt x="78" y="5"/>
                        <a:pt x="69" y="1"/>
                        <a:pt x="57" y="1"/>
                      </a:cubicBezTo>
                      <a:close/>
                    </a:path>
                  </a:pathLst>
                </a:custGeom>
                <a:solidFill>
                  <a:srgbClr val="3A1C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3" name="Google Shape;103;p13"/>
                <p:cNvSpPr/>
                <p:nvPr/>
              </p:nvSpPr>
              <p:spPr>
                <a:xfrm>
                  <a:off x="7250763" y="3333000"/>
                  <a:ext cx="7275" cy="12700"/>
                </a:xfrm>
                <a:custGeom>
                  <a:rect b="b" l="l" r="r" t="t"/>
                  <a:pathLst>
                    <a:path extrusionOk="0" h="508" w="291">
                      <a:moveTo>
                        <a:pt x="59" y="0"/>
                      </a:moveTo>
                      <a:cubicBezTo>
                        <a:pt x="51" y="0"/>
                        <a:pt x="42" y="2"/>
                        <a:pt x="33" y="6"/>
                      </a:cubicBezTo>
                      <a:cubicBezTo>
                        <a:pt x="13" y="15"/>
                        <a:pt x="1" y="34"/>
                        <a:pt x="7" y="47"/>
                      </a:cubicBezTo>
                      <a:lnTo>
                        <a:pt x="209" y="496"/>
                      </a:lnTo>
                      <a:cubicBezTo>
                        <a:pt x="213" y="504"/>
                        <a:pt x="222" y="508"/>
                        <a:pt x="233" y="508"/>
                      </a:cubicBezTo>
                      <a:cubicBezTo>
                        <a:pt x="241" y="508"/>
                        <a:pt x="250" y="506"/>
                        <a:pt x="259" y="502"/>
                      </a:cubicBezTo>
                      <a:cubicBezTo>
                        <a:pt x="279" y="493"/>
                        <a:pt x="291" y="474"/>
                        <a:pt x="285" y="462"/>
                      </a:cubicBezTo>
                      <a:lnTo>
                        <a:pt x="83" y="12"/>
                      </a:lnTo>
                      <a:cubicBezTo>
                        <a:pt x="79" y="5"/>
                        <a:pt x="70" y="0"/>
                        <a:pt x="59" y="0"/>
                      </a:cubicBezTo>
                      <a:close/>
                    </a:path>
                  </a:pathLst>
                </a:custGeom>
                <a:solidFill>
                  <a:srgbClr val="3A1C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4" name="Google Shape;104;p13"/>
                <p:cNvSpPr/>
                <p:nvPr/>
              </p:nvSpPr>
              <p:spPr>
                <a:xfrm>
                  <a:off x="7245163" y="3342500"/>
                  <a:ext cx="7300" cy="12675"/>
                </a:xfrm>
                <a:custGeom>
                  <a:rect b="b" l="l" r="r" t="t"/>
                  <a:pathLst>
                    <a:path extrusionOk="0" h="507" w="292">
                      <a:moveTo>
                        <a:pt x="59" y="1"/>
                      </a:moveTo>
                      <a:cubicBezTo>
                        <a:pt x="52" y="1"/>
                        <a:pt x="43" y="3"/>
                        <a:pt x="34" y="7"/>
                      </a:cubicBezTo>
                      <a:cubicBezTo>
                        <a:pt x="14" y="15"/>
                        <a:pt x="1" y="34"/>
                        <a:pt x="8" y="46"/>
                      </a:cubicBezTo>
                      <a:lnTo>
                        <a:pt x="210" y="495"/>
                      </a:lnTo>
                      <a:cubicBezTo>
                        <a:pt x="214" y="503"/>
                        <a:pt x="224" y="507"/>
                        <a:pt x="235" y="507"/>
                      </a:cubicBezTo>
                      <a:cubicBezTo>
                        <a:pt x="243" y="507"/>
                        <a:pt x="251" y="505"/>
                        <a:pt x="259" y="502"/>
                      </a:cubicBezTo>
                      <a:cubicBezTo>
                        <a:pt x="280" y="492"/>
                        <a:pt x="292" y="474"/>
                        <a:pt x="286" y="461"/>
                      </a:cubicBezTo>
                      <a:lnTo>
                        <a:pt x="82" y="13"/>
                      </a:lnTo>
                      <a:cubicBezTo>
                        <a:pt x="79" y="5"/>
                        <a:pt x="70" y="1"/>
                        <a:pt x="59" y="1"/>
                      </a:cubicBezTo>
                      <a:close/>
                    </a:path>
                  </a:pathLst>
                </a:custGeom>
                <a:solidFill>
                  <a:srgbClr val="3A1C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5" name="Google Shape;105;p13"/>
                <p:cNvSpPr/>
                <p:nvPr/>
              </p:nvSpPr>
              <p:spPr>
                <a:xfrm>
                  <a:off x="7250163" y="3353050"/>
                  <a:ext cx="7275" cy="12700"/>
                </a:xfrm>
                <a:custGeom>
                  <a:rect b="b" l="l" r="r" t="t"/>
                  <a:pathLst>
                    <a:path extrusionOk="0" h="508" w="291">
                      <a:moveTo>
                        <a:pt x="57" y="1"/>
                      </a:moveTo>
                      <a:cubicBezTo>
                        <a:pt x="49" y="1"/>
                        <a:pt x="41" y="2"/>
                        <a:pt x="32" y="6"/>
                      </a:cubicBezTo>
                      <a:cubicBezTo>
                        <a:pt x="12" y="16"/>
                        <a:pt x="0" y="33"/>
                        <a:pt x="6" y="46"/>
                      </a:cubicBezTo>
                      <a:lnTo>
                        <a:pt x="209" y="495"/>
                      </a:lnTo>
                      <a:cubicBezTo>
                        <a:pt x="212" y="503"/>
                        <a:pt x="222" y="507"/>
                        <a:pt x="234" y="507"/>
                      </a:cubicBezTo>
                      <a:cubicBezTo>
                        <a:pt x="241" y="507"/>
                        <a:pt x="250" y="506"/>
                        <a:pt x="258" y="502"/>
                      </a:cubicBezTo>
                      <a:cubicBezTo>
                        <a:pt x="278" y="492"/>
                        <a:pt x="290" y="475"/>
                        <a:pt x="284" y="462"/>
                      </a:cubicBezTo>
                      <a:lnTo>
                        <a:pt x="82" y="13"/>
                      </a:lnTo>
                      <a:cubicBezTo>
                        <a:pt x="78" y="5"/>
                        <a:pt x="69" y="1"/>
                        <a:pt x="57" y="1"/>
                      </a:cubicBezTo>
                      <a:close/>
                    </a:path>
                  </a:pathLst>
                </a:custGeom>
                <a:solidFill>
                  <a:srgbClr val="3A1C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6" name="Google Shape;106;p13"/>
                <p:cNvSpPr/>
                <p:nvPr/>
              </p:nvSpPr>
              <p:spPr>
                <a:xfrm>
                  <a:off x="7237188" y="3344375"/>
                  <a:ext cx="8450" cy="12150"/>
                </a:xfrm>
                <a:custGeom>
                  <a:rect b="b" l="l" r="r" t="t"/>
                  <a:pathLst>
                    <a:path extrusionOk="0" h="486" w="338">
                      <a:moveTo>
                        <a:pt x="59" y="0"/>
                      </a:moveTo>
                      <a:cubicBezTo>
                        <a:pt x="50" y="0"/>
                        <a:pt x="40" y="3"/>
                        <a:pt x="31" y="9"/>
                      </a:cubicBezTo>
                      <a:cubicBezTo>
                        <a:pt x="11" y="21"/>
                        <a:pt x="1" y="39"/>
                        <a:pt x="8" y="53"/>
                      </a:cubicBezTo>
                      <a:lnTo>
                        <a:pt x="258" y="476"/>
                      </a:lnTo>
                      <a:cubicBezTo>
                        <a:pt x="262" y="483"/>
                        <a:pt x="270" y="486"/>
                        <a:pt x="280" y="486"/>
                      </a:cubicBezTo>
                      <a:cubicBezTo>
                        <a:pt x="288" y="486"/>
                        <a:pt x="298" y="483"/>
                        <a:pt x="307" y="478"/>
                      </a:cubicBezTo>
                      <a:cubicBezTo>
                        <a:pt x="327" y="466"/>
                        <a:pt x="337" y="446"/>
                        <a:pt x="330" y="434"/>
                      </a:cubicBezTo>
                      <a:lnTo>
                        <a:pt x="79" y="10"/>
                      </a:lnTo>
                      <a:cubicBezTo>
                        <a:pt x="76" y="4"/>
                        <a:pt x="68" y="0"/>
                        <a:pt x="59" y="0"/>
                      </a:cubicBezTo>
                      <a:close/>
                    </a:path>
                  </a:pathLst>
                </a:custGeom>
                <a:solidFill>
                  <a:srgbClr val="3A1C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7" name="Google Shape;107;p13"/>
                <p:cNvSpPr/>
                <p:nvPr/>
              </p:nvSpPr>
              <p:spPr>
                <a:xfrm>
                  <a:off x="7230413" y="3335200"/>
                  <a:ext cx="9725" cy="11325"/>
                </a:xfrm>
                <a:custGeom>
                  <a:rect b="b" l="l" r="r" t="t"/>
                  <a:pathLst>
                    <a:path extrusionOk="0" h="453" w="389">
                      <a:moveTo>
                        <a:pt x="58" y="0"/>
                      </a:moveTo>
                      <a:cubicBezTo>
                        <a:pt x="48" y="0"/>
                        <a:pt x="36" y="4"/>
                        <a:pt x="25" y="12"/>
                      </a:cubicBezTo>
                      <a:cubicBezTo>
                        <a:pt x="8" y="26"/>
                        <a:pt x="1" y="47"/>
                        <a:pt x="9" y="58"/>
                      </a:cubicBezTo>
                      <a:lnTo>
                        <a:pt x="314" y="446"/>
                      </a:lnTo>
                      <a:cubicBezTo>
                        <a:pt x="318" y="451"/>
                        <a:pt x="323" y="453"/>
                        <a:pt x="330" y="453"/>
                      </a:cubicBezTo>
                      <a:cubicBezTo>
                        <a:pt x="340" y="453"/>
                        <a:pt x="352" y="448"/>
                        <a:pt x="362" y="440"/>
                      </a:cubicBezTo>
                      <a:cubicBezTo>
                        <a:pt x="381" y="427"/>
                        <a:pt x="388" y="405"/>
                        <a:pt x="379" y="395"/>
                      </a:cubicBezTo>
                      <a:lnTo>
                        <a:pt x="75" y="7"/>
                      </a:lnTo>
                      <a:cubicBezTo>
                        <a:pt x="71" y="2"/>
                        <a:pt x="65" y="0"/>
                        <a:pt x="58" y="0"/>
                      </a:cubicBezTo>
                      <a:close/>
                    </a:path>
                  </a:pathLst>
                </a:custGeom>
                <a:solidFill>
                  <a:srgbClr val="3A1C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8" name="Google Shape;108;p13"/>
                <p:cNvSpPr/>
                <p:nvPr/>
              </p:nvSpPr>
              <p:spPr>
                <a:xfrm>
                  <a:off x="7217488" y="3320200"/>
                  <a:ext cx="15000" cy="16200"/>
                </a:xfrm>
                <a:custGeom>
                  <a:rect b="b" l="l" r="r" t="t"/>
                  <a:pathLst>
                    <a:path extrusionOk="0" h="648" w="600">
                      <a:moveTo>
                        <a:pt x="48" y="1"/>
                      </a:moveTo>
                      <a:cubicBezTo>
                        <a:pt x="38" y="1"/>
                        <a:pt x="28" y="5"/>
                        <a:pt x="20" y="12"/>
                      </a:cubicBezTo>
                      <a:cubicBezTo>
                        <a:pt x="2" y="28"/>
                        <a:pt x="1" y="52"/>
                        <a:pt x="15" y="70"/>
                      </a:cubicBezTo>
                      <a:lnTo>
                        <a:pt x="524" y="635"/>
                      </a:lnTo>
                      <a:cubicBezTo>
                        <a:pt x="531" y="643"/>
                        <a:pt x="542" y="648"/>
                        <a:pt x="553" y="648"/>
                      </a:cubicBezTo>
                      <a:cubicBezTo>
                        <a:pt x="563" y="648"/>
                        <a:pt x="573" y="644"/>
                        <a:pt x="580" y="636"/>
                      </a:cubicBezTo>
                      <a:cubicBezTo>
                        <a:pt x="598" y="622"/>
                        <a:pt x="599" y="596"/>
                        <a:pt x="585" y="580"/>
                      </a:cubicBezTo>
                      <a:lnTo>
                        <a:pt x="76" y="14"/>
                      </a:lnTo>
                      <a:cubicBezTo>
                        <a:pt x="69" y="5"/>
                        <a:pt x="58" y="1"/>
                        <a:pt x="48" y="1"/>
                      </a:cubicBezTo>
                      <a:close/>
                    </a:path>
                  </a:pathLst>
                </a:custGeom>
                <a:solidFill>
                  <a:srgbClr val="3A1C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9" name="Google Shape;109;p13"/>
                <p:cNvSpPr/>
                <p:nvPr/>
              </p:nvSpPr>
              <p:spPr>
                <a:xfrm>
                  <a:off x="7206313" y="3326700"/>
                  <a:ext cx="17750" cy="13175"/>
                </a:xfrm>
                <a:custGeom>
                  <a:rect b="b" l="l" r="r" t="t"/>
                  <a:pathLst>
                    <a:path extrusionOk="0" h="527" w="710">
                      <a:moveTo>
                        <a:pt x="47" y="0"/>
                      </a:moveTo>
                      <a:cubicBezTo>
                        <a:pt x="34" y="0"/>
                        <a:pt x="22" y="7"/>
                        <a:pt x="13" y="18"/>
                      </a:cubicBezTo>
                      <a:cubicBezTo>
                        <a:pt x="0" y="37"/>
                        <a:pt x="3" y="62"/>
                        <a:pt x="22" y="75"/>
                      </a:cubicBezTo>
                      <a:lnTo>
                        <a:pt x="638" y="519"/>
                      </a:lnTo>
                      <a:cubicBezTo>
                        <a:pt x="646" y="524"/>
                        <a:pt x="654" y="527"/>
                        <a:pt x="662" y="527"/>
                      </a:cubicBezTo>
                      <a:cubicBezTo>
                        <a:pt x="675" y="527"/>
                        <a:pt x="687" y="521"/>
                        <a:pt x="695" y="509"/>
                      </a:cubicBezTo>
                      <a:cubicBezTo>
                        <a:pt x="710" y="492"/>
                        <a:pt x="705" y="465"/>
                        <a:pt x="688" y="452"/>
                      </a:cubicBezTo>
                      <a:lnTo>
                        <a:pt x="70" y="8"/>
                      </a:lnTo>
                      <a:cubicBezTo>
                        <a:pt x="64" y="3"/>
                        <a:pt x="55" y="0"/>
                        <a:pt x="47" y="0"/>
                      </a:cubicBezTo>
                      <a:close/>
                    </a:path>
                  </a:pathLst>
                </a:custGeom>
                <a:solidFill>
                  <a:srgbClr val="3A1C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0" name="Google Shape;110;p13"/>
                <p:cNvSpPr/>
                <p:nvPr/>
              </p:nvSpPr>
              <p:spPr>
                <a:xfrm>
                  <a:off x="7222263" y="3338250"/>
                  <a:ext cx="15250" cy="16025"/>
                </a:xfrm>
                <a:custGeom>
                  <a:rect b="b" l="l" r="r" t="t"/>
                  <a:pathLst>
                    <a:path extrusionOk="0" h="641" w="610">
                      <a:moveTo>
                        <a:pt x="48" y="0"/>
                      </a:moveTo>
                      <a:cubicBezTo>
                        <a:pt x="37" y="0"/>
                        <a:pt x="27" y="4"/>
                        <a:pt x="19" y="12"/>
                      </a:cubicBezTo>
                      <a:cubicBezTo>
                        <a:pt x="2" y="27"/>
                        <a:pt x="0" y="53"/>
                        <a:pt x="16" y="69"/>
                      </a:cubicBezTo>
                      <a:lnTo>
                        <a:pt x="532" y="628"/>
                      </a:lnTo>
                      <a:cubicBezTo>
                        <a:pt x="540" y="636"/>
                        <a:pt x="551" y="640"/>
                        <a:pt x="562" y="640"/>
                      </a:cubicBezTo>
                      <a:cubicBezTo>
                        <a:pt x="572" y="640"/>
                        <a:pt x="583" y="637"/>
                        <a:pt x="590" y="630"/>
                      </a:cubicBezTo>
                      <a:cubicBezTo>
                        <a:pt x="608" y="614"/>
                        <a:pt x="609" y="587"/>
                        <a:pt x="593" y="571"/>
                      </a:cubicBezTo>
                      <a:lnTo>
                        <a:pt x="76" y="14"/>
                      </a:lnTo>
                      <a:cubicBezTo>
                        <a:pt x="69" y="5"/>
                        <a:pt x="58" y="0"/>
                        <a:pt x="48" y="0"/>
                      </a:cubicBezTo>
                      <a:close/>
                    </a:path>
                  </a:pathLst>
                </a:custGeom>
                <a:solidFill>
                  <a:srgbClr val="3A1C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1" name="Google Shape;111;p13"/>
                <p:cNvSpPr/>
                <p:nvPr/>
              </p:nvSpPr>
              <p:spPr>
                <a:xfrm>
                  <a:off x="7202563" y="3329325"/>
                  <a:ext cx="14950" cy="15800"/>
                </a:xfrm>
                <a:custGeom>
                  <a:rect b="b" l="l" r="r" t="t"/>
                  <a:pathLst>
                    <a:path extrusionOk="0" h="632" w="598">
                      <a:moveTo>
                        <a:pt x="33" y="1"/>
                      </a:moveTo>
                      <a:cubicBezTo>
                        <a:pt x="26" y="1"/>
                        <a:pt x="19" y="3"/>
                        <a:pt x="13" y="8"/>
                      </a:cubicBezTo>
                      <a:cubicBezTo>
                        <a:pt x="0" y="19"/>
                        <a:pt x="3" y="41"/>
                        <a:pt x="18" y="59"/>
                      </a:cubicBezTo>
                      <a:lnTo>
                        <a:pt x="535" y="617"/>
                      </a:lnTo>
                      <a:cubicBezTo>
                        <a:pt x="544" y="626"/>
                        <a:pt x="555" y="631"/>
                        <a:pt x="565" y="631"/>
                      </a:cubicBezTo>
                      <a:cubicBezTo>
                        <a:pt x="572" y="631"/>
                        <a:pt x="579" y="629"/>
                        <a:pt x="584" y="624"/>
                      </a:cubicBezTo>
                      <a:cubicBezTo>
                        <a:pt x="598" y="612"/>
                        <a:pt x="595" y="590"/>
                        <a:pt x="580" y="573"/>
                      </a:cubicBezTo>
                      <a:lnTo>
                        <a:pt x="63" y="15"/>
                      </a:lnTo>
                      <a:cubicBezTo>
                        <a:pt x="54" y="6"/>
                        <a:pt x="43" y="1"/>
                        <a:pt x="33" y="1"/>
                      </a:cubicBezTo>
                      <a:close/>
                    </a:path>
                  </a:pathLst>
                </a:custGeom>
                <a:solidFill>
                  <a:srgbClr val="3A1C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2" name="Google Shape;112;p13"/>
                <p:cNvSpPr/>
                <p:nvPr/>
              </p:nvSpPr>
              <p:spPr>
                <a:xfrm>
                  <a:off x="7192038" y="3299375"/>
                  <a:ext cx="15925" cy="27800"/>
                </a:xfrm>
                <a:custGeom>
                  <a:rect b="b" l="l" r="r" t="t"/>
                  <a:pathLst>
                    <a:path extrusionOk="0" h="1112" w="637">
                      <a:moveTo>
                        <a:pt x="24" y="0"/>
                      </a:moveTo>
                      <a:cubicBezTo>
                        <a:pt x="21" y="0"/>
                        <a:pt x="18" y="1"/>
                        <a:pt x="15" y="3"/>
                      </a:cubicBezTo>
                      <a:cubicBezTo>
                        <a:pt x="0" y="11"/>
                        <a:pt x="0" y="42"/>
                        <a:pt x="16" y="71"/>
                      </a:cubicBezTo>
                      <a:lnTo>
                        <a:pt x="566" y="1072"/>
                      </a:lnTo>
                      <a:cubicBezTo>
                        <a:pt x="579" y="1096"/>
                        <a:pt x="599" y="1111"/>
                        <a:pt x="613" y="1111"/>
                      </a:cubicBezTo>
                      <a:cubicBezTo>
                        <a:pt x="616" y="1111"/>
                        <a:pt x="619" y="1111"/>
                        <a:pt x="621" y="1110"/>
                      </a:cubicBezTo>
                      <a:cubicBezTo>
                        <a:pt x="637" y="1101"/>
                        <a:pt x="635" y="1070"/>
                        <a:pt x="619" y="1041"/>
                      </a:cubicBezTo>
                      <a:lnTo>
                        <a:pt x="72" y="40"/>
                      </a:lnTo>
                      <a:cubicBezTo>
                        <a:pt x="58" y="16"/>
                        <a:pt x="39" y="0"/>
                        <a:pt x="24" y="0"/>
                      </a:cubicBezTo>
                      <a:close/>
                    </a:path>
                  </a:pathLst>
                </a:custGeom>
                <a:solidFill>
                  <a:srgbClr val="3A1C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3" name="Google Shape;113;p13"/>
                <p:cNvSpPr/>
                <p:nvPr/>
              </p:nvSpPr>
              <p:spPr>
                <a:xfrm>
                  <a:off x="7190863" y="3301100"/>
                  <a:ext cx="12950" cy="29475"/>
                </a:xfrm>
                <a:custGeom>
                  <a:rect b="b" l="l" r="r" t="t"/>
                  <a:pathLst>
                    <a:path extrusionOk="0" h="1179" w="518">
                      <a:moveTo>
                        <a:pt x="26" y="1"/>
                      </a:moveTo>
                      <a:cubicBezTo>
                        <a:pt x="23" y="1"/>
                        <a:pt x="21" y="1"/>
                        <a:pt x="18" y="2"/>
                      </a:cubicBezTo>
                      <a:cubicBezTo>
                        <a:pt x="2" y="8"/>
                        <a:pt x="1" y="38"/>
                        <a:pt x="12" y="69"/>
                      </a:cubicBezTo>
                      <a:lnTo>
                        <a:pt x="448" y="1132"/>
                      </a:lnTo>
                      <a:cubicBezTo>
                        <a:pt x="459" y="1161"/>
                        <a:pt x="478" y="1179"/>
                        <a:pt x="494" y="1179"/>
                      </a:cubicBezTo>
                      <a:cubicBezTo>
                        <a:pt x="496" y="1179"/>
                        <a:pt x="498" y="1178"/>
                        <a:pt x="500" y="1178"/>
                      </a:cubicBezTo>
                      <a:cubicBezTo>
                        <a:pt x="515" y="1170"/>
                        <a:pt x="518" y="1140"/>
                        <a:pt x="506" y="1109"/>
                      </a:cubicBezTo>
                      <a:lnTo>
                        <a:pt x="71" y="46"/>
                      </a:lnTo>
                      <a:cubicBezTo>
                        <a:pt x="59" y="19"/>
                        <a:pt x="42" y="1"/>
                        <a:pt x="26" y="1"/>
                      </a:cubicBezTo>
                      <a:close/>
                    </a:path>
                  </a:pathLst>
                </a:custGeom>
                <a:solidFill>
                  <a:srgbClr val="3A1C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4" name="Google Shape;114;p13"/>
                <p:cNvSpPr/>
                <p:nvPr/>
              </p:nvSpPr>
              <p:spPr>
                <a:xfrm>
                  <a:off x="7215663" y="3343850"/>
                  <a:ext cx="14925" cy="15825"/>
                </a:xfrm>
                <a:custGeom>
                  <a:rect b="b" l="l" r="r" t="t"/>
                  <a:pathLst>
                    <a:path extrusionOk="0" h="633" w="597">
                      <a:moveTo>
                        <a:pt x="32" y="1"/>
                      </a:moveTo>
                      <a:cubicBezTo>
                        <a:pt x="25" y="1"/>
                        <a:pt x="18" y="3"/>
                        <a:pt x="12" y="8"/>
                      </a:cubicBezTo>
                      <a:cubicBezTo>
                        <a:pt x="1" y="20"/>
                        <a:pt x="2" y="43"/>
                        <a:pt x="17" y="59"/>
                      </a:cubicBezTo>
                      <a:lnTo>
                        <a:pt x="534" y="617"/>
                      </a:lnTo>
                      <a:cubicBezTo>
                        <a:pt x="543" y="627"/>
                        <a:pt x="555" y="632"/>
                        <a:pt x="566" y="632"/>
                      </a:cubicBezTo>
                      <a:cubicBezTo>
                        <a:pt x="573" y="632"/>
                        <a:pt x="579" y="630"/>
                        <a:pt x="583" y="626"/>
                      </a:cubicBezTo>
                      <a:cubicBezTo>
                        <a:pt x="597" y="614"/>
                        <a:pt x="595" y="591"/>
                        <a:pt x="579" y="575"/>
                      </a:cubicBezTo>
                      <a:lnTo>
                        <a:pt x="63" y="15"/>
                      </a:lnTo>
                      <a:cubicBezTo>
                        <a:pt x="54" y="6"/>
                        <a:pt x="42" y="1"/>
                        <a:pt x="32" y="1"/>
                      </a:cubicBezTo>
                      <a:close/>
                    </a:path>
                  </a:pathLst>
                </a:custGeom>
                <a:solidFill>
                  <a:srgbClr val="3A1C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5" name="Google Shape;115;p13"/>
                <p:cNvSpPr/>
                <p:nvPr/>
              </p:nvSpPr>
              <p:spPr>
                <a:xfrm>
                  <a:off x="7207413" y="3345975"/>
                  <a:ext cx="18375" cy="19450"/>
                </a:xfrm>
                <a:custGeom>
                  <a:rect b="b" l="l" r="r" t="t"/>
                  <a:pathLst>
                    <a:path extrusionOk="0" h="778" w="735">
                      <a:moveTo>
                        <a:pt x="28" y="0"/>
                      </a:moveTo>
                      <a:cubicBezTo>
                        <a:pt x="22" y="0"/>
                        <a:pt x="17" y="2"/>
                        <a:pt x="13" y="6"/>
                      </a:cubicBezTo>
                      <a:cubicBezTo>
                        <a:pt x="0" y="18"/>
                        <a:pt x="4" y="44"/>
                        <a:pt x="23" y="64"/>
                      </a:cubicBezTo>
                      <a:lnTo>
                        <a:pt x="664" y="756"/>
                      </a:lnTo>
                      <a:cubicBezTo>
                        <a:pt x="677" y="770"/>
                        <a:pt x="693" y="778"/>
                        <a:pt x="705" y="778"/>
                      </a:cubicBezTo>
                      <a:cubicBezTo>
                        <a:pt x="711" y="778"/>
                        <a:pt x="717" y="776"/>
                        <a:pt x="721" y="772"/>
                      </a:cubicBezTo>
                      <a:cubicBezTo>
                        <a:pt x="734" y="761"/>
                        <a:pt x="728" y="734"/>
                        <a:pt x="711" y="714"/>
                      </a:cubicBezTo>
                      <a:lnTo>
                        <a:pt x="70" y="22"/>
                      </a:lnTo>
                      <a:cubicBezTo>
                        <a:pt x="57" y="8"/>
                        <a:pt x="41" y="0"/>
                        <a:pt x="28" y="0"/>
                      </a:cubicBezTo>
                      <a:close/>
                    </a:path>
                  </a:pathLst>
                </a:custGeom>
                <a:solidFill>
                  <a:srgbClr val="3A1C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6" name="Google Shape;116;p13"/>
                <p:cNvSpPr/>
                <p:nvPr/>
              </p:nvSpPr>
              <p:spPr>
                <a:xfrm>
                  <a:off x="7232938" y="3350200"/>
                  <a:ext cx="14900" cy="15825"/>
                </a:xfrm>
                <a:custGeom>
                  <a:rect b="b" l="l" r="r" t="t"/>
                  <a:pathLst>
                    <a:path extrusionOk="0" h="633" w="596">
                      <a:moveTo>
                        <a:pt x="31" y="1"/>
                      </a:moveTo>
                      <a:cubicBezTo>
                        <a:pt x="24" y="1"/>
                        <a:pt x="18" y="3"/>
                        <a:pt x="13" y="7"/>
                      </a:cubicBezTo>
                      <a:cubicBezTo>
                        <a:pt x="0" y="19"/>
                        <a:pt x="2" y="42"/>
                        <a:pt x="18" y="58"/>
                      </a:cubicBezTo>
                      <a:lnTo>
                        <a:pt x="533" y="616"/>
                      </a:lnTo>
                      <a:cubicBezTo>
                        <a:pt x="543" y="627"/>
                        <a:pt x="555" y="632"/>
                        <a:pt x="565" y="632"/>
                      </a:cubicBezTo>
                      <a:cubicBezTo>
                        <a:pt x="572" y="632"/>
                        <a:pt x="579" y="630"/>
                        <a:pt x="584" y="625"/>
                      </a:cubicBezTo>
                      <a:cubicBezTo>
                        <a:pt x="596" y="613"/>
                        <a:pt x="595" y="590"/>
                        <a:pt x="580" y="574"/>
                      </a:cubicBezTo>
                      <a:lnTo>
                        <a:pt x="63" y="16"/>
                      </a:lnTo>
                      <a:cubicBezTo>
                        <a:pt x="54" y="6"/>
                        <a:pt x="42" y="1"/>
                        <a:pt x="31" y="1"/>
                      </a:cubicBezTo>
                      <a:close/>
                    </a:path>
                  </a:pathLst>
                </a:custGeom>
                <a:solidFill>
                  <a:srgbClr val="3A1C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7" name="Google Shape;117;p13"/>
                <p:cNvSpPr/>
                <p:nvPr/>
              </p:nvSpPr>
              <p:spPr>
                <a:xfrm>
                  <a:off x="7238988" y="3340850"/>
                  <a:ext cx="14700" cy="16000"/>
                </a:xfrm>
                <a:custGeom>
                  <a:rect b="b" l="l" r="r" t="t"/>
                  <a:pathLst>
                    <a:path extrusionOk="0" h="640" w="588">
                      <a:moveTo>
                        <a:pt x="555" y="0"/>
                      </a:moveTo>
                      <a:cubicBezTo>
                        <a:pt x="545" y="0"/>
                        <a:pt x="533" y="5"/>
                        <a:pt x="524" y="16"/>
                      </a:cubicBezTo>
                      <a:lnTo>
                        <a:pt x="16" y="583"/>
                      </a:lnTo>
                      <a:cubicBezTo>
                        <a:pt x="1" y="599"/>
                        <a:pt x="0" y="622"/>
                        <a:pt x="13" y="632"/>
                      </a:cubicBezTo>
                      <a:cubicBezTo>
                        <a:pt x="18" y="637"/>
                        <a:pt x="25" y="639"/>
                        <a:pt x="32" y="639"/>
                      </a:cubicBezTo>
                      <a:cubicBezTo>
                        <a:pt x="43" y="639"/>
                        <a:pt x="54" y="634"/>
                        <a:pt x="63" y="623"/>
                      </a:cubicBezTo>
                      <a:lnTo>
                        <a:pt x="571" y="57"/>
                      </a:lnTo>
                      <a:cubicBezTo>
                        <a:pt x="586" y="41"/>
                        <a:pt x="587" y="19"/>
                        <a:pt x="574" y="7"/>
                      </a:cubicBezTo>
                      <a:cubicBezTo>
                        <a:pt x="569" y="2"/>
                        <a:pt x="562" y="0"/>
                        <a:pt x="555" y="0"/>
                      </a:cubicBezTo>
                      <a:close/>
                    </a:path>
                  </a:pathLst>
                </a:custGeom>
                <a:solidFill>
                  <a:srgbClr val="3A1C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8" name="Google Shape;118;p13"/>
                <p:cNvSpPr/>
                <p:nvPr/>
              </p:nvSpPr>
              <p:spPr>
                <a:xfrm>
                  <a:off x="7251288" y="3327150"/>
                  <a:ext cx="14700" cy="16000"/>
                </a:xfrm>
                <a:custGeom>
                  <a:rect b="b" l="l" r="r" t="t"/>
                  <a:pathLst>
                    <a:path extrusionOk="0" h="640" w="588">
                      <a:moveTo>
                        <a:pt x="555" y="0"/>
                      </a:moveTo>
                      <a:cubicBezTo>
                        <a:pt x="545" y="0"/>
                        <a:pt x="534" y="6"/>
                        <a:pt x="525" y="16"/>
                      </a:cubicBezTo>
                      <a:lnTo>
                        <a:pt x="16" y="583"/>
                      </a:lnTo>
                      <a:cubicBezTo>
                        <a:pt x="2" y="599"/>
                        <a:pt x="0" y="622"/>
                        <a:pt x="14" y="634"/>
                      </a:cubicBezTo>
                      <a:cubicBezTo>
                        <a:pt x="18" y="638"/>
                        <a:pt x="25" y="640"/>
                        <a:pt x="31" y="640"/>
                      </a:cubicBezTo>
                      <a:cubicBezTo>
                        <a:pt x="42" y="640"/>
                        <a:pt x="54" y="634"/>
                        <a:pt x="63" y="624"/>
                      </a:cubicBezTo>
                      <a:lnTo>
                        <a:pt x="571" y="57"/>
                      </a:lnTo>
                      <a:cubicBezTo>
                        <a:pt x="586" y="41"/>
                        <a:pt x="587" y="19"/>
                        <a:pt x="574" y="7"/>
                      </a:cubicBezTo>
                      <a:cubicBezTo>
                        <a:pt x="569" y="3"/>
                        <a:pt x="562" y="0"/>
                        <a:pt x="555" y="0"/>
                      </a:cubicBezTo>
                      <a:close/>
                    </a:path>
                  </a:pathLst>
                </a:custGeom>
                <a:solidFill>
                  <a:srgbClr val="3A1C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9" name="Google Shape;119;p13"/>
                <p:cNvSpPr/>
                <p:nvPr/>
              </p:nvSpPr>
              <p:spPr>
                <a:xfrm>
                  <a:off x="7264763" y="3307350"/>
                  <a:ext cx="14700" cy="20925"/>
                </a:xfrm>
                <a:custGeom>
                  <a:rect b="b" l="l" r="r" t="t"/>
                  <a:pathLst>
                    <a:path extrusionOk="0" h="837" w="588">
                      <a:moveTo>
                        <a:pt x="560" y="1"/>
                      </a:moveTo>
                      <a:cubicBezTo>
                        <a:pt x="547" y="1"/>
                        <a:pt x="531" y="10"/>
                        <a:pt x="520" y="26"/>
                      </a:cubicBezTo>
                      <a:lnTo>
                        <a:pt x="15" y="776"/>
                      </a:lnTo>
                      <a:cubicBezTo>
                        <a:pt x="0" y="798"/>
                        <a:pt x="0" y="823"/>
                        <a:pt x="15" y="833"/>
                      </a:cubicBezTo>
                      <a:cubicBezTo>
                        <a:pt x="19" y="835"/>
                        <a:pt x="23" y="836"/>
                        <a:pt x="28" y="836"/>
                      </a:cubicBezTo>
                      <a:cubicBezTo>
                        <a:pt x="41" y="836"/>
                        <a:pt x="57" y="827"/>
                        <a:pt x="67" y="811"/>
                      </a:cubicBezTo>
                      <a:lnTo>
                        <a:pt x="571" y="61"/>
                      </a:lnTo>
                      <a:cubicBezTo>
                        <a:pt x="586" y="39"/>
                        <a:pt x="587" y="14"/>
                        <a:pt x="573" y="4"/>
                      </a:cubicBezTo>
                      <a:cubicBezTo>
                        <a:pt x="569" y="2"/>
                        <a:pt x="565" y="1"/>
                        <a:pt x="560" y="1"/>
                      </a:cubicBezTo>
                      <a:close/>
                    </a:path>
                  </a:pathLst>
                </a:custGeom>
                <a:solidFill>
                  <a:srgbClr val="3A1C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0" name="Google Shape;120;p13"/>
                <p:cNvSpPr/>
                <p:nvPr/>
              </p:nvSpPr>
              <p:spPr>
                <a:xfrm>
                  <a:off x="7277438" y="3298225"/>
                  <a:ext cx="1800" cy="9525"/>
                </a:xfrm>
                <a:custGeom>
                  <a:rect b="b" l="l" r="r" t="t"/>
                  <a:pathLst>
                    <a:path extrusionOk="0" h="381" w="72">
                      <a:moveTo>
                        <a:pt x="32" y="1"/>
                      </a:moveTo>
                      <a:cubicBezTo>
                        <a:pt x="15" y="1"/>
                        <a:pt x="0" y="9"/>
                        <a:pt x="2" y="19"/>
                      </a:cubicBezTo>
                      <a:lnTo>
                        <a:pt x="9" y="363"/>
                      </a:lnTo>
                      <a:cubicBezTo>
                        <a:pt x="9" y="373"/>
                        <a:pt x="22" y="381"/>
                        <a:pt x="37" y="381"/>
                      </a:cubicBezTo>
                      <a:cubicBezTo>
                        <a:pt x="39" y="381"/>
                        <a:pt x="40" y="381"/>
                        <a:pt x="41" y="381"/>
                      </a:cubicBezTo>
                      <a:cubicBezTo>
                        <a:pt x="59" y="381"/>
                        <a:pt x="72" y="372"/>
                        <a:pt x="72" y="362"/>
                      </a:cubicBezTo>
                      <a:lnTo>
                        <a:pt x="64" y="18"/>
                      </a:lnTo>
                      <a:cubicBezTo>
                        <a:pt x="63" y="8"/>
                        <a:pt x="50" y="1"/>
                        <a:pt x="32" y="1"/>
                      </a:cubicBezTo>
                      <a:close/>
                    </a:path>
                  </a:pathLst>
                </a:custGeom>
                <a:solidFill>
                  <a:srgbClr val="3A1C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1" name="Google Shape;121;p13"/>
                <p:cNvSpPr/>
                <p:nvPr/>
              </p:nvSpPr>
              <p:spPr>
                <a:xfrm>
                  <a:off x="7260613" y="3298750"/>
                  <a:ext cx="19325" cy="27775"/>
                </a:xfrm>
                <a:custGeom>
                  <a:rect b="b" l="l" r="r" t="t"/>
                  <a:pathLst>
                    <a:path extrusionOk="0" h="1111" w="773">
                      <a:moveTo>
                        <a:pt x="749" y="0"/>
                      </a:moveTo>
                      <a:cubicBezTo>
                        <a:pt x="733" y="0"/>
                        <a:pt x="712" y="15"/>
                        <a:pt x="697" y="39"/>
                      </a:cubicBezTo>
                      <a:lnTo>
                        <a:pt x="24" y="1039"/>
                      </a:lnTo>
                      <a:cubicBezTo>
                        <a:pt x="5" y="1068"/>
                        <a:pt x="0" y="1098"/>
                        <a:pt x="15" y="1108"/>
                      </a:cubicBezTo>
                      <a:cubicBezTo>
                        <a:pt x="18" y="1110"/>
                        <a:pt x="21" y="1111"/>
                        <a:pt x="25" y="1111"/>
                      </a:cubicBezTo>
                      <a:cubicBezTo>
                        <a:pt x="40" y="1111"/>
                        <a:pt x="61" y="1097"/>
                        <a:pt x="76" y="1073"/>
                      </a:cubicBezTo>
                      <a:lnTo>
                        <a:pt x="749" y="74"/>
                      </a:lnTo>
                      <a:cubicBezTo>
                        <a:pt x="768" y="45"/>
                        <a:pt x="772" y="13"/>
                        <a:pt x="758" y="3"/>
                      </a:cubicBezTo>
                      <a:cubicBezTo>
                        <a:pt x="755" y="1"/>
                        <a:pt x="752" y="0"/>
                        <a:pt x="749" y="0"/>
                      </a:cubicBezTo>
                      <a:close/>
                    </a:path>
                  </a:pathLst>
                </a:custGeom>
                <a:solidFill>
                  <a:srgbClr val="3A1C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2" name="Google Shape;122;p13"/>
                <p:cNvSpPr/>
                <p:nvPr/>
              </p:nvSpPr>
              <p:spPr>
                <a:xfrm>
                  <a:off x="7212088" y="3324225"/>
                  <a:ext cx="7800" cy="12275"/>
                </a:xfrm>
                <a:custGeom>
                  <a:rect b="b" l="l" r="r" t="t"/>
                  <a:pathLst>
                    <a:path extrusionOk="0" h="491" w="312">
                      <a:moveTo>
                        <a:pt x="265" y="0"/>
                      </a:moveTo>
                      <a:cubicBezTo>
                        <a:pt x="256" y="0"/>
                        <a:pt x="247" y="4"/>
                        <a:pt x="243" y="12"/>
                      </a:cubicBezTo>
                      <a:lnTo>
                        <a:pt x="8" y="445"/>
                      </a:lnTo>
                      <a:cubicBezTo>
                        <a:pt x="1" y="458"/>
                        <a:pt x="10" y="475"/>
                        <a:pt x="27" y="484"/>
                      </a:cubicBezTo>
                      <a:cubicBezTo>
                        <a:pt x="34" y="488"/>
                        <a:pt x="41" y="490"/>
                        <a:pt x="48" y="490"/>
                      </a:cubicBezTo>
                      <a:cubicBezTo>
                        <a:pt x="57" y="490"/>
                        <a:pt x="66" y="486"/>
                        <a:pt x="69" y="478"/>
                      </a:cubicBezTo>
                      <a:lnTo>
                        <a:pt x="305" y="46"/>
                      </a:lnTo>
                      <a:cubicBezTo>
                        <a:pt x="311" y="33"/>
                        <a:pt x="304" y="15"/>
                        <a:pt x="286" y="6"/>
                      </a:cubicBezTo>
                      <a:cubicBezTo>
                        <a:pt x="279" y="2"/>
                        <a:pt x="272" y="0"/>
                        <a:pt x="265" y="0"/>
                      </a:cubicBezTo>
                      <a:close/>
                    </a:path>
                  </a:pathLst>
                </a:custGeom>
                <a:solidFill>
                  <a:srgbClr val="3A1C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3" name="Google Shape;123;p13"/>
                <p:cNvSpPr/>
                <p:nvPr/>
              </p:nvSpPr>
              <p:spPr>
                <a:xfrm>
                  <a:off x="7207988" y="3333975"/>
                  <a:ext cx="6550" cy="12825"/>
                </a:xfrm>
                <a:custGeom>
                  <a:rect b="b" l="l" r="r" t="t"/>
                  <a:pathLst>
                    <a:path extrusionOk="0" h="513" w="262">
                      <a:moveTo>
                        <a:pt x="215" y="0"/>
                      </a:moveTo>
                      <a:cubicBezTo>
                        <a:pt x="204" y="0"/>
                        <a:pt x="194" y="5"/>
                        <a:pt x="191" y="14"/>
                      </a:cubicBezTo>
                      <a:lnTo>
                        <a:pt x="6" y="471"/>
                      </a:lnTo>
                      <a:cubicBezTo>
                        <a:pt x="0" y="485"/>
                        <a:pt x="11" y="501"/>
                        <a:pt x="30" y="508"/>
                      </a:cubicBezTo>
                      <a:cubicBezTo>
                        <a:pt x="35" y="511"/>
                        <a:pt x="41" y="512"/>
                        <a:pt x="47" y="512"/>
                      </a:cubicBezTo>
                      <a:cubicBezTo>
                        <a:pt x="58" y="512"/>
                        <a:pt x="68" y="507"/>
                        <a:pt x="72" y="498"/>
                      </a:cubicBezTo>
                      <a:lnTo>
                        <a:pt x="255" y="40"/>
                      </a:lnTo>
                      <a:cubicBezTo>
                        <a:pt x="261" y="27"/>
                        <a:pt x="251" y="11"/>
                        <a:pt x="233" y="4"/>
                      </a:cubicBezTo>
                      <a:cubicBezTo>
                        <a:pt x="227" y="2"/>
                        <a:pt x="221" y="0"/>
                        <a:pt x="215" y="0"/>
                      </a:cubicBezTo>
                      <a:close/>
                    </a:path>
                  </a:pathLst>
                </a:custGeom>
                <a:solidFill>
                  <a:srgbClr val="3A1C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4" name="Google Shape;124;p13"/>
                <p:cNvSpPr/>
                <p:nvPr/>
              </p:nvSpPr>
              <p:spPr>
                <a:xfrm>
                  <a:off x="7216613" y="3331275"/>
                  <a:ext cx="9775" cy="12175"/>
                </a:xfrm>
                <a:custGeom>
                  <a:rect b="b" l="l" r="r" t="t"/>
                  <a:pathLst>
                    <a:path extrusionOk="0" h="487" w="391">
                      <a:moveTo>
                        <a:pt x="347" y="0"/>
                      </a:moveTo>
                      <a:cubicBezTo>
                        <a:pt x="339" y="0"/>
                        <a:pt x="331" y="4"/>
                        <a:pt x="325" y="10"/>
                      </a:cubicBezTo>
                      <a:lnTo>
                        <a:pt x="9" y="435"/>
                      </a:lnTo>
                      <a:cubicBezTo>
                        <a:pt x="1" y="447"/>
                        <a:pt x="5" y="466"/>
                        <a:pt x="21" y="478"/>
                      </a:cubicBezTo>
                      <a:cubicBezTo>
                        <a:pt x="29" y="483"/>
                        <a:pt x="38" y="486"/>
                        <a:pt x="46" y="486"/>
                      </a:cubicBezTo>
                      <a:cubicBezTo>
                        <a:pt x="54" y="486"/>
                        <a:pt x="62" y="483"/>
                        <a:pt x="66" y="476"/>
                      </a:cubicBezTo>
                      <a:lnTo>
                        <a:pt x="382" y="52"/>
                      </a:lnTo>
                      <a:cubicBezTo>
                        <a:pt x="391" y="41"/>
                        <a:pt x="387" y="20"/>
                        <a:pt x="371" y="8"/>
                      </a:cubicBezTo>
                      <a:cubicBezTo>
                        <a:pt x="363" y="3"/>
                        <a:pt x="355" y="0"/>
                        <a:pt x="347" y="0"/>
                      </a:cubicBezTo>
                      <a:close/>
                    </a:path>
                  </a:pathLst>
                </a:custGeom>
                <a:solidFill>
                  <a:srgbClr val="3A1C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5" name="Google Shape;125;p13"/>
                <p:cNvSpPr/>
                <p:nvPr/>
              </p:nvSpPr>
              <p:spPr>
                <a:xfrm>
                  <a:off x="7209813" y="3342475"/>
                  <a:ext cx="8250" cy="12000"/>
                </a:xfrm>
                <a:custGeom>
                  <a:rect b="b" l="l" r="r" t="t"/>
                  <a:pathLst>
                    <a:path extrusionOk="0" h="480" w="330">
                      <a:moveTo>
                        <a:pt x="284" y="1"/>
                      </a:moveTo>
                      <a:cubicBezTo>
                        <a:pt x="275" y="1"/>
                        <a:pt x="267" y="4"/>
                        <a:pt x="262" y="11"/>
                      </a:cubicBezTo>
                      <a:lnTo>
                        <a:pt x="7" y="433"/>
                      </a:lnTo>
                      <a:cubicBezTo>
                        <a:pt x="0" y="445"/>
                        <a:pt x="7" y="462"/>
                        <a:pt x="25" y="472"/>
                      </a:cubicBezTo>
                      <a:cubicBezTo>
                        <a:pt x="32" y="477"/>
                        <a:pt x="40" y="479"/>
                        <a:pt x="48" y="479"/>
                      </a:cubicBezTo>
                      <a:cubicBezTo>
                        <a:pt x="57" y="479"/>
                        <a:pt x="65" y="476"/>
                        <a:pt x="69" y="469"/>
                      </a:cubicBezTo>
                      <a:lnTo>
                        <a:pt x="322" y="47"/>
                      </a:lnTo>
                      <a:cubicBezTo>
                        <a:pt x="329" y="35"/>
                        <a:pt x="322" y="16"/>
                        <a:pt x="306" y="6"/>
                      </a:cubicBezTo>
                      <a:cubicBezTo>
                        <a:pt x="299" y="2"/>
                        <a:pt x="291" y="1"/>
                        <a:pt x="284" y="1"/>
                      </a:cubicBezTo>
                      <a:close/>
                    </a:path>
                  </a:pathLst>
                </a:custGeom>
                <a:solidFill>
                  <a:srgbClr val="3A1C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6" name="Google Shape;126;p13"/>
                <p:cNvSpPr/>
                <p:nvPr/>
              </p:nvSpPr>
              <p:spPr>
                <a:xfrm>
                  <a:off x="7229388" y="3331175"/>
                  <a:ext cx="11000" cy="9675"/>
                </a:xfrm>
                <a:custGeom>
                  <a:rect b="b" l="l" r="r" t="t"/>
                  <a:pathLst>
                    <a:path extrusionOk="0" h="387" w="440">
                      <a:moveTo>
                        <a:pt x="398" y="0"/>
                      </a:moveTo>
                      <a:cubicBezTo>
                        <a:pt x="392" y="0"/>
                        <a:pt x="387" y="2"/>
                        <a:pt x="383" y="5"/>
                      </a:cubicBezTo>
                      <a:lnTo>
                        <a:pt x="11" y="329"/>
                      </a:lnTo>
                      <a:cubicBezTo>
                        <a:pt x="1" y="339"/>
                        <a:pt x="2" y="358"/>
                        <a:pt x="15" y="372"/>
                      </a:cubicBezTo>
                      <a:cubicBezTo>
                        <a:pt x="23" y="382"/>
                        <a:pt x="34" y="387"/>
                        <a:pt x="44" y="387"/>
                      </a:cubicBezTo>
                      <a:cubicBezTo>
                        <a:pt x="49" y="387"/>
                        <a:pt x="54" y="385"/>
                        <a:pt x="58" y="382"/>
                      </a:cubicBezTo>
                      <a:lnTo>
                        <a:pt x="429" y="58"/>
                      </a:lnTo>
                      <a:cubicBezTo>
                        <a:pt x="439" y="49"/>
                        <a:pt x="438" y="30"/>
                        <a:pt x="425" y="15"/>
                      </a:cubicBezTo>
                      <a:cubicBezTo>
                        <a:pt x="417" y="5"/>
                        <a:pt x="407" y="0"/>
                        <a:pt x="398" y="0"/>
                      </a:cubicBezTo>
                      <a:close/>
                    </a:path>
                  </a:pathLst>
                </a:custGeom>
                <a:solidFill>
                  <a:srgbClr val="3A1C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7" name="Google Shape;127;p13"/>
                <p:cNvSpPr/>
                <p:nvPr/>
              </p:nvSpPr>
              <p:spPr>
                <a:xfrm>
                  <a:off x="7220663" y="3339775"/>
                  <a:ext cx="10250" cy="10525"/>
                </a:xfrm>
                <a:custGeom>
                  <a:rect b="b" l="l" r="r" t="t"/>
                  <a:pathLst>
                    <a:path extrusionOk="0" h="421" w="410">
                      <a:moveTo>
                        <a:pt x="364" y="0"/>
                      </a:moveTo>
                      <a:cubicBezTo>
                        <a:pt x="358" y="0"/>
                        <a:pt x="353" y="2"/>
                        <a:pt x="348" y="6"/>
                      </a:cubicBezTo>
                      <a:lnTo>
                        <a:pt x="11" y="366"/>
                      </a:lnTo>
                      <a:cubicBezTo>
                        <a:pt x="0" y="376"/>
                        <a:pt x="5" y="395"/>
                        <a:pt x="19" y="408"/>
                      </a:cubicBezTo>
                      <a:cubicBezTo>
                        <a:pt x="27" y="416"/>
                        <a:pt x="37" y="420"/>
                        <a:pt x="46" y="420"/>
                      </a:cubicBezTo>
                      <a:cubicBezTo>
                        <a:pt x="52" y="420"/>
                        <a:pt x="58" y="418"/>
                        <a:pt x="61" y="414"/>
                      </a:cubicBezTo>
                      <a:lnTo>
                        <a:pt x="399" y="54"/>
                      </a:lnTo>
                      <a:cubicBezTo>
                        <a:pt x="410" y="44"/>
                        <a:pt x="405" y="25"/>
                        <a:pt x="392" y="12"/>
                      </a:cubicBezTo>
                      <a:cubicBezTo>
                        <a:pt x="384" y="4"/>
                        <a:pt x="373" y="0"/>
                        <a:pt x="364" y="0"/>
                      </a:cubicBezTo>
                      <a:close/>
                    </a:path>
                  </a:pathLst>
                </a:custGeom>
                <a:solidFill>
                  <a:srgbClr val="3A1C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8" name="Google Shape;128;p13"/>
                <p:cNvSpPr/>
                <p:nvPr/>
              </p:nvSpPr>
              <p:spPr>
                <a:xfrm>
                  <a:off x="7211888" y="3349025"/>
                  <a:ext cx="10225" cy="10525"/>
                </a:xfrm>
                <a:custGeom>
                  <a:rect b="b" l="l" r="r" t="t"/>
                  <a:pathLst>
                    <a:path extrusionOk="0" h="421" w="409">
                      <a:moveTo>
                        <a:pt x="363" y="0"/>
                      </a:moveTo>
                      <a:cubicBezTo>
                        <a:pt x="357" y="0"/>
                        <a:pt x="351" y="2"/>
                        <a:pt x="347" y="6"/>
                      </a:cubicBezTo>
                      <a:lnTo>
                        <a:pt x="10" y="366"/>
                      </a:lnTo>
                      <a:cubicBezTo>
                        <a:pt x="0" y="376"/>
                        <a:pt x="5" y="395"/>
                        <a:pt x="18" y="408"/>
                      </a:cubicBezTo>
                      <a:cubicBezTo>
                        <a:pt x="26" y="416"/>
                        <a:pt x="37" y="420"/>
                        <a:pt x="45" y="420"/>
                      </a:cubicBezTo>
                      <a:cubicBezTo>
                        <a:pt x="52" y="420"/>
                        <a:pt x="57" y="418"/>
                        <a:pt x="61" y="414"/>
                      </a:cubicBezTo>
                      <a:lnTo>
                        <a:pt x="399" y="54"/>
                      </a:lnTo>
                      <a:cubicBezTo>
                        <a:pt x="408" y="44"/>
                        <a:pt x="405" y="25"/>
                        <a:pt x="391" y="12"/>
                      </a:cubicBezTo>
                      <a:cubicBezTo>
                        <a:pt x="382" y="4"/>
                        <a:pt x="372" y="0"/>
                        <a:pt x="363" y="0"/>
                      </a:cubicBezTo>
                      <a:close/>
                    </a:path>
                  </a:pathLst>
                </a:custGeom>
                <a:solidFill>
                  <a:srgbClr val="3A1C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9" name="Google Shape;129;p13"/>
                <p:cNvSpPr/>
                <p:nvPr/>
              </p:nvSpPr>
              <p:spPr>
                <a:xfrm>
                  <a:off x="7206488" y="3346125"/>
                  <a:ext cx="16600" cy="19425"/>
                </a:xfrm>
                <a:custGeom>
                  <a:rect b="b" l="l" r="r" t="t"/>
                  <a:pathLst>
                    <a:path extrusionOk="0" h="777" w="664">
                      <a:moveTo>
                        <a:pt x="50" y="0"/>
                      </a:moveTo>
                      <a:lnTo>
                        <a:pt x="50" y="0"/>
                      </a:lnTo>
                      <a:cubicBezTo>
                        <a:pt x="50" y="0"/>
                        <a:pt x="1" y="240"/>
                        <a:pt x="108" y="350"/>
                      </a:cubicBezTo>
                      <a:cubicBezTo>
                        <a:pt x="218" y="459"/>
                        <a:pt x="417" y="776"/>
                        <a:pt x="487" y="776"/>
                      </a:cubicBezTo>
                      <a:cubicBezTo>
                        <a:pt x="557" y="776"/>
                        <a:pt x="630" y="712"/>
                        <a:pt x="649" y="693"/>
                      </a:cubicBezTo>
                      <a:cubicBezTo>
                        <a:pt x="664" y="679"/>
                        <a:pt x="652" y="628"/>
                        <a:pt x="625" y="628"/>
                      </a:cubicBezTo>
                      <a:cubicBezTo>
                        <a:pt x="618" y="628"/>
                        <a:pt x="610" y="632"/>
                        <a:pt x="601" y="641"/>
                      </a:cubicBezTo>
                      <a:cubicBezTo>
                        <a:pt x="576" y="665"/>
                        <a:pt x="547" y="684"/>
                        <a:pt x="513" y="684"/>
                      </a:cubicBezTo>
                      <a:cubicBezTo>
                        <a:pt x="487" y="684"/>
                        <a:pt x="458" y="673"/>
                        <a:pt x="427" y="642"/>
                      </a:cubicBezTo>
                      <a:cubicBezTo>
                        <a:pt x="359" y="574"/>
                        <a:pt x="107" y="268"/>
                        <a:pt x="107" y="188"/>
                      </a:cubicBezTo>
                      <a:cubicBezTo>
                        <a:pt x="107" y="108"/>
                        <a:pt x="126" y="26"/>
                        <a:pt x="50" y="0"/>
                      </a:cubicBezTo>
                      <a:close/>
                    </a:path>
                  </a:pathLst>
                </a:custGeom>
                <a:solidFill>
                  <a:srgbClr val="3A1C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0" name="Google Shape;130;p13"/>
                <p:cNvSpPr/>
                <p:nvPr/>
              </p:nvSpPr>
              <p:spPr>
                <a:xfrm>
                  <a:off x="7200838" y="3328250"/>
                  <a:ext cx="9025" cy="14175"/>
                </a:xfrm>
                <a:custGeom>
                  <a:rect b="b" l="l" r="r" t="t"/>
                  <a:pathLst>
                    <a:path extrusionOk="0" h="567" w="361">
                      <a:moveTo>
                        <a:pt x="45" y="1"/>
                      </a:moveTo>
                      <a:cubicBezTo>
                        <a:pt x="41" y="1"/>
                        <a:pt x="37" y="3"/>
                        <a:pt x="33" y="7"/>
                      </a:cubicBezTo>
                      <a:cubicBezTo>
                        <a:pt x="1" y="39"/>
                        <a:pt x="18" y="368"/>
                        <a:pt x="155" y="443"/>
                      </a:cubicBezTo>
                      <a:cubicBezTo>
                        <a:pt x="254" y="497"/>
                        <a:pt x="298" y="566"/>
                        <a:pt x="329" y="566"/>
                      </a:cubicBezTo>
                      <a:cubicBezTo>
                        <a:pt x="341" y="566"/>
                        <a:pt x="350" y="556"/>
                        <a:pt x="361" y="530"/>
                      </a:cubicBezTo>
                      <a:cubicBezTo>
                        <a:pt x="361" y="530"/>
                        <a:pt x="45" y="319"/>
                        <a:pt x="74" y="73"/>
                      </a:cubicBezTo>
                      <a:cubicBezTo>
                        <a:pt x="74" y="73"/>
                        <a:pt x="66" y="1"/>
                        <a:pt x="45" y="1"/>
                      </a:cubicBezTo>
                      <a:close/>
                    </a:path>
                  </a:pathLst>
                </a:custGeom>
                <a:solidFill>
                  <a:srgbClr val="3A1C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1" name="Google Shape;131;p13"/>
                <p:cNvSpPr/>
                <p:nvPr/>
              </p:nvSpPr>
              <p:spPr>
                <a:xfrm>
                  <a:off x="7253938" y="3344300"/>
                  <a:ext cx="6575" cy="15325"/>
                </a:xfrm>
                <a:custGeom>
                  <a:rect b="b" l="l" r="r" t="t"/>
                  <a:pathLst>
                    <a:path extrusionOk="0" h="613" w="263">
                      <a:moveTo>
                        <a:pt x="56" y="1"/>
                      </a:moveTo>
                      <a:cubicBezTo>
                        <a:pt x="36" y="1"/>
                        <a:pt x="35" y="29"/>
                        <a:pt x="85" y="124"/>
                      </a:cubicBezTo>
                      <a:cubicBezTo>
                        <a:pt x="205" y="348"/>
                        <a:pt x="85" y="446"/>
                        <a:pt x="43" y="528"/>
                      </a:cubicBezTo>
                      <a:cubicBezTo>
                        <a:pt x="1" y="611"/>
                        <a:pt x="43" y="612"/>
                        <a:pt x="43" y="612"/>
                      </a:cubicBezTo>
                      <a:cubicBezTo>
                        <a:pt x="43" y="612"/>
                        <a:pt x="81" y="597"/>
                        <a:pt x="171" y="468"/>
                      </a:cubicBezTo>
                      <a:cubicBezTo>
                        <a:pt x="263" y="340"/>
                        <a:pt x="155" y="64"/>
                        <a:pt x="155" y="64"/>
                      </a:cubicBezTo>
                      <a:cubicBezTo>
                        <a:pt x="145" y="54"/>
                        <a:pt x="83" y="1"/>
                        <a:pt x="56" y="1"/>
                      </a:cubicBezTo>
                      <a:close/>
                    </a:path>
                  </a:pathLst>
                </a:custGeom>
                <a:solidFill>
                  <a:srgbClr val="3A1C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2" name="Google Shape;132;p13"/>
                <p:cNvSpPr/>
                <p:nvPr/>
              </p:nvSpPr>
              <p:spPr>
                <a:xfrm>
                  <a:off x="7245863" y="3356700"/>
                  <a:ext cx="7775" cy="10125"/>
                </a:xfrm>
                <a:custGeom>
                  <a:rect b="b" l="l" r="r" t="t"/>
                  <a:pathLst>
                    <a:path extrusionOk="0" h="405" w="311">
                      <a:moveTo>
                        <a:pt x="283" y="0"/>
                      </a:moveTo>
                      <a:cubicBezTo>
                        <a:pt x="277" y="0"/>
                        <a:pt x="270" y="30"/>
                        <a:pt x="263" y="112"/>
                      </a:cubicBezTo>
                      <a:cubicBezTo>
                        <a:pt x="245" y="293"/>
                        <a:pt x="190" y="327"/>
                        <a:pt x="138" y="327"/>
                      </a:cubicBezTo>
                      <a:cubicBezTo>
                        <a:pt x="106" y="327"/>
                        <a:pt x="76" y="314"/>
                        <a:pt x="56" y="314"/>
                      </a:cubicBezTo>
                      <a:cubicBezTo>
                        <a:pt x="0" y="314"/>
                        <a:pt x="3" y="355"/>
                        <a:pt x="134" y="399"/>
                      </a:cubicBezTo>
                      <a:cubicBezTo>
                        <a:pt x="145" y="402"/>
                        <a:pt x="155" y="404"/>
                        <a:pt x="165" y="404"/>
                      </a:cubicBezTo>
                      <a:cubicBezTo>
                        <a:pt x="271" y="404"/>
                        <a:pt x="311" y="193"/>
                        <a:pt x="311" y="193"/>
                      </a:cubicBezTo>
                      <a:cubicBezTo>
                        <a:pt x="311" y="193"/>
                        <a:pt x="299" y="0"/>
                        <a:pt x="283" y="0"/>
                      </a:cubicBezTo>
                      <a:close/>
                    </a:path>
                  </a:pathLst>
                </a:custGeom>
                <a:solidFill>
                  <a:srgbClr val="3A1C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3" name="Google Shape;133;p13"/>
                <p:cNvSpPr/>
                <p:nvPr/>
              </p:nvSpPr>
              <p:spPr>
                <a:xfrm>
                  <a:off x="7237563" y="3362175"/>
                  <a:ext cx="6925" cy="5900"/>
                </a:xfrm>
                <a:custGeom>
                  <a:rect b="b" l="l" r="r" t="t"/>
                  <a:pathLst>
                    <a:path extrusionOk="0" h="236" w="277">
                      <a:moveTo>
                        <a:pt x="25" y="0"/>
                      </a:moveTo>
                      <a:cubicBezTo>
                        <a:pt x="4" y="0"/>
                        <a:pt x="0" y="50"/>
                        <a:pt x="0" y="50"/>
                      </a:cubicBezTo>
                      <a:cubicBezTo>
                        <a:pt x="0" y="50"/>
                        <a:pt x="48" y="167"/>
                        <a:pt x="162" y="226"/>
                      </a:cubicBezTo>
                      <a:cubicBezTo>
                        <a:pt x="174" y="233"/>
                        <a:pt x="185" y="235"/>
                        <a:pt x="195" y="235"/>
                      </a:cubicBezTo>
                      <a:cubicBezTo>
                        <a:pt x="277" y="235"/>
                        <a:pt x="277" y="33"/>
                        <a:pt x="277" y="33"/>
                      </a:cubicBezTo>
                      <a:cubicBezTo>
                        <a:pt x="269" y="24"/>
                        <a:pt x="260" y="20"/>
                        <a:pt x="252" y="20"/>
                      </a:cubicBezTo>
                      <a:cubicBezTo>
                        <a:pt x="215" y="20"/>
                        <a:pt x="181" y="92"/>
                        <a:pt x="181" y="148"/>
                      </a:cubicBezTo>
                      <a:cubicBezTo>
                        <a:pt x="181" y="159"/>
                        <a:pt x="178" y="164"/>
                        <a:pt x="173" y="164"/>
                      </a:cubicBezTo>
                      <a:cubicBezTo>
                        <a:pt x="150" y="164"/>
                        <a:pt x="77" y="43"/>
                        <a:pt x="44" y="11"/>
                      </a:cubicBezTo>
                      <a:cubicBezTo>
                        <a:pt x="36" y="3"/>
                        <a:pt x="30" y="0"/>
                        <a:pt x="25" y="0"/>
                      </a:cubicBezTo>
                      <a:close/>
                    </a:path>
                  </a:pathLst>
                </a:custGeom>
                <a:solidFill>
                  <a:srgbClr val="3A1C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4" name="Google Shape;134;p13"/>
                <p:cNvSpPr/>
                <p:nvPr/>
              </p:nvSpPr>
              <p:spPr>
                <a:xfrm>
                  <a:off x="7225638" y="3361950"/>
                  <a:ext cx="10925" cy="3300"/>
                </a:xfrm>
                <a:custGeom>
                  <a:rect b="b" l="l" r="r" t="t"/>
                  <a:pathLst>
                    <a:path extrusionOk="0" h="132" w="437">
                      <a:moveTo>
                        <a:pt x="436" y="1"/>
                      </a:moveTo>
                      <a:lnTo>
                        <a:pt x="436" y="1"/>
                      </a:lnTo>
                      <a:cubicBezTo>
                        <a:pt x="374" y="43"/>
                        <a:pt x="317" y="57"/>
                        <a:pt x="270" y="57"/>
                      </a:cubicBezTo>
                      <a:cubicBezTo>
                        <a:pt x="178" y="57"/>
                        <a:pt x="120" y="4"/>
                        <a:pt x="120" y="4"/>
                      </a:cubicBezTo>
                      <a:lnTo>
                        <a:pt x="120" y="4"/>
                      </a:lnTo>
                      <a:cubicBezTo>
                        <a:pt x="1" y="84"/>
                        <a:pt x="53" y="85"/>
                        <a:pt x="200" y="125"/>
                      </a:cubicBezTo>
                      <a:cubicBezTo>
                        <a:pt x="217" y="129"/>
                        <a:pt x="232" y="131"/>
                        <a:pt x="247" y="131"/>
                      </a:cubicBezTo>
                      <a:cubicBezTo>
                        <a:pt x="366" y="131"/>
                        <a:pt x="436" y="1"/>
                        <a:pt x="436" y="1"/>
                      </a:cubicBezTo>
                      <a:close/>
                    </a:path>
                  </a:pathLst>
                </a:custGeom>
                <a:solidFill>
                  <a:srgbClr val="3A1C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5" name="Google Shape;135;p13"/>
                <p:cNvSpPr/>
                <p:nvPr/>
              </p:nvSpPr>
              <p:spPr>
                <a:xfrm>
                  <a:off x="7206613" y="3354000"/>
                  <a:ext cx="5100" cy="8375"/>
                </a:xfrm>
                <a:custGeom>
                  <a:rect b="b" l="l" r="r" t="t"/>
                  <a:pathLst>
                    <a:path extrusionOk="0" h="335" w="204">
                      <a:moveTo>
                        <a:pt x="99" y="0"/>
                      </a:moveTo>
                      <a:cubicBezTo>
                        <a:pt x="95" y="0"/>
                        <a:pt x="91" y="1"/>
                        <a:pt x="86" y="4"/>
                      </a:cubicBezTo>
                      <a:cubicBezTo>
                        <a:pt x="50" y="22"/>
                        <a:pt x="0" y="135"/>
                        <a:pt x="77" y="212"/>
                      </a:cubicBezTo>
                      <a:cubicBezTo>
                        <a:pt x="146" y="282"/>
                        <a:pt x="163" y="335"/>
                        <a:pt x="178" y="335"/>
                      </a:cubicBezTo>
                      <a:cubicBezTo>
                        <a:pt x="181" y="335"/>
                        <a:pt x="183" y="334"/>
                        <a:pt x="185" y="332"/>
                      </a:cubicBezTo>
                      <a:cubicBezTo>
                        <a:pt x="204" y="314"/>
                        <a:pt x="197" y="300"/>
                        <a:pt x="197" y="300"/>
                      </a:cubicBezTo>
                      <a:cubicBezTo>
                        <a:pt x="197" y="300"/>
                        <a:pt x="16" y="134"/>
                        <a:pt x="124" y="42"/>
                      </a:cubicBezTo>
                      <a:cubicBezTo>
                        <a:pt x="124" y="42"/>
                        <a:pt x="122" y="0"/>
                        <a:pt x="99" y="0"/>
                      </a:cubicBezTo>
                      <a:close/>
                    </a:path>
                  </a:pathLst>
                </a:custGeom>
                <a:solidFill>
                  <a:srgbClr val="3A1C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6" name="Google Shape;136;p13"/>
                <p:cNvSpPr/>
                <p:nvPr/>
              </p:nvSpPr>
              <p:spPr>
                <a:xfrm>
                  <a:off x="7202513" y="3337750"/>
                  <a:ext cx="5675" cy="10250"/>
                </a:xfrm>
                <a:custGeom>
                  <a:rect b="b" l="l" r="r" t="t"/>
                  <a:pathLst>
                    <a:path extrusionOk="0" h="410" w="227">
                      <a:moveTo>
                        <a:pt x="47" y="1"/>
                      </a:moveTo>
                      <a:cubicBezTo>
                        <a:pt x="41" y="1"/>
                        <a:pt x="35" y="3"/>
                        <a:pt x="30" y="9"/>
                      </a:cubicBezTo>
                      <a:cubicBezTo>
                        <a:pt x="1" y="36"/>
                        <a:pt x="98" y="328"/>
                        <a:pt x="163" y="392"/>
                      </a:cubicBezTo>
                      <a:cubicBezTo>
                        <a:pt x="175" y="404"/>
                        <a:pt x="185" y="409"/>
                        <a:pt x="193" y="409"/>
                      </a:cubicBezTo>
                      <a:cubicBezTo>
                        <a:pt x="226" y="409"/>
                        <a:pt x="225" y="321"/>
                        <a:pt x="225" y="320"/>
                      </a:cubicBezTo>
                      <a:lnTo>
                        <a:pt x="225" y="320"/>
                      </a:lnTo>
                      <a:cubicBezTo>
                        <a:pt x="215" y="327"/>
                        <a:pt x="206" y="329"/>
                        <a:pt x="197" y="329"/>
                      </a:cubicBezTo>
                      <a:cubicBezTo>
                        <a:pt x="109" y="329"/>
                        <a:pt x="96" y="41"/>
                        <a:pt x="96" y="41"/>
                      </a:cubicBezTo>
                      <a:cubicBezTo>
                        <a:pt x="96" y="41"/>
                        <a:pt x="71" y="1"/>
                        <a:pt x="47" y="1"/>
                      </a:cubicBezTo>
                      <a:close/>
                    </a:path>
                  </a:pathLst>
                </a:custGeom>
                <a:solidFill>
                  <a:srgbClr val="3A1C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7" name="Google Shape;137;p13"/>
                <p:cNvSpPr/>
                <p:nvPr/>
              </p:nvSpPr>
              <p:spPr>
                <a:xfrm>
                  <a:off x="7193938" y="3314800"/>
                  <a:ext cx="7800" cy="18000"/>
                </a:xfrm>
                <a:custGeom>
                  <a:rect b="b" l="l" r="r" t="t"/>
                  <a:pathLst>
                    <a:path extrusionOk="0" h="720" w="312">
                      <a:moveTo>
                        <a:pt x="106" y="0"/>
                      </a:moveTo>
                      <a:cubicBezTo>
                        <a:pt x="102" y="0"/>
                        <a:pt x="97" y="5"/>
                        <a:pt x="92" y="16"/>
                      </a:cubicBezTo>
                      <a:cubicBezTo>
                        <a:pt x="61" y="80"/>
                        <a:pt x="15" y="338"/>
                        <a:pt x="111" y="472"/>
                      </a:cubicBezTo>
                      <a:cubicBezTo>
                        <a:pt x="196" y="593"/>
                        <a:pt x="290" y="719"/>
                        <a:pt x="309" y="719"/>
                      </a:cubicBezTo>
                      <a:cubicBezTo>
                        <a:pt x="311" y="719"/>
                        <a:pt x="312" y="717"/>
                        <a:pt x="312" y="714"/>
                      </a:cubicBezTo>
                      <a:cubicBezTo>
                        <a:pt x="312" y="681"/>
                        <a:pt x="296" y="650"/>
                        <a:pt x="296" y="650"/>
                      </a:cubicBezTo>
                      <a:cubicBezTo>
                        <a:pt x="296" y="650"/>
                        <a:pt x="0" y="309"/>
                        <a:pt x="127" y="99"/>
                      </a:cubicBezTo>
                      <a:cubicBezTo>
                        <a:pt x="127" y="99"/>
                        <a:pt x="124" y="0"/>
                        <a:pt x="106" y="0"/>
                      </a:cubicBezTo>
                      <a:close/>
                    </a:path>
                  </a:pathLst>
                </a:custGeom>
                <a:solidFill>
                  <a:srgbClr val="3A1C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8" name="Google Shape;138;p13"/>
                <p:cNvSpPr/>
                <p:nvPr/>
              </p:nvSpPr>
              <p:spPr>
                <a:xfrm>
                  <a:off x="7203588" y="3327875"/>
                  <a:ext cx="4525" cy="5625"/>
                </a:xfrm>
                <a:custGeom>
                  <a:rect b="b" l="l" r="r" t="t"/>
                  <a:pathLst>
                    <a:path extrusionOk="0" h="225" w="181">
                      <a:moveTo>
                        <a:pt x="140" y="0"/>
                      </a:moveTo>
                      <a:lnTo>
                        <a:pt x="140" y="0"/>
                      </a:lnTo>
                      <a:cubicBezTo>
                        <a:pt x="0" y="187"/>
                        <a:pt x="162" y="225"/>
                        <a:pt x="162" y="225"/>
                      </a:cubicBezTo>
                      <a:cubicBezTo>
                        <a:pt x="89" y="114"/>
                        <a:pt x="181" y="41"/>
                        <a:pt x="181" y="41"/>
                      </a:cubicBezTo>
                      <a:lnTo>
                        <a:pt x="140" y="0"/>
                      </a:lnTo>
                      <a:close/>
                    </a:path>
                  </a:pathLst>
                </a:custGeom>
                <a:solidFill>
                  <a:srgbClr val="3A1C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9" name="Google Shape;139;p13"/>
                <p:cNvSpPr/>
                <p:nvPr/>
              </p:nvSpPr>
              <p:spPr>
                <a:xfrm>
                  <a:off x="7243963" y="3356075"/>
                  <a:ext cx="3350" cy="4450"/>
                </a:xfrm>
                <a:custGeom>
                  <a:rect b="b" l="l" r="r" t="t"/>
                  <a:pathLst>
                    <a:path extrusionOk="0" h="178" w="134">
                      <a:moveTo>
                        <a:pt x="55" y="0"/>
                      </a:moveTo>
                      <a:cubicBezTo>
                        <a:pt x="26" y="0"/>
                        <a:pt x="1" y="71"/>
                        <a:pt x="1" y="71"/>
                      </a:cubicBezTo>
                      <a:cubicBezTo>
                        <a:pt x="1" y="153"/>
                        <a:pt x="22" y="178"/>
                        <a:pt x="48" y="178"/>
                      </a:cubicBezTo>
                      <a:cubicBezTo>
                        <a:pt x="86" y="178"/>
                        <a:pt x="133" y="122"/>
                        <a:pt x="133" y="122"/>
                      </a:cubicBezTo>
                      <a:lnTo>
                        <a:pt x="133" y="122"/>
                      </a:lnTo>
                      <a:cubicBezTo>
                        <a:pt x="121" y="128"/>
                        <a:pt x="110" y="130"/>
                        <a:pt x="102" y="130"/>
                      </a:cubicBezTo>
                      <a:cubicBezTo>
                        <a:pt x="42" y="130"/>
                        <a:pt x="72" y="8"/>
                        <a:pt x="72" y="8"/>
                      </a:cubicBezTo>
                      <a:cubicBezTo>
                        <a:pt x="66" y="3"/>
                        <a:pt x="61" y="0"/>
                        <a:pt x="55" y="0"/>
                      </a:cubicBezTo>
                      <a:close/>
                    </a:path>
                  </a:pathLst>
                </a:custGeom>
                <a:solidFill>
                  <a:srgbClr val="3A1C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0" name="Google Shape;140;p13"/>
                <p:cNvSpPr/>
                <p:nvPr/>
              </p:nvSpPr>
              <p:spPr>
                <a:xfrm>
                  <a:off x="7256663" y="3331875"/>
                  <a:ext cx="5650" cy="14825"/>
                </a:xfrm>
                <a:custGeom>
                  <a:rect b="b" l="l" r="r" t="t"/>
                  <a:pathLst>
                    <a:path extrusionOk="0" h="593" w="226">
                      <a:moveTo>
                        <a:pt x="205" y="0"/>
                      </a:moveTo>
                      <a:cubicBezTo>
                        <a:pt x="205" y="0"/>
                        <a:pt x="192" y="35"/>
                        <a:pt x="192" y="53"/>
                      </a:cubicBezTo>
                      <a:cubicBezTo>
                        <a:pt x="192" y="53"/>
                        <a:pt x="197" y="509"/>
                        <a:pt x="63" y="509"/>
                      </a:cubicBezTo>
                      <a:cubicBezTo>
                        <a:pt x="58" y="509"/>
                        <a:pt x="54" y="508"/>
                        <a:pt x="49" y="507"/>
                      </a:cubicBezTo>
                      <a:cubicBezTo>
                        <a:pt x="49" y="507"/>
                        <a:pt x="1" y="576"/>
                        <a:pt x="46" y="590"/>
                      </a:cubicBezTo>
                      <a:cubicBezTo>
                        <a:pt x="50" y="592"/>
                        <a:pt x="54" y="592"/>
                        <a:pt x="59" y="592"/>
                      </a:cubicBezTo>
                      <a:cubicBezTo>
                        <a:pt x="111" y="592"/>
                        <a:pt x="225" y="516"/>
                        <a:pt x="225" y="309"/>
                      </a:cubicBezTo>
                      <a:cubicBezTo>
                        <a:pt x="225" y="84"/>
                        <a:pt x="205" y="0"/>
                        <a:pt x="205" y="0"/>
                      </a:cubicBezTo>
                      <a:close/>
                    </a:path>
                  </a:pathLst>
                </a:custGeom>
                <a:solidFill>
                  <a:srgbClr val="3A1C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1" name="Google Shape;141;p13"/>
                <p:cNvSpPr/>
                <p:nvPr/>
              </p:nvSpPr>
              <p:spPr>
                <a:xfrm>
                  <a:off x="7261738" y="3319850"/>
                  <a:ext cx="5850" cy="9825"/>
                </a:xfrm>
                <a:custGeom>
                  <a:rect b="b" l="l" r="r" t="t"/>
                  <a:pathLst>
                    <a:path extrusionOk="0" h="393" w="234">
                      <a:moveTo>
                        <a:pt x="164" y="1"/>
                      </a:moveTo>
                      <a:cubicBezTo>
                        <a:pt x="164" y="1"/>
                        <a:pt x="136" y="43"/>
                        <a:pt x="136" y="72"/>
                      </a:cubicBezTo>
                      <a:cubicBezTo>
                        <a:pt x="136" y="101"/>
                        <a:pt x="121" y="241"/>
                        <a:pt x="62" y="302"/>
                      </a:cubicBezTo>
                      <a:cubicBezTo>
                        <a:pt x="0" y="364"/>
                        <a:pt x="0" y="393"/>
                        <a:pt x="30" y="393"/>
                      </a:cubicBezTo>
                      <a:cubicBezTo>
                        <a:pt x="60" y="393"/>
                        <a:pt x="86" y="329"/>
                        <a:pt x="86" y="329"/>
                      </a:cubicBezTo>
                      <a:cubicBezTo>
                        <a:pt x="86" y="329"/>
                        <a:pt x="234" y="262"/>
                        <a:pt x="164" y="1"/>
                      </a:cubicBezTo>
                      <a:close/>
                    </a:path>
                  </a:pathLst>
                </a:custGeom>
                <a:solidFill>
                  <a:srgbClr val="3A1C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2" name="Google Shape;142;p13"/>
                <p:cNvSpPr/>
                <p:nvPr/>
              </p:nvSpPr>
              <p:spPr>
                <a:xfrm>
                  <a:off x="7232813" y="3357325"/>
                  <a:ext cx="5125" cy="4725"/>
                </a:xfrm>
                <a:custGeom>
                  <a:rect b="b" l="l" r="r" t="t"/>
                  <a:pathLst>
                    <a:path extrusionOk="0" h="189" w="205">
                      <a:moveTo>
                        <a:pt x="74" y="1"/>
                      </a:moveTo>
                      <a:cubicBezTo>
                        <a:pt x="74" y="1"/>
                        <a:pt x="1" y="42"/>
                        <a:pt x="40" y="98"/>
                      </a:cubicBezTo>
                      <a:cubicBezTo>
                        <a:pt x="74" y="149"/>
                        <a:pt x="125" y="189"/>
                        <a:pt x="159" y="189"/>
                      </a:cubicBezTo>
                      <a:cubicBezTo>
                        <a:pt x="165" y="189"/>
                        <a:pt x="170" y="188"/>
                        <a:pt x="174" y="186"/>
                      </a:cubicBezTo>
                      <a:cubicBezTo>
                        <a:pt x="205" y="170"/>
                        <a:pt x="192" y="149"/>
                        <a:pt x="192" y="149"/>
                      </a:cubicBezTo>
                      <a:cubicBezTo>
                        <a:pt x="192" y="149"/>
                        <a:pt x="17" y="111"/>
                        <a:pt x="74" y="1"/>
                      </a:cubicBezTo>
                      <a:close/>
                    </a:path>
                  </a:pathLst>
                </a:custGeom>
                <a:solidFill>
                  <a:srgbClr val="3A1C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3" name="Google Shape;143;p13"/>
                <p:cNvSpPr/>
                <p:nvPr/>
              </p:nvSpPr>
              <p:spPr>
                <a:xfrm>
                  <a:off x="7118363" y="3253650"/>
                  <a:ext cx="214600" cy="370350"/>
                </a:xfrm>
                <a:custGeom>
                  <a:rect b="b" l="l" r="r" t="t"/>
                  <a:pathLst>
                    <a:path extrusionOk="0" h="14814" w="8584">
                      <a:moveTo>
                        <a:pt x="7054" y="1317"/>
                      </a:moveTo>
                      <a:cubicBezTo>
                        <a:pt x="7064" y="1425"/>
                        <a:pt x="7064" y="1548"/>
                        <a:pt x="7064" y="1548"/>
                      </a:cubicBezTo>
                      <a:cubicBezTo>
                        <a:pt x="7060" y="1521"/>
                        <a:pt x="7051" y="1438"/>
                        <a:pt x="7022" y="1358"/>
                      </a:cubicBezTo>
                      <a:cubicBezTo>
                        <a:pt x="7033" y="1345"/>
                        <a:pt x="7044" y="1332"/>
                        <a:pt x="7054" y="1317"/>
                      </a:cubicBezTo>
                      <a:close/>
                      <a:moveTo>
                        <a:pt x="6917" y="1463"/>
                      </a:moveTo>
                      <a:cubicBezTo>
                        <a:pt x="6955" y="1569"/>
                        <a:pt x="6939" y="1676"/>
                        <a:pt x="6939" y="1676"/>
                      </a:cubicBezTo>
                      <a:cubicBezTo>
                        <a:pt x="6914" y="1607"/>
                        <a:pt x="6880" y="1556"/>
                        <a:pt x="6843" y="1518"/>
                      </a:cubicBezTo>
                      <a:cubicBezTo>
                        <a:pt x="6869" y="1501"/>
                        <a:pt x="6894" y="1483"/>
                        <a:pt x="6917" y="1463"/>
                      </a:cubicBezTo>
                      <a:close/>
                      <a:moveTo>
                        <a:pt x="6388" y="1"/>
                      </a:moveTo>
                      <a:cubicBezTo>
                        <a:pt x="5931" y="1"/>
                        <a:pt x="5561" y="372"/>
                        <a:pt x="5561" y="828"/>
                      </a:cubicBezTo>
                      <a:cubicBezTo>
                        <a:pt x="5561" y="1285"/>
                        <a:pt x="5931" y="1657"/>
                        <a:pt x="6388" y="1657"/>
                      </a:cubicBezTo>
                      <a:cubicBezTo>
                        <a:pt x="6494" y="1657"/>
                        <a:pt x="6595" y="1635"/>
                        <a:pt x="6690" y="1599"/>
                      </a:cubicBezTo>
                      <a:cubicBezTo>
                        <a:pt x="6733" y="1671"/>
                        <a:pt x="6780" y="1767"/>
                        <a:pt x="6805" y="1834"/>
                      </a:cubicBezTo>
                      <a:cubicBezTo>
                        <a:pt x="6843" y="1935"/>
                        <a:pt x="6781" y="2044"/>
                        <a:pt x="6781" y="2044"/>
                      </a:cubicBezTo>
                      <a:cubicBezTo>
                        <a:pt x="6781" y="2007"/>
                        <a:pt x="6736" y="1981"/>
                        <a:pt x="6696" y="1981"/>
                      </a:cubicBezTo>
                      <a:cubicBezTo>
                        <a:pt x="6674" y="1981"/>
                        <a:pt x="6653" y="1989"/>
                        <a:pt x="6642" y="2006"/>
                      </a:cubicBezTo>
                      <a:cubicBezTo>
                        <a:pt x="6608" y="2056"/>
                        <a:pt x="6658" y="2226"/>
                        <a:pt x="6704" y="2355"/>
                      </a:cubicBezTo>
                      <a:cubicBezTo>
                        <a:pt x="6749" y="2481"/>
                        <a:pt x="6553" y="2612"/>
                        <a:pt x="6414" y="2751"/>
                      </a:cubicBezTo>
                      <a:cubicBezTo>
                        <a:pt x="6276" y="2889"/>
                        <a:pt x="5759" y="3609"/>
                        <a:pt x="5692" y="3741"/>
                      </a:cubicBezTo>
                      <a:cubicBezTo>
                        <a:pt x="5626" y="3872"/>
                        <a:pt x="5523" y="4005"/>
                        <a:pt x="5523" y="4005"/>
                      </a:cubicBezTo>
                      <a:cubicBezTo>
                        <a:pt x="5483" y="4005"/>
                        <a:pt x="5456" y="4020"/>
                        <a:pt x="5438" y="4040"/>
                      </a:cubicBezTo>
                      <a:cubicBezTo>
                        <a:pt x="5412" y="4063"/>
                        <a:pt x="5396" y="4100"/>
                        <a:pt x="5402" y="4132"/>
                      </a:cubicBezTo>
                      <a:cubicBezTo>
                        <a:pt x="5395" y="4184"/>
                        <a:pt x="5403" y="4232"/>
                        <a:pt x="5403" y="4232"/>
                      </a:cubicBezTo>
                      <a:cubicBezTo>
                        <a:pt x="5300" y="4336"/>
                        <a:pt x="5011" y="5153"/>
                        <a:pt x="4928" y="5285"/>
                      </a:cubicBezTo>
                      <a:cubicBezTo>
                        <a:pt x="4847" y="5416"/>
                        <a:pt x="4775" y="5431"/>
                        <a:pt x="4775" y="5431"/>
                      </a:cubicBezTo>
                      <a:cubicBezTo>
                        <a:pt x="4775" y="5431"/>
                        <a:pt x="4694" y="5237"/>
                        <a:pt x="4602" y="5122"/>
                      </a:cubicBezTo>
                      <a:cubicBezTo>
                        <a:pt x="4538" y="5040"/>
                        <a:pt x="4343" y="5008"/>
                        <a:pt x="4188" y="5008"/>
                      </a:cubicBezTo>
                      <a:cubicBezTo>
                        <a:pt x="4123" y="5008"/>
                        <a:pt x="4066" y="5014"/>
                        <a:pt x="4027" y="5023"/>
                      </a:cubicBezTo>
                      <a:cubicBezTo>
                        <a:pt x="3894" y="5054"/>
                        <a:pt x="3853" y="5188"/>
                        <a:pt x="3773" y="5306"/>
                      </a:cubicBezTo>
                      <a:cubicBezTo>
                        <a:pt x="3693" y="5424"/>
                        <a:pt x="3665" y="5708"/>
                        <a:pt x="3683" y="5766"/>
                      </a:cubicBezTo>
                      <a:cubicBezTo>
                        <a:pt x="3699" y="5823"/>
                        <a:pt x="3665" y="5840"/>
                        <a:pt x="3665" y="5955"/>
                      </a:cubicBezTo>
                      <a:cubicBezTo>
                        <a:pt x="3665" y="6072"/>
                        <a:pt x="3779" y="6218"/>
                        <a:pt x="3779" y="6218"/>
                      </a:cubicBezTo>
                      <a:cubicBezTo>
                        <a:pt x="3753" y="6218"/>
                        <a:pt x="3695" y="6229"/>
                        <a:pt x="3668" y="6235"/>
                      </a:cubicBezTo>
                      <a:cubicBezTo>
                        <a:pt x="3664" y="6237"/>
                        <a:pt x="3660" y="6237"/>
                        <a:pt x="3655" y="6238"/>
                      </a:cubicBezTo>
                      <a:cubicBezTo>
                        <a:pt x="3621" y="6225"/>
                        <a:pt x="3584" y="6220"/>
                        <a:pt x="3547" y="6220"/>
                      </a:cubicBezTo>
                      <a:cubicBezTo>
                        <a:pt x="3366" y="6220"/>
                        <a:pt x="3172" y="6351"/>
                        <a:pt x="3127" y="6395"/>
                      </a:cubicBezTo>
                      <a:cubicBezTo>
                        <a:pt x="3073" y="6451"/>
                        <a:pt x="2915" y="6623"/>
                        <a:pt x="2848" y="6662"/>
                      </a:cubicBezTo>
                      <a:cubicBezTo>
                        <a:pt x="2783" y="6701"/>
                        <a:pt x="2698" y="6682"/>
                        <a:pt x="2483" y="6752"/>
                      </a:cubicBezTo>
                      <a:cubicBezTo>
                        <a:pt x="2269" y="6822"/>
                        <a:pt x="2100" y="7023"/>
                        <a:pt x="2100" y="7023"/>
                      </a:cubicBezTo>
                      <a:cubicBezTo>
                        <a:pt x="2086" y="6990"/>
                        <a:pt x="2066" y="6978"/>
                        <a:pt x="2046" y="6977"/>
                      </a:cubicBezTo>
                      <a:cubicBezTo>
                        <a:pt x="2032" y="6963"/>
                        <a:pt x="2015" y="6952"/>
                        <a:pt x="1998" y="6952"/>
                      </a:cubicBezTo>
                      <a:cubicBezTo>
                        <a:pt x="1994" y="6952"/>
                        <a:pt x="1991" y="6952"/>
                        <a:pt x="1987" y="6953"/>
                      </a:cubicBezTo>
                      <a:cubicBezTo>
                        <a:pt x="1977" y="6956"/>
                        <a:pt x="1968" y="6964"/>
                        <a:pt x="1963" y="6974"/>
                      </a:cubicBezTo>
                      <a:cubicBezTo>
                        <a:pt x="1912" y="6870"/>
                        <a:pt x="1661" y="6669"/>
                        <a:pt x="1562" y="6596"/>
                      </a:cubicBezTo>
                      <a:cubicBezTo>
                        <a:pt x="1456" y="6515"/>
                        <a:pt x="1381" y="6387"/>
                        <a:pt x="1346" y="6311"/>
                      </a:cubicBezTo>
                      <a:cubicBezTo>
                        <a:pt x="1311" y="6234"/>
                        <a:pt x="1180" y="6098"/>
                        <a:pt x="1126" y="6020"/>
                      </a:cubicBezTo>
                      <a:cubicBezTo>
                        <a:pt x="1074" y="5941"/>
                        <a:pt x="1035" y="5845"/>
                        <a:pt x="1035" y="5772"/>
                      </a:cubicBezTo>
                      <a:cubicBezTo>
                        <a:pt x="1035" y="5701"/>
                        <a:pt x="975" y="5562"/>
                        <a:pt x="975" y="5508"/>
                      </a:cubicBezTo>
                      <a:cubicBezTo>
                        <a:pt x="975" y="5454"/>
                        <a:pt x="1033" y="5380"/>
                        <a:pt x="1058" y="5355"/>
                      </a:cubicBezTo>
                      <a:cubicBezTo>
                        <a:pt x="1083" y="5331"/>
                        <a:pt x="1058" y="5285"/>
                        <a:pt x="1035" y="5262"/>
                      </a:cubicBezTo>
                      <a:cubicBezTo>
                        <a:pt x="1028" y="5256"/>
                        <a:pt x="1016" y="5253"/>
                        <a:pt x="1001" y="5253"/>
                      </a:cubicBezTo>
                      <a:cubicBezTo>
                        <a:pt x="961" y="5253"/>
                        <a:pt x="899" y="5274"/>
                        <a:pt x="867" y="5306"/>
                      </a:cubicBezTo>
                      <a:cubicBezTo>
                        <a:pt x="823" y="5349"/>
                        <a:pt x="818" y="5435"/>
                        <a:pt x="818" y="5475"/>
                      </a:cubicBezTo>
                      <a:cubicBezTo>
                        <a:pt x="818" y="5497"/>
                        <a:pt x="818" y="5513"/>
                        <a:pt x="802" y="5513"/>
                      </a:cubicBezTo>
                      <a:cubicBezTo>
                        <a:pt x="789" y="5513"/>
                        <a:pt x="766" y="5503"/>
                        <a:pt x="724" y="5475"/>
                      </a:cubicBezTo>
                      <a:cubicBezTo>
                        <a:pt x="631" y="5414"/>
                        <a:pt x="490" y="5097"/>
                        <a:pt x="465" y="5038"/>
                      </a:cubicBezTo>
                      <a:cubicBezTo>
                        <a:pt x="446" y="4992"/>
                        <a:pt x="405" y="4965"/>
                        <a:pt x="376" y="4965"/>
                      </a:cubicBezTo>
                      <a:cubicBezTo>
                        <a:pt x="368" y="4965"/>
                        <a:pt x="361" y="4967"/>
                        <a:pt x="356" y="4972"/>
                      </a:cubicBezTo>
                      <a:cubicBezTo>
                        <a:pt x="334" y="4994"/>
                        <a:pt x="346" y="5028"/>
                        <a:pt x="351" y="5054"/>
                      </a:cubicBezTo>
                      <a:cubicBezTo>
                        <a:pt x="362" y="5093"/>
                        <a:pt x="394" y="5199"/>
                        <a:pt x="477" y="5339"/>
                      </a:cubicBezTo>
                      <a:cubicBezTo>
                        <a:pt x="490" y="5361"/>
                        <a:pt x="488" y="5370"/>
                        <a:pt x="478" y="5370"/>
                      </a:cubicBezTo>
                      <a:cubicBezTo>
                        <a:pt x="461" y="5370"/>
                        <a:pt x="420" y="5341"/>
                        <a:pt x="398" y="5309"/>
                      </a:cubicBezTo>
                      <a:cubicBezTo>
                        <a:pt x="366" y="5256"/>
                        <a:pt x="264" y="5128"/>
                        <a:pt x="228" y="5099"/>
                      </a:cubicBezTo>
                      <a:cubicBezTo>
                        <a:pt x="219" y="5091"/>
                        <a:pt x="197" y="5076"/>
                        <a:pt x="178" y="5076"/>
                      </a:cubicBezTo>
                      <a:cubicBezTo>
                        <a:pt x="167" y="5076"/>
                        <a:pt x="157" y="5081"/>
                        <a:pt x="152" y="5096"/>
                      </a:cubicBezTo>
                      <a:cubicBezTo>
                        <a:pt x="146" y="5114"/>
                        <a:pt x="223" y="5268"/>
                        <a:pt x="273" y="5339"/>
                      </a:cubicBezTo>
                      <a:cubicBezTo>
                        <a:pt x="304" y="5383"/>
                        <a:pt x="358" y="5469"/>
                        <a:pt x="339" y="5469"/>
                      </a:cubicBezTo>
                      <a:cubicBezTo>
                        <a:pt x="328" y="5469"/>
                        <a:pt x="291" y="5438"/>
                        <a:pt x="207" y="5349"/>
                      </a:cubicBezTo>
                      <a:cubicBezTo>
                        <a:pt x="154" y="5293"/>
                        <a:pt x="98" y="5237"/>
                        <a:pt x="58" y="5237"/>
                      </a:cubicBezTo>
                      <a:cubicBezTo>
                        <a:pt x="51" y="5237"/>
                        <a:pt x="45" y="5239"/>
                        <a:pt x="40" y="5242"/>
                      </a:cubicBezTo>
                      <a:cubicBezTo>
                        <a:pt x="0" y="5264"/>
                        <a:pt x="57" y="5325"/>
                        <a:pt x="57" y="5325"/>
                      </a:cubicBezTo>
                      <a:lnTo>
                        <a:pt x="271" y="5612"/>
                      </a:lnTo>
                      <a:cubicBezTo>
                        <a:pt x="227" y="5590"/>
                        <a:pt x="70" y="5472"/>
                        <a:pt x="38" y="5472"/>
                      </a:cubicBezTo>
                      <a:cubicBezTo>
                        <a:pt x="36" y="5472"/>
                        <a:pt x="35" y="5472"/>
                        <a:pt x="34" y="5473"/>
                      </a:cubicBezTo>
                      <a:cubicBezTo>
                        <a:pt x="18" y="5489"/>
                        <a:pt x="5" y="5497"/>
                        <a:pt x="25" y="5530"/>
                      </a:cubicBezTo>
                      <a:cubicBezTo>
                        <a:pt x="35" y="5546"/>
                        <a:pt x="155" y="5667"/>
                        <a:pt x="228" y="5740"/>
                      </a:cubicBezTo>
                      <a:cubicBezTo>
                        <a:pt x="301" y="5811"/>
                        <a:pt x="303" y="5865"/>
                        <a:pt x="368" y="5929"/>
                      </a:cubicBezTo>
                      <a:cubicBezTo>
                        <a:pt x="432" y="5993"/>
                        <a:pt x="583" y="6119"/>
                        <a:pt x="678" y="6152"/>
                      </a:cubicBezTo>
                      <a:cubicBezTo>
                        <a:pt x="772" y="6186"/>
                        <a:pt x="781" y="6272"/>
                        <a:pt x="925" y="6524"/>
                      </a:cubicBezTo>
                      <a:cubicBezTo>
                        <a:pt x="1070" y="6776"/>
                        <a:pt x="1454" y="7320"/>
                        <a:pt x="1598" y="7502"/>
                      </a:cubicBezTo>
                      <a:cubicBezTo>
                        <a:pt x="1692" y="7619"/>
                        <a:pt x="1787" y="7640"/>
                        <a:pt x="1842" y="7640"/>
                      </a:cubicBezTo>
                      <a:cubicBezTo>
                        <a:pt x="1873" y="7640"/>
                        <a:pt x="1891" y="7634"/>
                        <a:pt x="1891" y="7634"/>
                      </a:cubicBezTo>
                      <a:cubicBezTo>
                        <a:pt x="1907" y="7682"/>
                        <a:pt x="1946" y="7698"/>
                        <a:pt x="1986" y="7698"/>
                      </a:cubicBezTo>
                      <a:cubicBezTo>
                        <a:pt x="2032" y="7698"/>
                        <a:pt x="2079" y="7677"/>
                        <a:pt x="2094" y="7663"/>
                      </a:cubicBezTo>
                      <a:cubicBezTo>
                        <a:pt x="2120" y="7636"/>
                        <a:pt x="2110" y="7602"/>
                        <a:pt x="2110" y="7602"/>
                      </a:cubicBezTo>
                      <a:cubicBezTo>
                        <a:pt x="2110" y="7602"/>
                        <a:pt x="2655" y="7519"/>
                        <a:pt x="2832" y="7494"/>
                      </a:cubicBezTo>
                      <a:cubicBezTo>
                        <a:pt x="3010" y="7469"/>
                        <a:pt x="3253" y="7250"/>
                        <a:pt x="3253" y="7250"/>
                      </a:cubicBezTo>
                      <a:cubicBezTo>
                        <a:pt x="3253" y="7250"/>
                        <a:pt x="3265" y="7299"/>
                        <a:pt x="3282" y="7364"/>
                      </a:cubicBezTo>
                      <a:cubicBezTo>
                        <a:pt x="3301" y="7476"/>
                        <a:pt x="3325" y="7587"/>
                        <a:pt x="3355" y="7689"/>
                      </a:cubicBezTo>
                      <a:cubicBezTo>
                        <a:pt x="3380" y="7771"/>
                        <a:pt x="3406" y="7854"/>
                        <a:pt x="3428" y="7929"/>
                      </a:cubicBezTo>
                      <a:cubicBezTo>
                        <a:pt x="3476" y="8124"/>
                        <a:pt x="3521" y="8328"/>
                        <a:pt x="3517" y="8384"/>
                      </a:cubicBezTo>
                      <a:cubicBezTo>
                        <a:pt x="3499" y="8385"/>
                        <a:pt x="3483" y="8386"/>
                        <a:pt x="3469" y="8386"/>
                      </a:cubicBezTo>
                      <a:cubicBezTo>
                        <a:pt x="3463" y="8386"/>
                        <a:pt x="3458" y="8386"/>
                        <a:pt x="3453" y="8385"/>
                      </a:cubicBezTo>
                      <a:cubicBezTo>
                        <a:pt x="3445" y="8385"/>
                        <a:pt x="3438" y="8384"/>
                        <a:pt x="3429" y="8384"/>
                      </a:cubicBezTo>
                      <a:cubicBezTo>
                        <a:pt x="3352" y="8384"/>
                        <a:pt x="3244" y="8414"/>
                        <a:pt x="3182" y="8452"/>
                      </a:cubicBezTo>
                      <a:cubicBezTo>
                        <a:pt x="3157" y="8455"/>
                        <a:pt x="3131" y="8457"/>
                        <a:pt x="3105" y="8460"/>
                      </a:cubicBezTo>
                      <a:cubicBezTo>
                        <a:pt x="3038" y="8467"/>
                        <a:pt x="2995" y="8471"/>
                        <a:pt x="2966" y="8476"/>
                      </a:cubicBezTo>
                      <a:cubicBezTo>
                        <a:pt x="2953" y="8471"/>
                        <a:pt x="2940" y="8467"/>
                        <a:pt x="2930" y="8461"/>
                      </a:cubicBezTo>
                      <a:cubicBezTo>
                        <a:pt x="2912" y="8451"/>
                        <a:pt x="2894" y="8447"/>
                        <a:pt x="2877" y="8447"/>
                      </a:cubicBezTo>
                      <a:cubicBezTo>
                        <a:pt x="2838" y="8447"/>
                        <a:pt x="2800" y="8470"/>
                        <a:pt x="2767" y="8508"/>
                      </a:cubicBezTo>
                      <a:cubicBezTo>
                        <a:pt x="2753" y="8524"/>
                        <a:pt x="2733" y="8531"/>
                        <a:pt x="2709" y="8531"/>
                      </a:cubicBezTo>
                      <a:cubicBezTo>
                        <a:pt x="2690" y="8531"/>
                        <a:pt x="2668" y="8527"/>
                        <a:pt x="2646" y="8521"/>
                      </a:cubicBezTo>
                      <a:cubicBezTo>
                        <a:pt x="2602" y="8499"/>
                        <a:pt x="2557" y="8477"/>
                        <a:pt x="2510" y="8468"/>
                      </a:cubicBezTo>
                      <a:cubicBezTo>
                        <a:pt x="2496" y="8466"/>
                        <a:pt x="2485" y="8464"/>
                        <a:pt x="2474" y="8464"/>
                      </a:cubicBezTo>
                      <a:cubicBezTo>
                        <a:pt x="2450" y="8464"/>
                        <a:pt x="2435" y="8471"/>
                        <a:pt x="2427" y="8481"/>
                      </a:cubicBezTo>
                      <a:cubicBezTo>
                        <a:pt x="2421" y="8486"/>
                        <a:pt x="2417" y="8490"/>
                        <a:pt x="2417" y="8493"/>
                      </a:cubicBezTo>
                      <a:cubicBezTo>
                        <a:pt x="2417" y="8494"/>
                        <a:pt x="2419" y="8494"/>
                        <a:pt x="2419" y="8494"/>
                      </a:cubicBezTo>
                      <a:cubicBezTo>
                        <a:pt x="2411" y="8516"/>
                        <a:pt x="2416" y="8547"/>
                        <a:pt x="2416" y="8576"/>
                      </a:cubicBezTo>
                      <a:cubicBezTo>
                        <a:pt x="2416" y="8637"/>
                        <a:pt x="2378" y="8696"/>
                        <a:pt x="2378" y="8696"/>
                      </a:cubicBezTo>
                      <a:cubicBezTo>
                        <a:pt x="2378" y="8696"/>
                        <a:pt x="1995" y="8831"/>
                        <a:pt x="1871" y="8864"/>
                      </a:cubicBezTo>
                      <a:cubicBezTo>
                        <a:pt x="1747" y="8898"/>
                        <a:pt x="1644" y="9000"/>
                        <a:pt x="1585" y="9198"/>
                      </a:cubicBezTo>
                      <a:cubicBezTo>
                        <a:pt x="1529" y="9396"/>
                        <a:pt x="1743" y="9583"/>
                        <a:pt x="1887" y="9583"/>
                      </a:cubicBezTo>
                      <a:cubicBezTo>
                        <a:pt x="2031" y="9583"/>
                        <a:pt x="2117" y="9597"/>
                        <a:pt x="2200" y="9682"/>
                      </a:cubicBezTo>
                      <a:cubicBezTo>
                        <a:pt x="2286" y="9766"/>
                        <a:pt x="2646" y="9846"/>
                        <a:pt x="2918" y="9846"/>
                      </a:cubicBezTo>
                      <a:cubicBezTo>
                        <a:pt x="3191" y="9846"/>
                        <a:pt x="3635" y="9992"/>
                        <a:pt x="3635" y="9992"/>
                      </a:cubicBezTo>
                      <a:lnTo>
                        <a:pt x="3635" y="10611"/>
                      </a:lnTo>
                      <a:cubicBezTo>
                        <a:pt x="3635" y="10999"/>
                        <a:pt x="3821" y="11908"/>
                        <a:pt x="3821" y="11908"/>
                      </a:cubicBezTo>
                      <a:lnTo>
                        <a:pt x="3770" y="11989"/>
                      </a:lnTo>
                      <a:cubicBezTo>
                        <a:pt x="3770" y="12707"/>
                        <a:pt x="4266" y="13096"/>
                        <a:pt x="4471" y="13227"/>
                      </a:cubicBezTo>
                      <a:cubicBezTo>
                        <a:pt x="4569" y="13290"/>
                        <a:pt x="4727" y="13306"/>
                        <a:pt x="4867" y="13306"/>
                      </a:cubicBezTo>
                      <a:cubicBezTo>
                        <a:pt x="5023" y="13306"/>
                        <a:pt x="5157" y="13286"/>
                        <a:pt x="5157" y="13286"/>
                      </a:cubicBezTo>
                      <a:cubicBezTo>
                        <a:pt x="5338" y="13468"/>
                        <a:pt x="6452" y="13677"/>
                        <a:pt x="6452" y="13677"/>
                      </a:cubicBezTo>
                      <a:cubicBezTo>
                        <a:pt x="6427" y="13702"/>
                        <a:pt x="6486" y="13736"/>
                        <a:pt x="6486" y="13736"/>
                      </a:cubicBezTo>
                      <a:cubicBezTo>
                        <a:pt x="6556" y="13736"/>
                        <a:pt x="7014" y="13868"/>
                        <a:pt x="7014" y="13868"/>
                      </a:cubicBezTo>
                      <a:cubicBezTo>
                        <a:pt x="7014" y="13868"/>
                        <a:pt x="7065" y="13915"/>
                        <a:pt x="7157" y="13944"/>
                      </a:cubicBezTo>
                      <a:cubicBezTo>
                        <a:pt x="7248" y="13973"/>
                        <a:pt x="7125" y="13975"/>
                        <a:pt x="7125" y="14044"/>
                      </a:cubicBezTo>
                      <a:cubicBezTo>
                        <a:pt x="7125" y="14072"/>
                        <a:pt x="7154" y="14078"/>
                        <a:pt x="7189" y="14078"/>
                      </a:cubicBezTo>
                      <a:cubicBezTo>
                        <a:pt x="7218" y="14078"/>
                        <a:pt x="7251" y="14074"/>
                        <a:pt x="7277" y="14074"/>
                      </a:cubicBezTo>
                      <a:cubicBezTo>
                        <a:pt x="7300" y="14074"/>
                        <a:pt x="7316" y="14078"/>
                        <a:pt x="7316" y="14091"/>
                      </a:cubicBezTo>
                      <a:cubicBezTo>
                        <a:pt x="7316" y="14136"/>
                        <a:pt x="7400" y="14369"/>
                        <a:pt x="7467" y="14438"/>
                      </a:cubicBezTo>
                      <a:cubicBezTo>
                        <a:pt x="7532" y="14501"/>
                        <a:pt x="7587" y="14759"/>
                        <a:pt x="7626" y="14759"/>
                      </a:cubicBezTo>
                      <a:cubicBezTo>
                        <a:pt x="7629" y="14759"/>
                        <a:pt x="7631" y="14758"/>
                        <a:pt x="7634" y="14755"/>
                      </a:cubicBezTo>
                      <a:cubicBezTo>
                        <a:pt x="7673" y="14716"/>
                        <a:pt x="7530" y="14334"/>
                        <a:pt x="7530" y="14334"/>
                      </a:cubicBezTo>
                      <a:lnTo>
                        <a:pt x="7530" y="14334"/>
                      </a:lnTo>
                      <a:cubicBezTo>
                        <a:pt x="7530" y="14334"/>
                        <a:pt x="7625" y="14375"/>
                        <a:pt x="7719" y="14425"/>
                      </a:cubicBezTo>
                      <a:cubicBezTo>
                        <a:pt x="7729" y="14430"/>
                        <a:pt x="7737" y="14432"/>
                        <a:pt x="7743" y="14432"/>
                      </a:cubicBezTo>
                      <a:cubicBezTo>
                        <a:pt x="7788" y="14432"/>
                        <a:pt x="7729" y="14299"/>
                        <a:pt x="7747" y="14299"/>
                      </a:cubicBezTo>
                      <a:cubicBezTo>
                        <a:pt x="7750" y="14299"/>
                        <a:pt x="7755" y="14302"/>
                        <a:pt x="7762" y="14310"/>
                      </a:cubicBezTo>
                      <a:cubicBezTo>
                        <a:pt x="7821" y="14369"/>
                        <a:pt x="8066" y="14562"/>
                        <a:pt x="8129" y="14656"/>
                      </a:cubicBezTo>
                      <a:cubicBezTo>
                        <a:pt x="8190" y="14751"/>
                        <a:pt x="8352" y="14814"/>
                        <a:pt x="8467" y="14814"/>
                      </a:cubicBezTo>
                      <a:cubicBezTo>
                        <a:pt x="8583" y="14814"/>
                        <a:pt x="8583" y="14544"/>
                        <a:pt x="8583" y="14326"/>
                      </a:cubicBezTo>
                      <a:cubicBezTo>
                        <a:pt x="8582" y="14106"/>
                        <a:pt x="8430" y="13864"/>
                        <a:pt x="8337" y="13771"/>
                      </a:cubicBezTo>
                      <a:cubicBezTo>
                        <a:pt x="8245" y="13677"/>
                        <a:pt x="8235" y="13581"/>
                        <a:pt x="8189" y="13453"/>
                      </a:cubicBezTo>
                      <a:cubicBezTo>
                        <a:pt x="8143" y="13325"/>
                        <a:pt x="8017" y="13111"/>
                        <a:pt x="7880" y="13032"/>
                      </a:cubicBezTo>
                      <a:cubicBezTo>
                        <a:pt x="7855" y="13018"/>
                        <a:pt x="7829" y="13012"/>
                        <a:pt x="7800" y="13012"/>
                      </a:cubicBezTo>
                      <a:cubicBezTo>
                        <a:pt x="7671" y="13012"/>
                        <a:pt x="7516" y="13137"/>
                        <a:pt x="7456" y="13166"/>
                      </a:cubicBezTo>
                      <a:cubicBezTo>
                        <a:pt x="7384" y="13201"/>
                        <a:pt x="7384" y="13239"/>
                        <a:pt x="7301" y="13239"/>
                      </a:cubicBezTo>
                      <a:cubicBezTo>
                        <a:pt x="7218" y="13239"/>
                        <a:pt x="7162" y="13304"/>
                        <a:pt x="7162" y="13304"/>
                      </a:cubicBezTo>
                      <a:cubicBezTo>
                        <a:pt x="7099" y="13304"/>
                        <a:pt x="6653" y="13156"/>
                        <a:pt x="6604" y="13118"/>
                      </a:cubicBezTo>
                      <a:cubicBezTo>
                        <a:pt x="6594" y="13111"/>
                        <a:pt x="6588" y="13108"/>
                        <a:pt x="6585" y="13108"/>
                      </a:cubicBezTo>
                      <a:cubicBezTo>
                        <a:pt x="6575" y="13108"/>
                        <a:pt x="6593" y="13139"/>
                        <a:pt x="6601" y="13152"/>
                      </a:cubicBezTo>
                      <a:lnTo>
                        <a:pt x="6595" y="13152"/>
                      </a:lnTo>
                      <a:cubicBezTo>
                        <a:pt x="6525" y="13125"/>
                        <a:pt x="6078" y="12946"/>
                        <a:pt x="5960" y="12908"/>
                      </a:cubicBezTo>
                      <a:cubicBezTo>
                        <a:pt x="5832" y="12867"/>
                        <a:pt x="5763" y="12723"/>
                        <a:pt x="5664" y="12656"/>
                      </a:cubicBezTo>
                      <a:cubicBezTo>
                        <a:pt x="5632" y="12635"/>
                        <a:pt x="5580" y="12628"/>
                        <a:pt x="5524" y="12628"/>
                      </a:cubicBezTo>
                      <a:cubicBezTo>
                        <a:pt x="5404" y="12628"/>
                        <a:pt x="5265" y="12661"/>
                        <a:pt x="5265" y="12661"/>
                      </a:cubicBezTo>
                      <a:lnTo>
                        <a:pt x="5265" y="12620"/>
                      </a:lnTo>
                      <a:cubicBezTo>
                        <a:pt x="5265" y="12582"/>
                        <a:pt x="4930" y="12458"/>
                        <a:pt x="4843" y="12458"/>
                      </a:cubicBezTo>
                      <a:cubicBezTo>
                        <a:pt x="4757" y="12458"/>
                        <a:pt x="4774" y="12008"/>
                        <a:pt x="4774" y="12008"/>
                      </a:cubicBezTo>
                      <a:lnTo>
                        <a:pt x="4810" y="11988"/>
                      </a:lnTo>
                      <a:cubicBezTo>
                        <a:pt x="4810" y="11988"/>
                        <a:pt x="4716" y="11988"/>
                        <a:pt x="4808" y="11852"/>
                      </a:cubicBezTo>
                      <a:cubicBezTo>
                        <a:pt x="4898" y="11715"/>
                        <a:pt x="4940" y="10865"/>
                        <a:pt x="4940" y="10865"/>
                      </a:cubicBezTo>
                      <a:cubicBezTo>
                        <a:pt x="4940" y="10865"/>
                        <a:pt x="4946" y="10937"/>
                        <a:pt x="5006" y="10997"/>
                      </a:cubicBezTo>
                      <a:cubicBezTo>
                        <a:pt x="5057" y="11047"/>
                        <a:pt x="5214" y="11118"/>
                        <a:pt x="5309" y="11118"/>
                      </a:cubicBezTo>
                      <a:cubicBezTo>
                        <a:pt x="5328" y="11118"/>
                        <a:pt x="5344" y="11115"/>
                        <a:pt x="5357" y="11109"/>
                      </a:cubicBezTo>
                      <a:cubicBezTo>
                        <a:pt x="5435" y="11071"/>
                        <a:pt x="5510" y="10889"/>
                        <a:pt x="5510" y="10812"/>
                      </a:cubicBezTo>
                      <a:cubicBezTo>
                        <a:pt x="5510" y="10733"/>
                        <a:pt x="5597" y="10556"/>
                        <a:pt x="5680" y="10428"/>
                      </a:cubicBezTo>
                      <a:cubicBezTo>
                        <a:pt x="5762" y="10299"/>
                        <a:pt x="5766" y="10168"/>
                        <a:pt x="5766" y="10076"/>
                      </a:cubicBezTo>
                      <a:cubicBezTo>
                        <a:pt x="5766" y="10010"/>
                        <a:pt x="5694" y="10001"/>
                        <a:pt x="5656" y="10001"/>
                      </a:cubicBezTo>
                      <a:cubicBezTo>
                        <a:pt x="5643" y="10001"/>
                        <a:pt x="5633" y="10002"/>
                        <a:pt x="5633" y="10002"/>
                      </a:cubicBezTo>
                      <a:cubicBezTo>
                        <a:pt x="5534" y="9937"/>
                        <a:pt x="5304" y="9932"/>
                        <a:pt x="5304" y="9932"/>
                      </a:cubicBezTo>
                      <a:cubicBezTo>
                        <a:pt x="5543" y="9478"/>
                        <a:pt x="5287" y="8669"/>
                        <a:pt x="5287" y="8669"/>
                      </a:cubicBezTo>
                      <a:cubicBezTo>
                        <a:pt x="5287" y="8669"/>
                        <a:pt x="5291" y="8467"/>
                        <a:pt x="5196" y="8372"/>
                      </a:cubicBezTo>
                      <a:cubicBezTo>
                        <a:pt x="5102" y="8277"/>
                        <a:pt x="5280" y="7985"/>
                        <a:pt x="5387" y="7769"/>
                      </a:cubicBezTo>
                      <a:cubicBezTo>
                        <a:pt x="5494" y="7555"/>
                        <a:pt x="5453" y="7175"/>
                        <a:pt x="5453" y="7175"/>
                      </a:cubicBezTo>
                      <a:cubicBezTo>
                        <a:pt x="5708" y="7175"/>
                        <a:pt x="5329" y="6621"/>
                        <a:pt x="5329" y="6621"/>
                      </a:cubicBezTo>
                      <a:cubicBezTo>
                        <a:pt x="5329" y="6621"/>
                        <a:pt x="5345" y="6411"/>
                        <a:pt x="5345" y="6317"/>
                      </a:cubicBezTo>
                      <a:cubicBezTo>
                        <a:pt x="5345" y="6222"/>
                        <a:pt x="5514" y="5921"/>
                        <a:pt x="5543" y="5833"/>
                      </a:cubicBezTo>
                      <a:cubicBezTo>
                        <a:pt x="5572" y="5747"/>
                        <a:pt x="5597" y="5631"/>
                        <a:pt x="5667" y="5507"/>
                      </a:cubicBezTo>
                      <a:cubicBezTo>
                        <a:pt x="5737" y="5383"/>
                        <a:pt x="5977" y="4505"/>
                        <a:pt x="5977" y="4505"/>
                      </a:cubicBezTo>
                      <a:cubicBezTo>
                        <a:pt x="6111" y="4411"/>
                        <a:pt x="6034" y="4299"/>
                        <a:pt x="6034" y="4299"/>
                      </a:cubicBezTo>
                      <a:cubicBezTo>
                        <a:pt x="6034" y="4299"/>
                        <a:pt x="6092" y="4239"/>
                        <a:pt x="6239" y="4044"/>
                      </a:cubicBezTo>
                      <a:cubicBezTo>
                        <a:pt x="6385" y="3848"/>
                        <a:pt x="6455" y="3664"/>
                        <a:pt x="6518" y="3569"/>
                      </a:cubicBezTo>
                      <a:cubicBezTo>
                        <a:pt x="6579" y="3475"/>
                        <a:pt x="6662" y="3380"/>
                        <a:pt x="6691" y="3258"/>
                      </a:cubicBezTo>
                      <a:cubicBezTo>
                        <a:pt x="6720" y="3135"/>
                        <a:pt x="6864" y="2789"/>
                        <a:pt x="6905" y="2692"/>
                      </a:cubicBezTo>
                      <a:cubicBezTo>
                        <a:pt x="6947" y="2595"/>
                        <a:pt x="7014" y="2496"/>
                        <a:pt x="7014" y="2432"/>
                      </a:cubicBezTo>
                      <a:cubicBezTo>
                        <a:pt x="7014" y="2368"/>
                        <a:pt x="7083" y="2244"/>
                        <a:pt x="7122" y="2162"/>
                      </a:cubicBezTo>
                      <a:cubicBezTo>
                        <a:pt x="7162" y="2079"/>
                        <a:pt x="7179" y="1954"/>
                        <a:pt x="7179" y="1869"/>
                      </a:cubicBezTo>
                      <a:cubicBezTo>
                        <a:pt x="7179" y="1791"/>
                        <a:pt x="7176" y="1696"/>
                        <a:pt x="7210" y="1491"/>
                      </a:cubicBezTo>
                      <a:cubicBezTo>
                        <a:pt x="7239" y="1312"/>
                        <a:pt x="7157" y="1277"/>
                        <a:pt x="7157" y="1277"/>
                      </a:cubicBezTo>
                      <a:cubicBezTo>
                        <a:pt x="7162" y="1236"/>
                        <a:pt x="7153" y="1201"/>
                        <a:pt x="7140" y="1175"/>
                      </a:cubicBezTo>
                      <a:cubicBezTo>
                        <a:pt x="7188" y="1068"/>
                        <a:pt x="7215" y="952"/>
                        <a:pt x="7215" y="828"/>
                      </a:cubicBezTo>
                      <a:cubicBezTo>
                        <a:pt x="7215" y="372"/>
                        <a:pt x="6845" y="1"/>
                        <a:pt x="6388" y="1"/>
                      </a:cubicBezTo>
                      <a:close/>
                    </a:path>
                  </a:pathLst>
                </a:custGeom>
                <a:solidFill>
                  <a:srgbClr val="3A1C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144" name="Google Shape;144;p13"/>
              <p:cNvSpPr/>
              <p:nvPr/>
            </p:nvSpPr>
            <p:spPr>
              <a:xfrm>
                <a:off x="6879865" y="2259847"/>
                <a:ext cx="183000" cy="183000"/>
              </a:xfrm>
              <a:prstGeom prst="ellipse">
                <a:avLst/>
              </a:prstGeom>
              <a:solidFill>
                <a:srgbClr val="FF63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pic>
        <p:nvPicPr>
          <p:cNvPr id="145" name="Google Shape;14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73825" y="1324225"/>
            <a:ext cx="327976" cy="291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4"/>
          <p:cNvSpPr txBox="1"/>
          <p:nvPr>
            <p:ph type="title"/>
          </p:nvPr>
        </p:nvSpPr>
        <p:spPr>
          <a:xfrm>
            <a:off x="713225" y="539500"/>
            <a:ext cx="7717500" cy="47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 </a:t>
            </a:r>
            <a:endParaRPr/>
          </a:p>
        </p:txBody>
      </p:sp>
      <p:grpSp>
        <p:nvGrpSpPr>
          <p:cNvPr id="151" name="Google Shape;151;p14"/>
          <p:cNvGrpSpPr/>
          <p:nvPr/>
        </p:nvGrpSpPr>
        <p:grpSpPr>
          <a:xfrm>
            <a:off x="6884225" y="1253948"/>
            <a:ext cx="1866375" cy="3276346"/>
            <a:chOff x="3635150" y="1233648"/>
            <a:chExt cx="1866375" cy="3276346"/>
          </a:xfrm>
        </p:grpSpPr>
        <p:sp>
          <p:nvSpPr>
            <p:cNvPr id="152" name="Google Shape;152;p14"/>
            <p:cNvSpPr/>
            <p:nvPr/>
          </p:nvSpPr>
          <p:spPr>
            <a:xfrm>
              <a:off x="3635150" y="1235799"/>
              <a:ext cx="1866375" cy="3274195"/>
            </a:xfrm>
            <a:custGeom>
              <a:rect b="b" l="l" r="r" t="t"/>
              <a:pathLst>
                <a:path extrusionOk="0" h="8642" w="4926">
                  <a:moveTo>
                    <a:pt x="2028" y="968"/>
                  </a:moveTo>
                  <a:cubicBezTo>
                    <a:pt x="2028" y="968"/>
                    <a:pt x="2023" y="990"/>
                    <a:pt x="2025" y="994"/>
                  </a:cubicBezTo>
                  <a:cubicBezTo>
                    <a:pt x="2028" y="1000"/>
                    <a:pt x="2011" y="1019"/>
                    <a:pt x="2012" y="1039"/>
                  </a:cubicBezTo>
                  <a:cubicBezTo>
                    <a:pt x="2015" y="1058"/>
                    <a:pt x="2002" y="1064"/>
                    <a:pt x="1995" y="1064"/>
                  </a:cubicBezTo>
                  <a:cubicBezTo>
                    <a:pt x="1986" y="1064"/>
                    <a:pt x="1966" y="1062"/>
                    <a:pt x="1966" y="1062"/>
                  </a:cubicBezTo>
                  <a:cubicBezTo>
                    <a:pt x="1966" y="1062"/>
                    <a:pt x="1980" y="1044"/>
                    <a:pt x="1980" y="1027"/>
                  </a:cubicBezTo>
                  <a:cubicBezTo>
                    <a:pt x="1980" y="1022"/>
                    <a:pt x="1978" y="1020"/>
                    <a:pt x="1974" y="1020"/>
                  </a:cubicBezTo>
                  <a:cubicBezTo>
                    <a:pt x="1968" y="1020"/>
                    <a:pt x="1958" y="1026"/>
                    <a:pt x="1951" y="1026"/>
                  </a:cubicBezTo>
                  <a:cubicBezTo>
                    <a:pt x="1941" y="1026"/>
                    <a:pt x="1890" y="1055"/>
                    <a:pt x="1881" y="1055"/>
                  </a:cubicBezTo>
                  <a:cubicBezTo>
                    <a:pt x="1886" y="1049"/>
                    <a:pt x="1922" y="1033"/>
                    <a:pt x="1966" y="1007"/>
                  </a:cubicBezTo>
                  <a:cubicBezTo>
                    <a:pt x="2018" y="977"/>
                    <a:pt x="2028" y="968"/>
                    <a:pt x="2028" y="968"/>
                  </a:cubicBezTo>
                  <a:close/>
                  <a:moveTo>
                    <a:pt x="1737" y="1"/>
                  </a:moveTo>
                  <a:cubicBezTo>
                    <a:pt x="1440" y="1"/>
                    <a:pt x="1199" y="241"/>
                    <a:pt x="1199" y="538"/>
                  </a:cubicBezTo>
                  <a:cubicBezTo>
                    <a:pt x="1199" y="684"/>
                    <a:pt x="1256" y="816"/>
                    <a:pt x="1351" y="912"/>
                  </a:cubicBezTo>
                  <a:cubicBezTo>
                    <a:pt x="1352" y="917"/>
                    <a:pt x="1352" y="918"/>
                    <a:pt x="1351" y="918"/>
                  </a:cubicBezTo>
                  <a:cubicBezTo>
                    <a:pt x="1342" y="923"/>
                    <a:pt x="1341" y="926"/>
                    <a:pt x="1350" y="952"/>
                  </a:cubicBezTo>
                  <a:cubicBezTo>
                    <a:pt x="1360" y="977"/>
                    <a:pt x="1399" y="1023"/>
                    <a:pt x="1408" y="1062"/>
                  </a:cubicBezTo>
                  <a:cubicBezTo>
                    <a:pt x="1418" y="1102"/>
                    <a:pt x="1540" y="1167"/>
                    <a:pt x="1565" y="1173"/>
                  </a:cubicBezTo>
                  <a:cubicBezTo>
                    <a:pt x="1590" y="1180"/>
                    <a:pt x="1628" y="1226"/>
                    <a:pt x="1648" y="1259"/>
                  </a:cubicBezTo>
                  <a:cubicBezTo>
                    <a:pt x="1670" y="1294"/>
                    <a:pt x="1737" y="1360"/>
                    <a:pt x="1741" y="1371"/>
                  </a:cubicBezTo>
                  <a:cubicBezTo>
                    <a:pt x="1744" y="1383"/>
                    <a:pt x="1722" y="1402"/>
                    <a:pt x="1705" y="1406"/>
                  </a:cubicBezTo>
                  <a:cubicBezTo>
                    <a:pt x="1687" y="1411"/>
                    <a:pt x="1660" y="1421"/>
                    <a:pt x="1647" y="1430"/>
                  </a:cubicBezTo>
                  <a:cubicBezTo>
                    <a:pt x="1645" y="1431"/>
                    <a:pt x="1643" y="1431"/>
                    <a:pt x="1642" y="1431"/>
                  </a:cubicBezTo>
                  <a:cubicBezTo>
                    <a:pt x="1631" y="1431"/>
                    <a:pt x="1623" y="1403"/>
                    <a:pt x="1622" y="1373"/>
                  </a:cubicBezTo>
                  <a:cubicBezTo>
                    <a:pt x="1620" y="1338"/>
                    <a:pt x="1590" y="1274"/>
                    <a:pt x="1556" y="1268"/>
                  </a:cubicBezTo>
                  <a:cubicBezTo>
                    <a:pt x="1553" y="1267"/>
                    <a:pt x="1551" y="1267"/>
                    <a:pt x="1548" y="1267"/>
                  </a:cubicBezTo>
                  <a:cubicBezTo>
                    <a:pt x="1520" y="1267"/>
                    <a:pt x="1509" y="1293"/>
                    <a:pt x="1519" y="1309"/>
                  </a:cubicBezTo>
                  <a:cubicBezTo>
                    <a:pt x="1527" y="1326"/>
                    <a:pt x="1553" y="1383"/>
                    <a:pt x="1561" y="1416"/>
                  </a:cubicBezTo>
                  <a:cubicBezTo>
                    <a:pt x="1568" y="1450"/>
                    <a:pt x="1567" y="1486"/>
                    <a:pt x="1578" y="1527"/>
                  </a:cubicBezTo>
                  <a:cubicBezTo>
                    <a:pt x="1590" y="1568"/>
                    <a:pt x="1612" y="1601"/>
                    <a:pt x="1628" y="1628"/>
                  </a:cubicBezTo>
                  <a:cubicBezTo>
                    <a:pt x="1642" y="1652"/>
                    <a:pt x="1653" y="1657"/>
                    <a:pt x="1658" y="1687"/>
                  </a:cubicBezTo>
                  <a:cubicBezTo>
                    <a:pt x="1664" y="1719"/>
                    <a:pt x="1634" y="1800"/>
                    <a:pt x="1616" y="1843"/>
                  </a:cubicBezTo>
                  <a:cubicBezTo>
                    <a:pt x="1599" y="1890"/>
                    <a:pt x="1577" y="1971"/>
                    <a:pt x="1551" y="2056"/>
                  </a:cubicBezTo>
                  <a:cubicBezTo>
                    <a:pt x="1526" y="2139"/>
                    <a:pt x="1447" y="2238"/>
                    <a:pt x="1437" y="2254"/>
                  </a:cubicBezTo>
                  <a:cubicBezTo>
                    <a:pt x="1428" y="2270"/>
                    <a:pt x="1408" y="2288"/>
                    <a:pt x="1384" y="2288"/>
                  </a:cubicBezTo>
                  <a:cubicBezTo>
                    <a:pt x="1361" y="2288"/>
                    <a:pt x="1360" y="2324"/>
                    <a:pt x="1338" y="2330"/>
                  </a:cubicBezTo>
                  <a:cubicBezTo>
                    <a:pt x="1316" y="2336"/>
                    <a:pt x="1320" y="2357"/>
                    <a:pt x="1316" y="2371"/>
                  </a:cubicBezTo>
                  <a:cubicBezTo>
                    <a:pt x="1312" y="2385"/>
                    <a:pt x="1258" y="2411"/>
                    <a:pt x="1223" y="2414"/>
                  </a:cubicBezTo>
                  <a:cubicBezTo>
                    <a:pt x="1188" y="2417"/>
                    <a:pt x="1151" y="2470"/>
                    <a:pt x="1132" y="2486"/>
                  </a:cubicBezTo>
                  <a:cubicBezTo>
                    <a:pt x="1116" y="2503"/>
                    <a:pt x="1094" y="2512"/>
                    <a:pt x="1060" y="2512"/>
                  </a:cubicBezTo>
                  <a:cubicBezTo>
                    <a:pt x="1058" y="2512"/>
                    <a:pt x="1055" y="2512"/>
                    <a:pt x="1052" y="2512"/>
                  </a:cubicBezTo>
                  <a:cubicBezTo>
                    <a:pt x="1052" y="2512"/>
                    <a:pt x="1051" y="2512"/>
                    <a:pt x="1050" y="2512"/>
                  </a:cubicBezTo>
                  <a:cubicBezTo>
                    <a:pt x="1014" y="2512"/>
                    <a:pt x="966" y="2542"/>
                    <a:pt x="958" y="2542"/>
                  </a:cubicBezTo>
                  <a:cubicBezTo>
                    <a:pt x="947" y="2542"/>
                    <a:pt x="936" y="2519"/>
                    <a:pt x="952" y="2512"/>
                  </a:cubicBezTo>
                  <a:cubicBezTo>
                    <a:pt x="966" y="2505"/>
                    <a:pt x="965" y="2470"/>
                    <a:pt x="950" y="2470"/>
                  </a:cubicBezTo>
                  <a:cubicBezTo>
                    <a:pt x="934" y="2470"/>
                    <a:pt x="914" y="2459"/>
                    <a:pt x="917" y="2442"/>
                  </a:cubicBezTo>
                  <a:cubicBezTo>
                    <a:pt x="918" y="2424"/>
                    <a:pt x="888" y="2398"/>
                    <a:pt x="888" y="2398"/>
                  </a:cubicBezTo>
                  <a:lnTo>
                    <a:pt x="872" y="2404"/>
                  </a:lnTo>
                  <a:cubicBezTo>
                    <a:pt x="862" y="2408"/>
                    <a:pt x="854" y="2411"/>
                    <a:pt x="849" y="2411"/>
                  </a:cubicBezTo>
                  <a:cubicBezTo>
                    <a:pt x="846" y="2411"/>
                    <a:pt x="844" y="2410"/>
                    <a:pt x="844" y="2407"/>
                  </a:cubicBezTo>
                  <a:cubicBezTo>
                    <a:pt x="844" y="2398"/>
                    <a:pt x="837" y="2379"/>
                    <a:pt x="822" y="2373"/>
                  </a:cubicBezTo>
                  <a:cubicBezTo>
                    <a:pt x="809" y="2368"/>
                    <a:pt x="768" y="2346"/>
                    <a:pt x="755" y="2341"/>
                  </a:cubicBezTo>
                  <a:cubicBezTo>
                    <a:pt x="745" y="2337"/>
                    <a:pt x="749" y="2328"/>
                    <a:pt x="745" y="2312"/>
                  </a:cubicBezTo>
                  <a:cubicBezTo>
                    <a:pt x="741" y="2298"/>
                    <a:pt x="697" y="2251"/>
                    <a:pt x="580" y="2206"/>
                  </a:cubicBezTo>
                  <a:cubicBezTo>
                    <a:pt x="556" y="2196"/>
                    <a:pt x="533" y="2192"/>
                    <a:pt x="510" y="2192"/>
                  </a:cubicBezTo>
                  <a:cubicBezTo>
                    <a:pt x="423" y="2192"/>
                    <a:pt x="345" y="2255"/>
                    <a:pt x="276" y="2311"/>
                  </a:cubicBezTo>
                  <a:cubicBezTo>
                    <a:pt x="189" y="2381"/>
                    <a:pt x="107" y="2475"/>
                    <a:pt x="116" y="2589"/>
                  </a:cubicBezTo>
                  <a:cubicBezTo>
                    <a:pt x="126" y="2701"/>
                    <a:pt x="202" y="2778"/>
                    <a:pt x="223" y="2793"/>
                  </a:cubicBezTo>
                  <a:cubicBezTo>
                    <a:pt x="245" y="2806"/>
                    <a:pt x="285" y="2854"/>
                    <a:pt x="298" y="2867"/>
                  </a:cubicBezTo>
                  <a:cubicBezTo>
                    <a:pt x="311" y="2882"/>
                    <a:pt x="333" y="2927"/>
                    <a:pt x="333" y="2927"/>
                  </a:cubicBezTo>
                  <a:cubicBezTo>
                    <a:pt x="333" y="2927"/>
                    <a:pt x="324" y="2931"/>
                    <a:pt x="321" y="2947"/>
                  </a:cubicBezTo>
                  <a:cubicBezTo>
                    <a:pt x="317" y="2963"/>
                    <a:pt x="317" y="2977"/>
                    <a:pt x="293" y="2994"/>
                  </a:cubicBezTo>
                  <a:cubicBezTo>
                    <a:pt x="270" y="3012"/>
                    <a:pt x="293" y="3080"/>
                    <a:pt x="299" y="3108"/>
                  </a:cubicBezTo>
                  <a:cubicBezTo>
                    <a:pt x="305" y="3135"/>
                    <a:pt x="272" y="3188"/>
                    <a:pt x="245" y="3229"/>
                  </a:cubicBezTo>
                  <a:cubicBezTo>
                    <a:pt x="218" y="3269"/>
                    <a:pt x="203" y="3312"/>
                    <a:pt x="226" y="3351"/>
                  </a:cubicBezTo>
                  <a:cubicBezTo>
                    <a:pt x="251" y="3393"/>
                    <a:pt x="254" y="3501"/>
                    <a:pt x="261" y="3577"/>
                  </a:cubicBezTo>
                  <a:cubicBezTo>
                    <a:pt x="270" y="3652"/>
                    <a:pt x="261" y="3883"/>
                    <a:pt x="266" y="3925"/>
                  </a:cubicBezTo>
                  <a:cubicBezTo>
                    <a:pt x="270" y="3964"/>
                    <a:pt x="282" y="4094"/>
                    <a:pt x="264" y="4123"/>
                  </a:cubicBezTo>
                  <a:cubicBezTo>
                    <a:pt x="247" y="4152"/>
                    <a:pt x="237" y="4270"/>
                    <a:pt x="238" y="4317"/>
                  </a:cubicBezTo>
                  <a:cubicBezTo>
                    <a:pt x="241" y="4363"/>
                    <a:pt x="173" y="4455"/>
                    <a:pt x="107" y="4547"/>
                  </a:cubicBezTo>
                  <a:cubicBezTo>
                    <a:pt x="40" y="4639"/>
                    <a:pt x="36" y="5001"/>
                    <a:pt x="30" y="5051"/>
                  </a:cubicBezTo>
                  <a:cubicBezTo>
                    <a:pt x="24" y="5100"/>
                    <a:pt x="28" y="5162"/>
                    <a:pt x="15" y="5188"/>
                  </a:cubicBezTo>
                  <a:cubicBezTo>
                    <a:pt x="1" y="5214"/>
                    <a:pt x="40" y="5207"/>
                    <a:pt x="40" y="5229"/>
                  </a:cubicBezTo>
                  <a:cubicBezTo>
                    <a:pt x="40" y="5250"/>
                    <a:pt x="65" y="5322"/>
                    <a:pt x="100" y="5393"/>
                  </a:cubicBezTo>
                  <a:cubicBezTo>
                    <a:pt x="135" y="5463"/>
                    <a:pt x="231" y="5540"/>
                    <a:pt x="266" y="5558"/>
                  </a:cubicBezTo>
                  <a:cubicBezTo>
                    <a:pt x="301" y="5575"/>
                    <a:pt x="317" y="5606"/>
                    <a:pt x="327" y="5645"/>
                  </a:cubicBezTo>
                  <a:cubicBezTo>
                    <a:pt x="337" y="5683"/>
                    <a:pt x="461" y="5750"/>
                    <a:pt x="489" y="5770"/>
                  </a:cubicBezTo>
                  <a:cubicBezTo>
                    <a:pt x="516" y="5789"/>
                    <a:pt x="532" y="5807"/>
                    <a:pt x="541" y="5870"/>
                  </a:cubicBezTo>
                  <a:cubicBezTo>
                    <a:pt x="551" y="5932"/>
                    <a:pt x="637" y="6081"/>
                    <a:pt x="666" y="6136"/>
                  </a:cubicBezTo>
                  <a:cubicBezTo>
                    <a:pt x="695" y="6193"/>
                    <a:pt x="758" y="6350"/>
                    <a:pt x="790" y="6388"/>
                  </a:cubicBezTo>
                  <a:cubicBezTo>
                    <a:pt x="821" y="6427"/>
                    <a:pt x="812" y="6432"/>
                    <a:pt x="795" y="6451"/>
                  </a:cubicBezTo>
                  <a:cubicBezTo>
                    <a:pt x="774" y="6471"/>
                    <a:pt x="824" y="6471"/>
                    <a:pt x="821" y="6487"/>
                  </a:cubicBezTo>
                  <a:cubicBezTo>
                    <a:pt x="819" y="6506"/>
                    <a:pt x="758" y="6605"/>
                    <a:pt x="687" y="6716"/>
                  </a:cubicBezTo>
                  <a:cubicBezTo>
                    <a:pt x="614" y="6828"/>
                    <a:pt x="646" y="6997"/>
                    <a:pt x="652" y="7026"/>
                  </a:cubicBezTo>
                  <a:cubicBezTo>
                    <a:pt x="658" y="7055"/>
                    <a:pt x="639" y="7316"/>
                    <a:pt x="628" y="7415"/>
                  </a:cubicBezTo>
                  <a:cubicBezTo>
                    <a:pt x="617" y="7516"/>
                    <a:pt x="580" y="7670"/>
                    <a:pt x="576" y="7689"/>
                  </a:cubicBezTo>
                  <a:cubicBezTo>
                    <a:pt x="573" y="7709"/>
                    <a:pt x="560" y="7727"/>
                    <a:pt x="541" y="7728"/>
                  </a:cubicBezTo>
                  <a:cubicBezTo>
                    <a:pt x="525" y="7730"/>
                    <a:pt x="502" y="7752"/>
                    <a:pt x="494" y="7782"/>
                  </a:cubicBezTo>
                  <a:cubicBezTo>
                    <a:pt x="489" y="7811"/>
                    <a:pt x="441" y="7817"/>
                    <a:pt x="401" y="7836"/>
                  </a:cubicBezTo>
                  <a:cubicBezTo>
                    <a:pt x="362" y="7855"/>
                    <a:pt x="290" y="7931"/>
                    <a:pt x="263" y="7941"/>
                  </a:cubicBezTo>
                  <a:cubicBezTo>
                    <a:pt x="235" y="7954"/>
                    <a:pt x="196" y="7974"/>
                    <a:pt x="210" y="8047"/>
                  </a:cubicBezTo>
                  <a:cubicBezTo>
                    <a:pt x="223" y="8119"/>
                    <a:pt x="531" y="8304"/>
                    <a:pt x="655" y="8406"/>
                  </a:cubicBezTo>
                  <a:cubicBezTo>
                    <a:pt x="780" y="8511"/>
                    <a:pt x="1007" y="8612"/>
                    <a:pt x="1068" y="8637"/>
                  </a:cubicBezTo>
                  <a:cubicBezTo>
                    <a:pt x="1077" y="8640"/>
                    <a:pt x="1085" y="8642"/>
                    <a:pt x="1092" y="8642"/>
                  </a:cubicBezTo>
                  <a:cubicBezTo>
                    <a:pt x="1136" y="8642"/>
                    <a:pt x="1152" y="8585"/>
                    <a:pt x="1165" y="8540"/>
                  </a:cubicBezTo>
                  <a:cubicBezTo>
                    <a:pt x="1181" y="8487"/>
                    <a:pt x="1071" y="8425"/>
                    <a:pt x="1048" y="8409"/>
                  </a:cubicBezTo>
                  <a:cubicBezTo>
                    <a:pt x="1025" y="8393"/>
                    <a:pt x="933" y="8232"/>
                    <a:pt x="910" y="8194"/>
                  </a:cubicBezTo>
                  <a:cubicBezTo>
                    <a:pt x="886" y="8155"/>
                    <a:pt x="864" y="8069"/>
                    <a:pt x="863" y="8037"/>
                  </a:cubicBezTo>
                  <a:cubicBezTo>
                    <a:pt x="860" y="8005"/>
                    <a:pt x="915" y="7926"/>
                    <a:pt x="924" y="7890"/>
                  </a:cubicBezTo>
                  <a:cubicBezTo>
                    <a:pt x="933" y="7861"/>
                    <a:pt x="894" y="7851"/>
                    <a:pt x="873" y="7851"/>
                  </a:cubicBezTo>
                  <a:cubicBezTo>
                    <a:pt x="869" y="7851"/>
                    <a:pt x="865" y="7851"/>
                    <a:pt x="863" y="7852"/>
                  </a:cubicBezTo>
                  <a:cubicBezTo>
                    <a:pt x="860" y="7853"/>
                    <a:pt x="857" y="7854"/>
                    <a:pt x="854" y="7854"/>
                  </a:cubicBezTo>
                  <a:cubicBezTo>
                    <a:pt x="845" y="7854"/>
                    <a:pt x="840" y="7844"/>
                    <a:pt x="840" y="7789"/>
                  </a:cubicBezTo>
                  <a:cubicBezTo>
                    <a:pt x="840" y="7717"/>
                    <a:pt x="902" y="7500"/>
                    <a:pt x="923" y="7449"/>
                  </a:cubicBezTo>
                  <a:cubicBezTo>
                    <a:pt x="943" y="7399"/>
                    <a:pt x="1031" y="7162"/>
                    <a:pt x="1054" y="7087"/>
                  </a:cubicBezTo>
                  <a:cubicBezTo>
                    <a:pt x="1077" y="7013"/>
                    <a:pt x="1144" y="6843"/>
                    <a:pt x="1157" y="6797"/>
                  </a:cubicBezTo>
                  <a:cubicBezTo>
                    <a:pt x="1170" y="6752"/>
                    <a:pt x="1253" y="6650"/>
                    <a:pt x="1287" y="6614"/>
                  </a:cubicBezTo>
                  <a:cubicBezTo>
                    <a:pt x="1320" y="6576"/>
                    <a:pt x="1357" y="6492"/>
                    <a:pt x="1360" y="6455"/>
                  </a:cubicBezTo>
                  <a:cubicBezTo>
                    <a:pt x="1364" y="6419"/>
                    <a:pt x="1357" y="6228"/>
                    <a:pt x="1357" y="6228"/>
                  </a:cubicBezTo>
                  <a:lnTo>
                    <a:pt x="1374" y="6228"/>
                  </a:lnTo>
                  <a:cubicBezTo>
                    <a:pt x="1390" y="6228"/>
                    <a:pt x="1435" y="6186"/>
                    <a:pt x="1444" y="6158"/>
                  </a:cubicBezTo>
                  <a:cubicBezTo>
                    <a:pt x="1454" y="6130"/>
                    <a:pt x="1485" y="6095"/>
                    <a:pt x="1521" y="6090"/>
                  </a:cubicBezTo>
                  <a:cubicBezTo>
                    <a:pt x="1522" y="6089"/>
                    <a:pt x="1523" y="6089"/>
                    <a:pt x="1524" y="6089"/>
                  </a:cubicBezTo>
                  <a:cubicBezTo>
                    <a:pt x="1556" y="6089"/>
                    <a:pt x="1548" y="6181"/>
                    <a:pt x="1548" y="6225"/>
                  </a:cubicBezTo>
                  <a:cubicBezTo>
                    <a:pt x="1548" y="6239"/>
                    <a:pt x="1553" y="6245"/>
                    <a:pt x="1562" y="6245"/>
                  </a:cubicBezTo>
                  <a:cubicBezTo>
                    <a:pt x="1580" y="6245"/>
                    <a:pt x="1611" y="6217"/>
                    <a:pt x="1623" y="6193"/>
                  </a:cubicBezTo>
                  <a:cubicBezTo>
                    <a:pt x="1642" y="6158"/>
                    <a:pt x="1938" y="6071"/>
                    <a:pt x="1963" y="6071"/>
                  </a:cubicBezTo>
                  <a:cubicBezTo>
                    <a:pt x="1986" y="6071"/>
                    <a:pt x="1977" y="6113"/>
                    <a:pt x="1969" y="6193"/>
                  </a:cubicBezTo>
                  <a:cubicBezTo>
                    <a:pt x="1963" y="6273"/>
                    <a:pt x="1995" y="6391"/>
                    <a:pt x="2014" y="6473"/>
                  </a:cubicBezTo>
                  <a:cubicBezTo>
                    <a:pt x="2030" y="6554"/>
                    <a:pt x="2191" y="6746"/>
                    <a:pt x="2224" y="6811"/>
                  </a:cubicBezTo>
                  <a:cubicBezTo>
                    <a:pt x="2257" y="6875"/>
                    <a:pt x="2441" y="7211"/>
                    <a:pt x="2465" y="7271"/>
                  </a:cubicBezTo>
                  <a:cubicBezTo>
                    <a:pt x="2492" y="7332"/>
                    <a:pt x="2503" y="7386"/>
                    <a:pt x="2493" y="7392"/>
                  </a:cubicBezTo>
                  <a:cubicBezTo>
                    <a:pt x="2484" y="7398"/>
                    <a:pt x="2471" y="7415"/>
                    <a:pt x="2471" y="7425"/>
                  </a:cubicBezTo>
                  <a:cubicBezTo>
                    <a:pt x="2471" y="7435"/>
                    <a:pt x="2464" y="7472"/>
                    <a:pt x="2419" y="7500"/>
                  </a:cubicBezTo>
                  <a:cubicBezTo>
                    <a:pt x="2375" y="7527"/>
                    <a:pt x="2379" y="7570"/>
                    <a:pt x="2381" y="7625"/>
                  </a:cubicBezTo>
                  <a:cubicBezTo>
                    <a:pt x="2384" y="7679"/>
                    <a:pt x="2309" y="7725"/>
                    <a:pt x="2277" y="7795"/>
                  </a:cubicBezTo>
                  <a:cubicBezTo>
                    <a:pt x="2244" y="7865"/>
                    <a:pt x="2527" y="7957"/>
                    <a:pt x="2633" y="7973"/>
                  </a:cubicBezTo>
                  <a:cubicBezTo>
                    <a:pt x="2738" y="7989"/>
                    <a:pt x="3118" y="8072"/>
                    <a:pt x="3290" y="8094"/>
                  </a:cubicBezTo>
                  <a:cubicBezTo>
                    <a:pt x="3303" y="8096"/>
                    <a:pt x="3315" y="8096"/>
                    <a:pt x="3326" y="8096"/>
                  </a:cubicBezTo>
                  <a:cubicBezTo>
                    <a:pt x="3466" y="8096"/>
                    <a:pt x="3489" y="7981"/>
                    <a:pt x="3488" y="7953"/>
                  </a:cubicBezTo>
                  <a:cubicBezTo>
                    <a:pt x="3485" y="7923"/>
                    <a:pt x="3197" y="7769"/>
                    <a:pt x="3117" y="7734"/>
                  </a:cubicBezTo>
                  <a:cubicBezTo>
                    <a:pt x="3036" y="7699"/>
                    <a:pt x="2948" y="7545"/>
                    <a:pt x="2933" y="7543"/>
                  </a:cubicBezTo>
                  <a:cubicBezTo>
                    <a:pt x="2920" y="7540"/>
                    <a:pt x="2886" y="7459"/>
                    <a:pt x="2899" y="7430"/>
                  </a:cubicBezTo>
                  <a:cubicBezTo>
                    <a:pt x="2912" y="7402"/>
                    <a:pt x="2889" y="7348"/>
                    <a:pt x="2852" y="7348"/>
                  </a:cubicBezTo>
                  <a:cubicBezTo>
                    <a:pt x="2851" y="7348"/>
                    <a:pt x="2849" y="7348"/>
                    <a:pt x="2847" y="7348"/>
                  </a:cubicBezTo>
                  <a:cubicBezTo>
                    <a:pt x="2822" y="7352"/>
                    <a:pt x="2808" y="7375"/>
                    <a:pt x="2796" y="7375"/>
                  </a:cubicBezTo>
                  <a:cubicBezTo>
                    <a:pt x="2788" y="7375"/>
                    <a:pt x="2781" y="7367"/>
                    <a:pt x="2773" y="7344"/>
                  </a:cubicBezTo>
                  <a:cubicBezTo>
                    <a:pt x="2749" y="7278"/>
                    <a:pt x="2672" y="6950"/>
                    <a:pt x="2646" y="6862"/>
                  </a:cubicBezTo>
                  <a:cubicBezTo>
                    <a:pt x="2618" y="6771"/>
                    <a:pt x="2534" y="6398"/>
                    <a:pt x="2487" y="6209"/>
                  </a:cubicBezTo>
                  <a:cubicBezTo>
                    <a:pt x="2441" y="6018"/>
                    <a:pt x="2436" y="5871"/>
                    <a:pt x="2451" y="5859"/>
                  </a:cubicBezTo>
                  <a:cubicBezTo>
                    <a:pt x="2464" y="5848"/>
                    <a:pt x="2474" y="5845"/>
                    <a:pt x="2480" y="5820"/>
                  </a:cubicBezTo>
                  <a:cubicBezTo>
                    <a:pt x="2486" y="5794"/>
                    <a:pt x="2406" y="5687"/>
                    <a:pt x="2372" y="5638"/>
                  </a:cubicBezTo>
                  <a:cubicBezTo>
                    <a:pt x="2339" y="5590"/>
                    <a:pt x="2084" y="5339"/>
                    <a:pt x="2050" y="5320"/>
                  </a:cubicBezTo>
                  <a:cubicBezTo>
                    <a:pt x="2017" y="5300"/>
                    <a:pt x="1925" y="5201"/>
                    <a:pt x="1913" y="5165"/>
                  </a:cubicBezTo>
                  <a:cubicBezTo>
                    <a:pt x="1902" y="5127"/>
                    <a:pt x="1787" y="5054"/>
                    <a:pt x="1758" y="5054"/>
                  </a:cubicBezTo>
                  <a:cubicBezTo>
                    <a:pt x="1758" y="5054"/>
                    <a:pt x="1758" y="5054"/>
                    <a:pt x="1757" y="5054"/>
                  </a:cubicBezTo>
                  <a:cubicBezTo>
                    <a:pt x="1756" y="5054"/>
                    <a:pt x="1755" y="5054"/>
                    <a:pt x="1754" y="5054"/>
                  </a:cubicBezTo>
                  <a:cubicBezTo>
                    <a:pt x="1728" y="5054"/>
                    <a:pt x="1699" y="5016"/>
                    <a:pt x="1622" y="4965"/>
                  </a:cubicBezTo>
                  <a:cubicBezTo>
                    <a:pt x="1542" y="4911"/>
                    <a:pt x="1457" y="4793"/>
                    <a:pt x="1453" y="4778"/>
                  </a:cubicBezTo>
                  <a:cubicBezTo>
                    <a:pt x="1450" y="4765"/>
                    <a:pt x="1478" y="4736"/>
                    <a:pt x="1498" y="4736"/>
                  </a:cubicBezTo>
                  <a:cubicBezTo>
                    <a:pt x="1517" y="4736"/>
                    <a:pt x="1565" y="4710"/>
                    <a:pt x="1572" y="4678"/>
                  </a:cubicBezTo>
                  <a:cubicBezTo>
                    <a:pt x="1581" y="4644"/>
                    <a:pt x="1498" y="4509"/>
                    <a:pt x="1501" y="4468"/>
                  </a:cubicBezTo>
                  <a:cubicBezTo>
                    <a:pt x="1505" y="4427"/>
                    <a:pt x="1460" y="4304"/>
                    <a:pt x="1454" y="4269"/>
                  </a:cubicBezTo>
                  <a:cubicBezTo>
                    <a:pt x="1447" y="4234"/>
                    <a:pt x="1402" y="3958"/>
                    <a:pt x="1406" y="3919"/>
                  </a:cubicBezTo>
                  <a:cubicBezTo>
                    <a:pt x="1409" y="3881"/>
                    <a:pt x="1409" y="3587"/>
                    <a:pt x="1431" y="3529"/>
                  </a:cubicBezTo>
                  <a:cubicBezTo>
                    <a:pt x="1451" y="3470"/>
                    <a:pt x="1422" y="3300"/>
                    <a:pt x="1427" y="3229"/>
                  </a:cubicBezTo>
                  <a:cubicBezTo>
                    <a:pt x="1431" y="3160"/>
                    <a:pt x="1374" y="3093"/>
                    <a:pt x="1368" y="3065"/>
                  </a:cubicBezTo>
                  <a:cubicBezTo>
                    <a:pt x="1363" y="3039"/>
                    <a:pt x="1363" y="3025"/>
                    <a:pt x="1425" y="2990"/>
                  </a:cubicBezTo>
                  <a:cubicBezTo>
                    <a:pt x="1488" y="2955"/>
                    <a:pt x="1542" y="2953"/>
                    <a:pt x="1575" y="2950"/>
                  </a:cubicBezTo>
                  <a:cubicBezTo>
                    <a:pt x="1609" y="2949"/>
                    <a:pt x="1575" y="2845"/>
                    <a:pt x="1575" y="2815"/>
                  </a:cubicBezTo>
                  <a:cubicBezTo>
                    <a:pt x="1575" y="2786"/>
                    <a:pt x="1581" y="2767"/>
                    <a:pt x="1612" y="2748"/>
                  </a:cubicBezTo>
                  <a:cubicBezTo>
                    <a:pt x="1644" y="2727"/>
                    <a:pt x="1669" y="2640"/>
                    <a:pt x="1701" y="2611"/>
                  </a:cubicBezTo>
                  <a:cubicBezTo>
                    <a:pt x="1731" y="2582"/>
                    <a:pt x="1801" y="2474"/>
                    <a:pt x="1845" y="2427"/>
                  </a:cubicBezTo>
                  <a:cubicBezTo>
                    <a:pt x="1887" y="2379"/>
                    <a:pt x="1896" y="2346"/>
                    <a:pt x="1909" y="2298"/>
                  </a:cubicBezTo>
                  <a:cubicBezTo>
                    <a:pt x="1923" y="2251"/>
                    <a:pt x="1958" y="2151"/>
                    <a:pt x="1976" y="2079"/>
                  </a:cubicBezTo>
                  <a:cubicBezTo>
                    <a:pt x="1993" y="2006"/>
                    <a:pt x="1993" y="1801"/>
                    <a:pt x="1993" y="1711"/>
                  </a:cubicBezTo>
                  <a:cubicBezTo>
                    <a:pt x="1993" y="1619"/>
                    <a:pt x="1963" y="1473"/>
                    <a:pt x="1963" y="1459"/>
                  </a:cubicBezTo>
                  <a:cubicBezTo>
                    <a:pt x="1963" y="1450"/>
                    <a:pt x="1978" y="1435"/>
                    <a:pt x="1984" y="1435"/>
                  </a:cubicBezTo>
                  <a:cubicBezTo>
                    <a:pt x="1985" y="1435"/>
                    <a:pt x="1986" y="1437"/>
                    <a:pt x="1986" y="1440"/>
                  </a:cubicBezTo>
                  <a:cubicBezTo>
                    <a:pt x="1983" y="1454"/>
                    <a:pt x="2001" y="1497"/>
                    <a:pt x="2024" y="1524"/>
                  </a:cubicBezTo>
                  <a:cubicBezTo>
                    <a:pt x="2049" y="1552"/>
                    <a:pt x="2088" y="1553"/>
                    <a:pt x="2098" y="1556"/>
                  </a:cubicBezTo>
                  <a:cubicBezTo>
                    <a:pt x="2108" y="1558"/>
                    <a:pt x="2143" y="1593"/>
                    <a:pt x="2167" y="1623"/>
                  </a:cubicBezTo>
                  <a:cubicBezTo>
                    <a:pt x="2190" y="1655"/>
                    <a:pt x="2225" y="1712"/>
                    <a:pt x="2242" y="1741"/>
                  </a:cubicBezTo>
                  <a:cubicBezTo>
                    <a:pt x="2261" y="1770"/>
                    <a:pt x="2318" y="1869"/>
                    <a:pt x="2342" y="1912"/>
                  </a:cubicBezTo>
                  <a:cubicBezTo>
                    <a:pt x="2365" y="1951"/>
                    <a:pt x="2462" y="2085"/>
                    <a:pt x="2506" y="2136"/>
                  </a:cubicBezTo>
                  <a:cubicBezTo>
                    <a:pt x="2551" y="2186"/>
                    <a:pt x="2669" y="2318"/>
                    <a:pt x="2694" y="2334"/>
                  </a:cubicBezTo>
                  <a:cubicBezTo>
                    <a:pt x="2720" y="2353"/>
                    <a:pt x="2796" y="2435"/>
                    <a:pt x="2825" y="2467"/>
                  </a:cubicBezTo>
                  <a:cubicBezTo>
                    <a:pt x="2854" y="2497"/>
                    <a:pt x="2984" y="2637"/>
                    <a:pt x="3054" y="2711"/>
                  </a:cubicBezTo>
                  <a:cubicBezTo>
                    <a:pt x="3124" y="2786"/>
                    <a:pt x="3233" y="2899"/>
                    <a:pt x="3249" y="2911"/>
                  </a:cubicBezTo>
                  <a:cubicBezTo>
                    <a:pt x="3265" y="2923"/>
                    <a:pt x="3302" y="2962"/>
                    <a:pt x="3299" y="2975"/>
                  </a:cubicBezTo>
                  <a:cubicBezTo>
                    <a:pt x="3294" y="2990"/>
                    <a:pt x="3299" y="2998"/>
                    <a:pt x="3300" y="3016"/>
                  </a:cubicBezTo>
                  <a:cubicBezTo>
                    <a:pt x="3302" y="3033"/>
                    <a:pt x="3318" y="3092"/>
                    <a:pt x="3329" y="3125"/>
                  </a:cubicBezTo>
                  <a:cubicBezTo>
                    <a:pt x="3341" y="3159"/>
                    <a:pt x="3369" y="3265"/>
                    <a:pt x="3369" y="3284"/>
                  </a:cubicBezTo>
                  <a:cubicBezTo>
                    <a:pt x="3369" y="3303"/>
                    <a:pt x="3342" y="3371"/>
                    <a:pt x="3318" y="3416"/>
                  </a:cubicBezTo>
                  <a:cubicBezTo>
                    <a:pt x="3291" y="3462"/>
                    <a:pt x="3307" y="3530"/>
                    <a:pt x="3307" y="3609"/>
                  </a:cubicBezTo>
                  <a:cubicBezTo>
                    <a:pt x="3307" y="3686"/>
                    <a:pt x="3412" y="3846"/>
                    <a:pt x="3428" y="3886"/>
                  </a:cubicBezTo>
                  <a:cubicBezTo>
                    <a:pt x="3444" y="3925"/>
                    <a:pt x="3436" y="4036"/>
                    <a:pt x="3422" y="4073"/>
                  </a:cubicBezTo>
                  <a:cubicBezTo>
                    <a:pt x="3409" y="4110"/>
                    <a:pt x="3436" y="4269"/>
                    <a:pt x="3431" y="4308"/>
                  </a:cubicBezTo>
                  <a:cubicBezTo>
                    <a:pt x="3425" y="4346"/>
                    <a:pt x="3436" y="4582"/>
                    <a:pt x="3438" y="4644"/>
                  </a:cubicBezTo>
                  <a:cubicBezTo>
                    <a:pt x="3440" y="4707"/>
                    <a:pt x="3329" y="4800"/>
                    <a:pt x="3313" y="4835"/>
                  </a:cubicBezTo>
                  <a:cubicBezTo>
                    <a:pt x="3297" y="4870"/>
                    <a:pt x="3335" y="4888"/>
                    <a:pt x="3377" y="4917"/>
                  </a:cubicBezTo>
                  <a:cubicBezTo>
                    <a:pt x="3409" y="4938"/>
                    <a:pt x="3481" y="4950"/>
                    <a:pt x="3536" y="4950"/>
                  </a:cubicBezTo>
                  <a:cubicBezTo>
                    <a:pt x="3556" y="4950"/>
                    <a:pt x="3575" y="4948"/>
                    <a:pt x="3587" y="4945"/>
                  </a:cubicBezTo>
                  <a:cubicBezTo>
                    <a:pt x="3628" y="4931"/>
                    <a:pt x="3715" y="4895"/>
                    <a:pt x="3738" y="4895"/>
                  </a:cubicBezTo>
                  <a:cubicBezTo>
                    <a:pt x="3740" y="4895"/>
                    <a:pt x="3742" y="4896"/>
                    <a:pt x="3743" y="4896"/>
                  </a:cubicBezTo>
                  <a:cubicBezTo>
                    <a:pt x="3753" y="4907"/>
                    <a:pt x="3746" y="4939"/>
                    <a:pt x="3718" y="4974"/>
                  </a:cubicBezTo>
                  <a:cubicBezTo>
                    <a:pt x="3690" y="5009"/>
                    <a:pt x="3696" y="5102"/>
                    <a:pt x="3696" y="5137"/>
                  </a:cubicBezTo>
                  <a:cubicBezTo>
                    <a:pt x="3696" y="5173"/>
                    <a:pt x="3714" y="5265"/>
                    <a:pt x="3705" y="5294"/>
                  </a:cubicBezTo>
                  <a:cubicBezTo>
                    <a:pt x="3698" y="5323"/>
                    <a:pt x="3676" y="5447"/>
                    <a:pt x="3699" y="5475"/>
                  </a:cubicBezTo>
                  <a:cubicBezTo>
                    <a:pt x="3724" y="5505"/>
                    <a:pt x="3690" y="5626"/>
                    <a:pt x="3692" y="5669"/>
                  </a:cubicBezTo>
                  <a:cubicBezTo>
                    <a:pt x="3693" y="5712"/>
                    <a:pt x="3667" y="5801"/>
                    <a:pt x="3654" y="5827"/>
                  </a:cubicBezTo>
                  <a:cubicBezTo>
                    <a:pt x="3639" y="5852"/>
                    <a:pt x="3651" y="5887"/>
                    <a:pt x="3651" y="5915"/>
                  </a:cubicBezTo>
                  <a:cubicBezTo>
                    <a:pt x="3651" y="5942"/>
                    <a:pt x="3626" y="5983"/>
                    <a:pt x="3605" y="6036"/>
                  </a:cubicBezTo>
                  <a:cubicBezTo>
                    <a:pt x="3583" y="6090"/>
                    <a:pt x="3535" y="6193"/>
                    <a:pt x="3511" y="6237"/>
                  </a:cubicBezTo>
                  <a:cubicBezTo>
                    <a:pt x="3488" y="6282"/>
                    <a:pt x="3449" y="6462"/>
                    <a:pt x="3449" y="6462"/>
                  </a:cubicBezTo>
                  <a:lnTo>
                    <a:pt x="3443" y="6461"/>
                  </a:lnTo>
                  <a:cubicBezTo>
                    <a:pt x="3441" y="6460"/>
                    <a:pt x="3440" y="6460"/>
                    <a:pt x="3439" y="6460"/>
                  </a:cubicBezTo>
                  <a:cubicBezTo>
                    <a:pt x="3433" y="6460"/>
                    <a:pt x="3428" y="6465"/>
                    <a:pt x="3428" y="6477"/>
                  </a:cubicBezTo>
                  <a:cubicBezTo>
                    <a:pt x="3428" y="6489"/>
                    <a:pt x="3418" y="6498"/>
                    <a:pt x="3411" y="6498"/>
                  </a:cubicBezTo>
                  <a:cubicBezTo>
                    <a:pt x="3408" y="6498"/>
                    <a:pt x="3405" y="6497"/>
                    <a:pt x="3403" y="6494"/>
                  </a:cubicBezTo>
                  <a:cubicBezTo>
                    <a:pt x="3401" y="6492"/>
                    <a:pt x="3397" y="6491"/>
                    <a:pt x="3392" y="6491"/>
                  </a:cubicBezTo>
                  <a:cubicBezTo>
                    <a:pt x="3385" y="6491"/>
                    <a:pt x="3375" y="6493"/>
                    <a:pt x="3361" y="6493"/>
                  </a:cubicBezTo>
                  <a:cubicBezTo>
                    <a:pt x="3336" y="6493"/>
                    <a:pt x="3341" y="6527"/>
                    <a:pt x="3347" y="6545"/>
                  </a:cubicBezTo>
                  <a:cubicBezTo>
                    <a:pt x="3352" y="6564"/>
                    <a:pt x="3329" y="6589"/>
                    <a:pt x="3319" y="6608"/>
                  </a:cubicBezTo>
                  <a:cubicBezTo>
                    <a:pt x="3317" y="6612"/>
                    <a:pt x="3314" y="6613"/>
                    <a:pt x="3310" y="6613"/>
                  </a:cubicBezTo>
                  <a:cubicBezTo>
                    <a:pt x="3292" y="6613"/>
                    <a:pt x="3257" y="6588"/>
                    <a:pt x="3243" y="6585"/>
                  </a:cubicBezTo>
                  <a:cubicBezTo>
                    <a:pt x="3242" y="6585"/>
                    <a:pt x="3241" y="6584"/>
                    <a:pt x="3240" y="6584"/>
                  </a:cubicBezTo>
                  <a:cubicBezTo>
                    <a:pt x="3225" y="6584"/>
                    <a:pt x="3218" y="6603"/>
                    <a:pt x="3197" y="6612"/>
                  </a:cubicBezTo>
                  <a:cubicBezTo>
                    <a:pt x="3172" y="6621"/>
                    <a:pt x="3143" y="6717"/>
                    <a:pt x="3143" y="6735"/>
                  </a:cubicBezTo>
                  <a:cubicBezTo>
                    <a:pt x="3143" y="6754"/>
                    <a:pt x="3121" y="6777"/>
                    <a:pt x="3099" y="6786"/>
                  </a:cubicBezTo>
                  <a:cubicBezTo>
                    <a:pt x="3077" y="6796"/>
                    <a:pt x="3001" y="6821"/>
                    <a:pt x="2975" y="6840"/>
                  </a:cubicBezTo>
                  <a:cubicBezTo>
                    <a:pt x="2950" y="6856"/>
                    <a:pt x="2869" y="6862"/>
                    <a:pt x="2800" y="6869"/>
                  </a:cubicBezTo>
                  <a:cubicBezTo>
                    <a:pt x="2732" y="6873"/>
                    <a:pt x="2714" y="6971"/>
                    <a:pt x="2732" y="6997"/>
                  </a:cubicBezTo>
                  <a:cubicBezTo>
                    <a:pt x="2749" y="7022"/>
                    <a:pt x="2882" y="7070"/>
                    <a:pt x="2942" y="7079"/>
                  </a:cubicBezTo>
                  <a:cubicBezTo>
                    <a:pt x="2975" y="7084"/>
                    <a:pt x="3039" y="7087"/>
                    <a:pt x="3096" y="7087"/>
                  </a:cubicBezTo>
                  <a:cubicBezTo>
                    <a:pt x="3144" y="7087"/>
                    <a:pt x="3187" y="7085"/>
                    <a:pt x="3202" y="7082"/>
                  </a:cubicBezTo>
                  <a:cubicBezTo>
                    <a:pt x="3214" y="7079"/>
                    <a:pt x="3230" y="7078"/>
                    <a:pt x="3246" y="7078"/>
                  </a:cubicBezTo>
                  <a:cubicBezTo>
                    <a:pt x="3277" y="7078"/>
                    <a:pt x="3313" y="7083"/>
                    <a:pt x="3334" y="7096"/>
                  </a:cubicBezTo>
                  <a:cubicBezTo>
                    <a:pt x="3362" y="7117"/>
                    <a:pt x="3428" y="7137"/>
                    <a:pt x="3513" y="7137"/>
                  </a:cubicBezTo>
                  <a:cubicBezTo>
                    <a:pt x="3519" y="7137"/>
                    <a:pt x="3525" y="7137"/>
                    <a:pt x="3530" y="7137"/>
                  </a:cubicBezTo>
                  <a:cubicBezTo>
                    <a:pt x="3625" y="7132"/>
                    <a:pt x="3655" y="7070"/>
                    <a:pt x="3661" y="7042"/>
                  </a:cubicBezTo>
                  <a:cubicBezTo>
                    <a:pt x="3667" y="7015"/>
                    <a:pt x="3609" y="6873"/>
                    <a:pt x="3609" y="6873"/>
                  </a:cubicBezTo>
                  <a:lnTo>
                    <a:pt x="3599" y="6848"/>
                  </a:lnTo>
                  <a:cubicBezTo>
                    <a:pt x="3588" y="6824"/>
                    <a:pt x="3621" y="6742"/>
                    <a:pt x="3622" y="6729"/>
                  </a:cubicBezTo>
                  <a:cubicBezTo>
                    <a:pt x="3625" y="6716"/>
                    <a:pt x="3645" y="6685"/>
                    <a:pt x="3658" y="6678"/>
                  </a:cubicBezTo>
                  <a:cubicBezTo>
                    <a:pt x="3673" y="6671"/>
                    <a:pt x="3657" y="6653"/>
                    <a:pt x="3658" y="6647"/>
                  </a:cubicBezTo>
                  <a:cubicBezTo>
                    <a:pt x="3661" y="6642"/>
                    <a:pt x="3702" y="6620"/>
                    <a:pt x="3747" y="6596"/>
                  </a:cubicBezTo>
                  <a:cubicBezTo>
                    <a:pt x="3792" y="6573"/>
                    <a:pt x="3890" y="6473"/>
                    <a:pt x="3931" y="6385"/>
                  </a:cubicBezTo>
                  <a:cubicBezTo>
                    <a:pt x="3972" y="6298"/>
                    <a:pt x="3980" y="6199"/>
                    <a:pt x="3980" y="6177"/>
                  </a:cubicBezTo>
                  <a:cubicBezTo>
                    <a:pt x="3980" y="6155"/>
                    <a:pt x="4027" y="6071"/>
                    <a:pt x="4033" y="6057"/>
                  </a:cubicBezTo>
                  <a:cubicBezTo>
                    <a:pt x="4036" y="6050"/>
                    <a:pt x="4039" y="6043"/>
                    <a:pt x="4041" y="6043"/>
                  </a:cubicBezTo>
                  <a:cubicBezTo>
                    <a:pt x="4042" y="6043"/>
                    <a:pt x="4043" y="6047"/>
                    <a:pt x="4044" y="6056"/>
                  </a:cubicBezTo>
                  <a:cubicBezTo>
                    <a:pt x="4046" y="6078"/>
                    <a:pt x="4088" y="6130"/>
                    <a:pt x="4109" y="6178"/>
                  </a:cubicBezTo>
                  <a:cubicBezTo>
                    <a:pt x="4130" y="6228"/>
                    <a:pt x="4199" y="6395"/>
                    <a:pt x="4229" y="6464"/>
                  </a:cubicBezTo>
                  <a:cubicBezTo>
                    <a:pt x="4261" y="6532"/>
                    <a:pt x="4257" y="6567"/>
                    <a:pt x="4253" y="6589"/>
                  </a:cubicBezTo>
                  <a:cubicBezTo>
                    <a:pt x="4248" y="6611"/>
                    <a:pt x="4291" y="6612"/>
                    <a:pt x="4291" y="6639"/>
                  </a:cubicBezTo>
                  <a:cubicBezTo>
                    <a:pt x="4291" y="6663"/>
                    <a:pt x="4339" y="6773"/>
                    <a:pt x="4365" y="6803"/>
                  </a:cubicBezTo>
                  <a:cubicBezTo>
                    <a:pt x="4390" y="6835"/>
                    <a:pt x="4400" y="6942"/>
                    <a:pt x="4401" y="6996"/>
                  </a:cubicBezTo>
                  <a:cubicBezTo>
                    <a:pt x="4403" y="7048"/>
                    <a:pt x="4417" y="7146"/>
                    <a:pt x="4422" y="7191"/>
                  </a:cubicBezTo>
                  <a:cubicBezTo>
                    <a:pt x="4425" y="7234"/>
                    <a:pt x="4455" y="7411"/>
                    <a:pt x="4460" y="7438"/>
                  </a:cubicBezTo>
                  <a:cubicBezTo>
                    <a:pt x="4464" y="7465"/>
                    <a:pt x="4464" y="7468"/>
                    <a:pt x="4452" y="7472"/>
                  </a:cubicBezTo>
                  <a:cubicBezTo>
                    <a:pt x="4441" y="7476"/>
                    <a:pt x="4446" y="7510"/>
                    <a:pt x="4446" y="7524"/>
                  </a:cubicBezTo>
                  <a:cubicBezTo>
                    <a:pt x="4446" y="7540"/>
                    <a:pt x="4444" y="7549"/>
                    <a:pt x="4433" y="7568"/>
                  </a:cubicBezTo>
                  <a:cubicBezTo>
                    <a:pt x="4423" y="7584"/>
                    <a:pt x="4422" y="7661"/>
                    <a:pt x="4412" y="7671"/>
                  </a:cubicBezTo>
                  <a:cubicBezTo>
                    <a:pt x="4401" y="7680"/>
                    <a:pt x="4372" y="7718"/>
                    <a:pt x="4349" y="7741"/>
                  </a:cubicBezTo>
                  <a:cubicBezTo>
                    <a:pt x="4326" y="7765"/>
                    <a:pt x="4347" y="7803"/>
                    <a:pt x="4345" y="7832"/>
                  </a:cubicBezTo>
                  <a:cubicBezTo>
                    <a:pt x="4343" y="7861"/>
                    <a:pt x="4289" y="7925"/>
                    <a:pt x="4269" y="7937"/>
                  </a:cubicBezTo>
                  <a:cubicBezTo>
                    <a:pt x="4248" y="7948"/>
                    <a:pt x="4240" y="8036"/>
                    <a:pt x="4240" y="8055"/>
                  </a:cubicBezTo>
                  <a:cubicBezTo>
                    <a:pt x="4240" y="8075"/>
                    <a:pt x="4203" y="8101"/>
                    <a:pt x="4177" y="8136"/>
                  </a:cubicBezTo>
                  <a:cubicBezTo>
                    <a:pt x="4152" y="8171"/>
                    <a:pt x="4075" y="8269"/>
                    <a:pt x="4074" y="8340"/>
                  </a:cubicBezTo>
                  <a:cubicBezTo>
                    <a:pt x="4071" y="8413"/>
                    <a:pt x="4149" y="8458"/>
                    <a:pt x="4253" y="8461"/>
                  </a:cubicBezTo>
                  <a:cubicBezTo>
                    <a:pt x="4256" y="8461"/>
                    <a:pt x="4260" y="8461"/>
                    <a:pt x="4264" y="8461"/>
                  </a:cubicBezTo>
                  <a:cubicBezTo>
                    <a:pt x="4362" y="8461"/>
                    <a:pt x="4434" y="8405"/>
                    <a:pt x="4502" y="8356"/>
                  </a:cubicBezTo>
                  <a:cubicBezTo>
                    <a:pt x="4572" y="8305"/>
                    <a:pt x="4639" y="8129"/>
                    <a:pt x="4649" y="8106"/>
                  </a:cubicBezTo>
                  <a:cubicBezTo>
                    <a:pt x="4661" y="8084"/>
                    <a:pt x="4680" y="8039"/>
                    <a:pt x="4736" y="7996"/>
                  </a:cubicBezTo>
                  <a:cubicBezTo>
                    <a:pt x="4793" y="7956"/>
                    <a:pt x="4862" y="7867"/>
                    <a:pt x="4865" y="7775"/>
                  </a:cubicBezTo>
                  <a:cubicBezTo>
                    <a:pt x="4866" y="7682"/>
                    <a:pt x="4745" y="7638"/>
                    <a:pt x="4739" y="7638"/>
                  </a:cubicBezTo>
                  <a:cubicBezTo>
                    <a:pt x="4733" y="7638"/>
                    <a:pt x="4704" y="7632"/>
                    <a:pt x="4713" y="7618"/>
                  </a:cubicBezTo>
                  <a:cubicBezTo>
                    <a:pt x="4723" y="7604"/>
                    <a:pt x="4716" y="7571"/>
                    <a:pt x="4717" y="7548"/>
                  </a:cubicBezTo>
                  <a:cubicBezTo>
                    <a:pt x="4719" y="7524"/>
                    <a:pt x="4731" y="7513"/>
                    <a:pt x="4739" y="7501"/>
                  </a:cubicBezTo>
                  <a:cubicBezTo>
                    <a:pt x="4749" y="7489"/>
                    <a:pt x="4731" y="7469"/>
                    <a:pt x="4731" y="7469"/>
                  </a:cubicBezTo>
                  <a:cubicBezTo>
                    <a:pt x="4731" y="7469"/>
                    <a:pt x="4732" y="7452"/>
                    <a:pt x="4747" y="7417"/>
                  </a:cubicBezTo>
                  <a:cubicBezTo>
                    <a:pt x="4763" y="7382"/>
                    <a:pt x="4809" y="7189"/>
                    <a:pt x="4835" y="7089"/>
                  </a:cubicBezTo>
                  <a:cubicBezTo>
                    <a:pt x="4860" y="6987"/>
                    <a:pt x="4841" y="6940"/>
                    <a:pt x="4818" y="6883"/>
                  </a:cubicBezTo>
                  <a:cubicBezTo>
                    <a:pt x="4795" y="6827"/>
                    <a:pt x="4719" y="6576"/>
                    <a:pt x="4712" y="6535"/>
                  </a:cubicBezTo>
                  <a:cubicBezTo>
                    <a:pt x="4704" y="6494"/>
                    <a:pt x="4709" y="6449"/>
                    <a:pt x="4712" y="6432"/>
                  </a:cubicBezTo>
                  <a:cubicBezTo>
                    <a:pt x="4716" y="6414"/>
                    <a:pt x="4745" y="6363"/>
                    <a:pt x="4774" y="6308"/>
                  </a:cubicBezTo>
                  <a:cubicBezTo>
                    <a:pt x="4803" y="6254"/>
                    <a:pt x="4809" y="6030"/>
                    <a:pt x="4833" y="5983"/>
                  </a:cubicBezTo>
                  <a:cubicBezTo>
                    <a:pt x="4857" y="5937"/>
                    <a:pt x="4793" y="5769"/>
                    <a:pt x="4790" y="5762"/>
                  </a:cubicBezTo>
                  <a:cubicBezTo>
                    <a:pt x="4789" y="5756"/>
                    <a:pt x="4768" y="5743"/>
                    <a:pt x="4789" y="5712"/>
                  </a:cubicBezTo>
                  <a:cubicBezTo>
                    <a:pt x="4808" y="5680"/>
                    <a:pt x="4824" y="5635"/>
                    <a:pt x="4818" y="5616"/>
                  </a:cubicBezTo>
                  <a:cubicBezTo>
                    <a:pt x="4812" y="5596"/>
                    <a:pt x="4822" y="5583"/>
                    <a:pt x="4844" y="5571"/>
                  </a:cubicBezTo>
                  <a:cubicBezTo>
                    <a:pt x="4866" y="5559"/>
                    <a:pt x="4872" y="5492"/>
                    <a:pt x="4900" y="5357"/>
                  </a:cubicBezTo>
                  <a:cubicBezTo>
                    <a:pt x="4926" y="5218"/>
                    <a:pt x="4857" y="5060"/>
                    <a:pt x="4856" y="4988"/>
                  </a:cubicBezTo>
                  <a:cubicBezTo>
                    <a:pt x="4853" y="4918"/>
                    <a:pt x="4792" y="4831"/>
                    <a:pt x="4757" y="4760"/>
                  </a:cubicBezTo>
                  <a:cubicBezTo>
                    <a:pt x="4722" y="4690"/>
                    <a:pt x="4637" y="4643"/>
                    <a:pt x="4631" y="4640"/>
                  </a:cubicBezTo>
                  <a:cubicBezTo>
                    <a:pt x="4624" y="4639"/>
                    <a:pt x="4620" y="4576"/>
                    <a:pt x="4637" y="4573"/>
                  </a:cubicBezTo>
                  <a:cubicBezTo>
                    <a:pt x="4653" y="4569"/>
                    <a:pt x="4731" y="4499"/>
                    <a:pt x="4765" y="4446"/>
                  </a:cubicBezTo>
                  <a:cubicBezTo>
                    <a:pt x="4800" y="4394"/>
                    <a:pt x="4704" y="4327"/>
                    <a:pt x="4697" y="4318"/>
                  </a:cubicBezTo>
                  <a:cubicBezTo>
                    <a:pt x="4690" y="4311"/>
                    <a:pt x="4678" y="4280"/>
                    <a:pt x="4685" y="4237"/>
                  </a:cubicBezTo>
                  <a:cubicBezTo>
                    <a:pt x="4694" y="4194"/>
                    <a:pt x="4637" y="4154"/>
                    <a:pt x="4637" y="4138"/>
                  </a:cubicBezTo>
                  <a:cubicBezTo>
                    <a:pt x="4637" y="4122"/>
                    <a:pt x="4662" y="3982"/>
                    <a:pt x="4672" y="3904"/>
                  </a:cubicBezTo>
                  <a:cubicBezTo>
                    <a:pt x="4681" y="3829"/>
                    <a:pt x="4633" y="3766"/>
                    <a:pt x="4633" y="3766"/>
                  </a:cubicBezTo>
                  <a:cubicBezTo>
                    <a:pt x="4633" y="3766"/>
                    <a:pt x="4627" y="3724"/>
                    <a:pt x="4639" y="3692"/>
                  </a:cubicBezTo>
                  <a:cubicBezTo>
                    <a:pt x="4650" y="3661"/>
                    <a:pt x="4661" y="3542"/>
                    <a:pt x="4662" y="3504"/>
                  </a:cubicBezTo>
                  <a:cubicBezTo>
                    <a:pt x="4665" y="3467"/>
                    <a:pt x="4562" y="3317"/>
                    <a:pt x="4547" y="3317"/>
                  </a:cubicBezTo>
                  <a:cubicBezTo>
                    <a:pt x="4531" y="3317"/>
                    <a:pt x="4500" y="3243"/>
                    <a:pt x="4496" y="3199"/>
                  </a:cubicBezTo>
                  <a:cubicBezTo>
                    <a:pt x="4492" y="3157"/>
                    <a:pt x="4398" y="3068"/>
                    <a:pt x="4377" y="3042"/>
                  </a:cubicBezTo>
                  <a:cubicBezTo>
                    <a:pt x="4355" y="3014"/>
                    <a:pt x="4259" y="2876"/>
                    <a:pt x="4259" y="2876"/>
                  </a:cubicBezTo>
                  <a:cubicBezTo>
                    <a:pt x="4259" y="2876"/>
                    <a:pt x="4261" y="2857"/>
                    <a:pt x="4288" y="2835"/>
                  </a:cubicBezTo>
                  <a:cubicBezTo>
                    <a:pt x="4312" y="2812"/>
                    <a:pt x="4337" y="2700"/>
                    <a:pt x="4346" y="2612"/>
                  </a:cubicBezTo>
                  <a:cubicBezTo>
                    <a:pt x="4353" y="2525"/>
                    <a:pt x="4331" y="2449"/>
                    <a:pt x="4183" y="2334"/>
                  </a:cubicBezTo>
                  <a:cubicBezTo>
                    <a:pt x="4103" y="2273"/>
                    <a:pt x="4001" y="2257"/>
                    <a:pt x="3917" y="2257"/>
                  </a:cubicBezTo>
                  <a:cubicBezTo>
                    <a:pt x="3844" y="2257"/>
                    <a:pt x="3785" y="2269"/>
                    <a:pt x="3768" y="2273"/>
                  </a:cubicBezTo>
                  <a:cubicBezTo>
                    <a:pt x="3728" y="2283"/>
                    <a:pt x="3740" y="2324"/>
                    <a:pt x="3717" y="2344"/>
                  </a:cubicBezTo>
                  <a:cubicBezTo>
                    <a:pt x="3693" y="2363"/>
                    <a:pt x="3674" y="2384"/>
                    <a:pt x="3651" y="2414"/>
                  </a:cubicBezTo>
                  <a:cubicBezTo>
                    <a:pt x="3626" y="2446"/>
                    <a:pt x="3619" y="2470"/>
                    <a:pt x="3618" y="2483"/>
                  </a:cubicBezTo>
                  <a:cubicBezTo>
                    <a:pt x="3615" y="2496"/>
                    <a:pt x="3570" y="2510"/>
                    <a:pt x="3539" y="2522"/>
                  </a:cubicBezTo>
                  <a:cubicBezTo>
                    <a:pt x="3516" y="2531"/>
                    <a:pt x="3509" y="2547"/>
                    <a:pt x="3496" y="2547"/>
                  </a:cubicBezTo>
                  <a:cubicBezTo>
                    <a:pt x="3492" y="2547"/>
                    <a:pt x="3488" y="2545"/>
                    <a:pt x="3482" y="2541"/>
                  </a:cubicBezTo>
                  <a:cubicBezTo>
                    <a:pt x="3459" y="2525"/>
                    <a:pt x="3383" y="2493"/>
                    <a:pt x="3367" y="2483"/>
                  </a:cubicBezTo>
                  <a:cubicBezTo>
                    <a:pt x="3352" y="2473"/>
                    <a:pt x="3309" y="2420"/>
                    <a:pt x="3248" y="2368"/>
                  </a:cubicBezTo>
                  <a:cubicBezTo>
                    <a:pt x="3188" y="2315"/>
                    <a:pt x="3039" y="2226"/>
                    <a:pt x="3031" y="2215"/>
                  </a:cubicBezTo>
                  <a:cubicBezTo>
                    <a:pt x="3019" y="2205"/>
                    <a:pt x="2966" y="2121"/>
                    <a:pt x="2927" y="2056"/>
                  </a:cubicBezTo>
                  <a:cubicBezTo>
                    <a:pt x="2889" y="1989"/>
                    <a:pt x="2690" y="1843"/>
                    <a:pt x="2650" y="1818"/>
                  </a:cubicBezTo>
                  <a:cubicBezTo>
                    <a:pt x="2611" y="1794"/>
                    <a:pt x="2409" y="1609"/>
                    <a:pt x="2365" y="1568"/>
                  </a:cubicBezTo>
                  <a:cubicBezTo>
                    <a:pt x="2323" y="1527"/>
                    <a:pt x="2242" y="1444"/>
                    <a:pt x="2222" y="1444"/>
                  </a:cubicBezTo>
                  <a:cubicBezTo>
                    <a:pt x="2203" y="1444"/>
                    <a:pt x="2186" y="1405"/>
                    <a:pt x="2178" y="1373"/>
                  </a:cubicBezTo>
                  <a:cubicBezTo>
                    <a:pt x="2170" y="1342"/>
                    <a:pt x="2094" y="1188"/>
                    <a:pt x="2087" y="1182"/>
                  </a:cubicBezTo>
                  <a:cubicBezTo>
                    <a:pt x="2078" y="1176"/>
                    <a:pt x="2082" y="1022"/>
                    <a:pt x="2082" y="1003"/>
                  </a:cubicBezTo>
                  <a:cubicBezTo>
                    <a:pt x="2082" y="991"/>
                    <a:pt x="2084" y="971"/>
                    <a:pt x="2087" y="947"/>
                  </a:cubicBezTo>
                  <a:cubicBezTo>
                    <a:pt x="2202" y="848"/>
                    <a:pt x="2275" y="703"/>
                    <a:pt x="2275" y="538"/>
                  </a:cubicBezTo>
                  <a:cubicBezTo>
                    <a:pt x="2275" y="241"/>
                    <a:pt x="2034" y="1"/>
                    <a:pt x="173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14"/>
            <p:cNvSpPr/>
            <p:nvPr/>
          </p:nvSpPr>
          <p:spPr>
            <a:xfrm>
              <a:off x="4070856" y="1233648"/>
              <a:ext cx="424500" cy="4245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4" name="Google Shape;154;p14"/>
          <p:cNvSpPr txBox="1"/>
          <p:nvPr/>
        </p:nvSpPr>
        <p:spPr>
          <a:xfrm>
            <a:off x="761550" y="1253950"/>
            <a:ext cx="5834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pic>
        <p:nvPicPr>
          <p:cNvPr id="155" name="Google Shape;15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25225" y="2971424"/>
            <a:ext cx="2293550" cy="2110075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4"/>
          <p:cNvSpPr txBox="1"/>
          <p:nvPr/>
        </p:nvSpPr>
        <p:spPr>
          <a:xfrm>
            <a:off x="413500" y="1310225"/>
            <a:ext cx="68004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rPr>
              <a:t>Predicting the optimal fifth player for an NBA home team using machine learning. The model analyzes historical data (2007-2015) to identify lineup patterns and maximize team performance.</a:t>
            </a:r>
            <a:endParaRPr sz="1800">
              <a:solidFill>
                <a:schemeClr val="lt1"/>
              </a:solidFill>
              <a:latin typeface="Dosis"/>
              <a:ea typeface="Dosis"/>
              <a:cs typeface="Dosis"/>
              <a:sym typeface="Dosi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Dosis"/>
              <a:ea typeface="Dosis"/>
              <a:cs typeface="Dosis"/>
              <a:sym typeface="Dosi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5"/>
          <p:cNvSpPr txBox="1"/>
          <p:nvPr>
            <p:ph type="title"/>
          </p:nvPr>
        </p:nvSpPr>
        <p:spPr>
          <a:xfrm>
            <a:off x="713225" y="539500"/>
            <a:ext cx="7717500" cy="47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Methodology</a:t>
            </a:r>
            <a:endParaRPr/>
          </a:p>
        </p:txBody>
      </p:sp>
      <p:grpSp>
        <p:nvGrpSpPr>
          <p:cNvPr id="162" name="Google Shape;162;p15"/>
          <p:cNvGrpSpPr/>
          <p:nvPr/>
        </p:nvGrpSpPr>
        <p:grpSpPr>
          <a:xfrm>
            <a:off x="7383872" y="2805626"/>
            <a:ext cx="792133" cy="1260704"/>
            <a:chOff x="1423345" y="1562785"/>
            <a:chExt cx="420743" cy="669626"/>
          </a:xfrm>
        </p:grpSpPr>
        <p:sp>
          <p:nvSpPr>
            <p:cNvPr id="163" name="Google Shape;163;p15"/>
            <p:cNvSpPr/>
            <p:nvPr/>
          </p:nvSpPr>
          <p:spPr>
            <a:xfrm>
              <a:off x="1423345" y="1606359"/>
              <a:ext cx="420743" cy="626052"/>
            </a:xfrm>
            <a:custGeom>
              <a:rect b="b" l="l" r="r" t="t"/>
              <a:pathLst>
                <a:path extrusionOk="0" h="8224" w="5527">
                  <a:moveTo>
                    <a:pt x="851" y="1091"/>
                  </a:moveTo>
                  <a:cubicBezTo>
                    <a:pt x="871" y="1091"/>
                    <a:pt x="920" y="1101"/>
                    <a:pt x="941" y="1101"/>
                  </a:cubicBezTo>
                  <a:cubicBezTo>
                    <a:pt x="944" y="1101"/>
                    <a:pt x="946" y="1101"/>
                    <a:pt x="948" y="1101"/>
                  </a:cubicBezTo>
                  <a:cubicBezTo>
                    <a:pt x="949" y="1100"/>
                    <a:pt x="949" y="1100"/>
                    <a:pt x="950" y="1100"/>
                  </a:cubicBezTo>
                  <a:cubicBezTo>
                    <a:pt x="955" y="1100"/>
                    <a:pt x="881" y="1134"/>
                    <a:pt x="857" y="1136"/>
                  </a:cubicBezTo>
                  <a:cubicBezTo>
                    <a:pt x="831" y="1137"/>
                    <a:pt x="815" y="1140"/>
                    <a:pt x="801" y="1144"/>
                  </a:cubicBezTo>
                  <a:cubicBezTo>
                    <a:pt x="800" y="1145"/>
                    <a:pt x="799" y="1145"/>
                    <a:pt x="798" y="1145"/>
                  </a:cubicBezTo>
                  <a:cubicBezTo>
                    <a:pt x="785" y="1145"/>
                    <a:pt x="781" y="1119"/>
                    <a:pt x="766" y="1118"/>
                  </a:cubicBezTo>
                  <a:cubicBezTo>
                    <a:pt x="766" y="1118"/>
                    <a:pt x="831" y="1098"/>
                    <a:pt x="843" y="1092"/>
                  </a:cubicBezTo>
                  <a:cubicBezTo>
                    <a:pt x="844" y="1091"/>
                    <a:pt x="847" y="1091"/>
                    <a:pt x="851" y="1091"/>
                  </a:cubicBezTo>
                  <a:close/>
                  <a:moveTo>
                    <a:pt x="1081" y="1187"/>
                  </a:moveTo>
                  <a:cubicBezTo>
                    <a:pt x="1089" y="1187"/>
                    <a:pt x="1096" y="1187"/>
                    <a:pt x="1101" y="1188"/>
                  </a:cubicBezTo>
                  <a:cubicBezTo>
                    <a:pt x="1128" y="1195"/>
                    <a:pt x="1236" y="1262"/>
                    <a:pt x="1271" y="1264"/>
                  </a:cubicBezTo>
                  <a:cubicBezTo>
                    <a:pt x="1303" y="1265"/>
                    <a:pt x="1407" y="1301"/>
                    <a:pt x="1445" y="1301"/>
                  </a:cubicBezTo>
                  <a:cubicBezTo>
                    <a:pt x="1449" y="1301"/>
                    <a:pt x="1452" y="1301"/>
                    <a:pt x="1455" y="1300"/>
                  </a:cubicBezTo>
                  <a:cubicBezTo>
                    <a:pt x="1461" y="1299"/>
                    <a:pt x="1468" y="1298"/>
                    <a:pt x="1476" y="1298"/>
                  </a:cubicBezTo>
                  <a:cubicBezTo>
                    <a:pt x="1501" y="1298"/>
                    <a:pt x="1531" y="1306"/>
                    <a:pt x="1539" y="1316"/>
                  </a:cubicBezTo>
                  <a:cubicBezTo>
                    <a:pt x="1539" y="1316"/>
                    <a:pt x="1798" y="1507"/>
                    <a:pt x="1844" y="1532"/>
                  </a:cubicBezTo>
                  <a:cubicBezTo>
                    <a:pt x="1888" y="1556"/>
                    <a:pt x="1955" y="1630"/>
                    <a:pt x="1964" y="1630"/>
                  </a:cubicBezTo>
                  <a:cubicBezTo>
                    <a:pt x="1964" y="1630"/>
                    <a:pt x="1964" y="1629"/>
                    <a:pt x="1964" y="1629"/>
                  </a:cubicBezTo>
                  <a:lnTo>
                    <a:pt x="1964" y="1629"/>
                  </a:lnTo>
                  <a:cubicBezTo>
                    <a:pt x="1957" y="1632"/>
                    <a:pt x="1879" y="1663"/>
                    <a:pt x="1825" y="1678"/>
                  </a:cubicBezTo>
                  <a:cubicBezTo>
                    <a:pt x="1812" y="1681"/>
                    <a:pt x="1799" y="1682"/>
                    <a:pt x="1786" y="1682"/>
                  </a:cubicBezTo>
                  <a:cubicBezTo>
                    <a:pt x="1737" y="1682"/>
                    <a:pt x="1686" y="1661"/>
                    <a:pt x="1648" y="1632"/>
                  </a:cubicBezTo>
                  <a:cubicBezTo>
                    <a:pt x="1600" y="1594"/>
                    <a:pt x="1407" y="1504"/>
                    <a:pt x="1353" y="1485"/>
                  </a:cubicBezTo>
                  <a:cubicBezTo>
                    <a:pt x="1300" y="1468"/>
                    <a:pt x="1090" y="1350"/>
                    <a:pt x="1040" y="1326"/>
                  </a:cubicBezTo>
                  <a:cubicBezTo>
                    <a:pt x="989" y="1303"/>
                    <a:pt x="884" y="1223"/>
                    <a:pt x="865" y="1213"/>
                  </a:cubicBezTo>
                  <a:cubicBezTo>
                    <a:pt x="847" y="1204"/>
                    <a:pt x="936" y="1208"/>
                    <a:pt x="956" y="1203"/>
                  </a:cubicBezTo>
                  <a:cubicBezTo>
                    <a:pt x="976" y="1197"/>
                    <a:pt x="1042" y="1187"/>
                    <a:pt x="1081" y="1187"/>
                  </a:cubicBezTo>
                  <a:close/>
                  <a:moveTo>
                    <a:pt x="574" y="1"/>
                  </a:moveTo>
                  <a:cubicBezTo>
                    <a:pt x="441" y="1"/>
                    <a:pt x="313" y="43"/>
                    <a:pt x="225" y="120"/>
                  </a:cubicBezTo>
                  <a:cubicBezTo>
                    <a:pt x="26" y="299"/>
                    <a:pt x="1" y="483"/>
                    <a:pt x="15" y="658"/>
                  </a:cubicBezTo>
                  <a:cubicBezTo>
                    <a:pt x="33" y="830"/>
                    <a:pt x="157" y="954"/>
                    <a:pt x="157" y="961"/>
                  </a:cubicBezTo>
                  <a:cubicBezTo>
                    <a:pt x="152" y="965"/>
                    <a:pt x="158" y="980"/>
                    <a:pt x="183" y="1010"/>
                  </a:cubicBezTo>
                  <a:cubicBezTo>
                    <a:pt x="209" y="1039"/>
                    <a:pt x="284" y="1077"/>
                    <a:pt x="301" y="1077"/>
                  </a:cubicBezTo>
                  <a:cubicBezTo>
                    <a:pt x="302" y="1077"/>
                    <a:pt x="302" y="1077"/>
                    <a:pt x="302" y="1077"/>
                  </a:cubicBezTo>
                  <a:cubicBezTo>
                    <a:pt x="320" y="1077"/>
                    <a:pt x="381" y="1128"/>
                    <a:pt x="406" y="1156"/>
                  </a:cubicBezTo>
                  <a:cubicBezTo>
                    <a:pt x="431" y="1182"/>
                    <a:pt x="489" y="1224"/>
                    <a:pt x="518" y="1249"/>
                  </a:cubicBezTo>
                  <a:cubicBezTo>
                    <a:pt x="549" y="1274"/>
                    <a:pt x="661" y="1357"/>
                    <a:pt x="693" y="1375"/>
                  </a:cubicBezTo>
                  <a:cubicBezTo>
                    <a:pt x="723" y="1393"/>
                    <a:pt x="809" y="1474"/>
                    <a:pt x="853" y="1520"/>
                  </a:cubicBezTo>
                  <a:cubicBezTo>
                    <a:pt x="898" y="1567"/>
                    <a:pt x="1076" y="1702"/>
                    <a:pt x="1143" y="1761"/>
                  </a:cubicBezTo>
                  <a:cubicBezTo>
                    <a:pt x="1211" y="1817"/>
                    <a:pt x="1450" y="1973"/>
                    <a:pt x="1536" y="2023"/>
                  </a:cubicBezTo>
                  <a:cubicBezTo>
                    <a:pt x="1591" y="2055"/>
                    <a:pt x="1630" y="2059"/>
                    <a:pt x="1662" y="2059"/>
                  </a:cubicBezTo>
                  <a:cubicBezTo>
                    <a:pt x="1674" y="2059"/>
                    <a:pt x="1685" y="2059"/>
                    <a:pt x="1697" y="2059"/>
                  </a:cubicBezTo>
                  <a:cubicBezTo>
                    <a:pt x="1701" y="2059"/>
                    <a:pt x="1705" y="2059"/>
                    <a:pt x="1710" y="2059"/>
                  </a:cubicBezTo>
                  <a:cubicBezTo>
                    <a:pt x="1752" y="2062"/>
                    <a:pt x="2039" y="2062"/>
                    <a:pt x="2166" y="2065"/>
                  </a:cubicBezTo>
                  <a:cubicBezTo>
                    <a:pt x="2173" y="2065"/>
                    <a:pt x="2182" y="2065"/>
                    <a:pt x="2190" y="2065"/>
                  </a:cubicBezTo>
                  <a:cubicBezTo>
                    <a:pt x="2326" y="2065"/>
                    <a:pt x="2576" y="2045"/>
                    <a:pt x="2616" y="2031"/>
                  </a:cubicBezTo>
                  <a:cubicBezTo>
                    <a:pt x="2647" y="2022"/>
                    <a:pt x="2721" y="2003"/>
                    <a:pt x="2760" y="2003"/>
                  </a:cubicBezTo>
                  <a:cubicBezTo>
                    <a:pt x="2773" y="2003"/>
                    <a:pt x="2783" y="2005"/>
                    <a:pt x="2785" y="2011"/>
                  </a:cubicBezTo>
                  <a:cubicBezTo>
                    <a:pt x="2790" y="2031"/>
                    <a:pt x="2798" y="2036"/>
                    <a:pt x="2811" y="2052"/>
                  </a:cubicBezTo>
                  <a:cubicBezTo>
                    <a:pt x="2824" y="2069"/>
                    <a:pt x="2840" y="2115"/>
                    <a:pt x="2862" y="2173"/>
                  </a:cubicBezTo>
                  <a:cubicBezTo>
                    <a:pt x="2884" y="2230"/>
                    <a:pt x="2986" y="2554"/>
                    <a:pt x="2997" y="2591"/>
                  </a:cubicBezTo>
                  <a:cubicBezTo>
                    <a:pt x="3008" y="2627"/>
                    <a:pt x="3041" y="2924"/>
                    <a:pt x="3034" y="2943"/>
                  </a:cubicBezTo>
                  <a:cubicBezTo>
                    <a:pt x="3025" y="2962"/>
                    <a:pt x="3044" y="2967"/>
                    <a:pt x="3059" y="3015"/>
                  </a:cubicBezTo>
                  <a:cubicBezTo>
                    <a:pt x="3073" y="3063"/>
                    <a:pt x="3041" y="3292"/>
                    <a:pt x="3012" y="3357"/>
                  </a:cubicBezTo>
                  <a:cubicBezTo>
                    <a:pt x="2984" y="3421"/>
                    <a:pt x="3063" y="3493"/>
                    <a:pt x="3105" y="3522"/>
                  </a:cubicBezTo>
                  <a:cubicBezTo>
                    <a:pt x="3136" y="3545"/>
                    <a:pt x="3113" y="3568"/>
                    <a:pt x="3077" y="3568"/>
                  </a:cubicBezTo>
                  <a:cubicBezTo>
                    <a:pt x="3065" y="3568"/>
                    <a:pt x="3051" y="3565"/>
                    <a:pt x="3038" y="3560"/>
                  </a:cubicBezTo>
                  <a:cubicBezTo>
                    <a:pt x="3036" y="3559"/>
                    <a:pt x="3033" y="3558"/>
                    <a:pt x="3031" y="3558"/>
                  </a:cubicBezTo>
                  <a:cubicBezTo>
                    <a:pt x="2978" y="3558"/>
                    <a:pt x="2943" y="3786"/>
                    <a:pt x="2933" y="3820"/>
                  </a:cubicBezTo>
                  <a:cubicBezTo>
                    <a:pt x="2923" y="3858"/>
                    <a:pt x="2772" y="3877"/>
                    <a:pt x="2715" y="3895"/>
                  </a:cubicBezTo>
                  <a:cubicBezTo>
                    <a:pt x="2658" y="3911"/>
                    <a:pt x="2474" y="4099"/>
                    <a:pt x="2460" y="4133"/>
                  </a:cubicBezTo>
                  <a:cubicBezTo>
                    <a:pt x="2444" y="4168"/>
                    <a:pt x="2335" y="4291"/>
                    <a:pt x="2286" y="4321"/>
                  </a:cubicBezTo>
                  <a:cubicBezTo>
                    <a:pt x="2238" y="4353"/>
                    <a:pt x="2279" y="4394"/>
                    <a:pt x="2279" y="4394"/>
                  </a:cubicBezTo>
                  <a:cubicBezTo>
                    <a:pt x="2279" y="4394"/>
                    <a:pt x="2155" y="4553"/>
                    <a:pt x="2103" y="4632"/>
                  </a:cubicBezTo>
                  <a:cubicBezTo>
                    <a:pt x="2050" y="4710"/>
                    <a:pt x="1973" y="4933"/>
                    <a:pt x="1975" y="4999"/>
                  </a:cubicBezTo>
                  <a:cubicBezTo>
                    <a:pt x="1978" y="5064"/>
                    <a:pt x="2072" y="5236"/>
                    <a:pt x="2109" y="5350"/>
                  </a:cubicBezTo>
                  <a:cubicBezTo>
                    <a:pt x="2144" y="5463"/>
                    <a:pt x="2253" y="5632"/>
                    <a:pt x="2291" y="5685"/>
                  </a:cubicBezTo>
                  <a:cubicBezTo>
                    <a:pt x="2326" y="5739"/>
                    <a:pt x="2504" y="5915"/>
                    <a:pt x="2550" y="5966"/>
                  </a:cubicBezTo>
                  <a:cubicBezTo>
                    <a:pt x="2597" y="6018"/>
                    <a:pt x="2689" y="6173"/>
                    <a:pt x="2700" y="6193"/>
                  </a:cubicBezTo>
                  <a:cubicBezTo>
                    <a:pt x="2713" y="6214"/>
                    <a:pt x="2707" y="6215"/>
                    <a:pt x="2691" y="6230"/>
                  </a:cubicBezTo>
                  <a:cubicBezTo>
                    <a:pt x="2675" y="6244"/>
                    <a:pt x="2683" y="6266"/>
                    <a:pt x="2672" y="6278"/>
                  </a:cubicBezTo>
                  <a:cubicBezTo>
                    <a:pt x="2661" y="6289"/>
                    <a:pt x="2638" y="6327"/>
                    <a:pt x="2635" y="6352"/>
                  </a:cubicBezTo>
                  <a:cubicBezTo>
                    <a:pt x="2632" y="6377"/>
                    <a:pt x="2493" y="6562"/>
                    <a:pt x="2483" y="6608"/>
                  </a:cubicBezTo>
                  <a:cubicBezTo>
                    <a:pt x="2473" y="6654"/>
                    <a:pt x="2444" y="6723"/>
                    <a:pt x="2358" y="6786"/>
                  </a:cubicBezTo>
                  <a:cubicBezTo>
                    <a:pt x="2269" y="6849"/>
                    <a:pt x="2164" y="7048"/>
                    <a:pt x="2164" y="7104"/>
                  </a:cubicBezTo>
                  <a:cubicBezTo>
                    <a:pt x="2163" y="7160"/>
                    <a:pt x="2240" y="7193"/>
                    <a:pt x="2361" y="7200"/>
                  </a:cubicBezTo>
                  <a:cubicBezTo>
                    <a:pt x="2366" y="7200"/>
                    <a:pt x="2372" y="7200"/>
                    <a:pt x="2378" y="7200"/>
                  </a:cubicBezTo>
                  <a:cubicBezTo>
                    <a:pt x="2499" y="7200"/>
                    <a:pt x="2676" y="7119"/>
                    <a:pt x="2779" y="7044"/>
                  </a:cubicBezTo>
                  <a:cubicBezTo>
                    <a:pt x="2885" y="6964"/>
                    <a:pt x="2967" y="6807"/>
                    <a:pt x="3000" y="6782"/>
                  </a:cubicBezTo>
                  <a:cubicBezTo>
                    <a:pt x="3035" y="6757"/>
                    <a:pt x="3182" y="6740"/>
                    <a:pt x="3274" y="6686"/>
                  </a:cubicBezTo>
                  <a:cubicBezTo>
                    <a:pt x="3366" y="6630"/>
                    <a:pt x="3401" y="6528"/>
                    <a:pt x="3391" y="6455"/>
                  </a:cubicBezTo>
                  <a:cubicBezTo>
                    <a:pt x="3379" y="6383"/>
                    <a:pt x="3227" y="6168"/>
                    <a:pt x="3198" y="6134"/>
                  </a:cubicBezTo>
                  <a:cubicBezTo>
                    <a:pt x="3169" y="6099"/>
                    <a:pt x="3080" y="6072"/>
                    <a:pt x="3061" y="6069"/>
                  </a:cubicBezTo>
                  <a:cubicBezTo>
                    <a:pt x="3042" y="6068"/>
                    <a:pt x="2968" y="5924"/>
                    <a:pt x="2948" y="5882"/>
                  </a:cubicBezTo>
                  <a:cubicBezTo>
                    <a:pt x="2927" y="5839"/>
                    <a:pt x="2871" y="5708"/>
                    <a:pt x="2868" y="5675"/>
                  </a:cubicBezTo>
                  <a:cubicBezTo>
                    <a:pt x="2866" y="5643"/>
                    <a:pt x="2857" y="5554"/>
                    <a:pt x="2828" y="5449"/>
                  </a:cubicBezTo>
                  <a:cubicBezTo>
                    <a:pt x="2798" y="5344"/>
                    <a:pt x="2689" y="5210"/>
                    <a:pt x="2658" y="5172"/>
                  </a:cubicBezTo>
                  <a:cubicBezTo>
                    <a:pt x="2627" y="5133"/>
                    <a:pt x="2581" y="5077"/>
                    <a:pt x="2610" y="5067"/>
                  </a:cubicBezTo>
                  <a:cubicBezTo>
                    <a:pt x="2639" y="5058"/>
                    <a:pt x="2709" y="4991"/>
                    <a:pt x="2737" y="4983"/>
                  </a:cubicBezTo>
                  <a:cubicBezTo>
                    <a:pt x="2742" y="4981"/>
                    <a:pt x="2746" y="4980"/>
                    <a:pt x="2750" y="4980"/>
                  </a:cubicBezTo>
                  <a:cubicBezTo>
                    <a:pt x="2766" y="4980"/>
                    <a:pt x="2772" y="4993"/>
                    <a:pt x="2788" y="4997"/>
                  </a:cubicBezTo>
                  <a:cubicBezTo>
                    <a:pt x="2805" y="5005"/>
                    <a:pt x="2825" y="5038"/>
                    <a:pt x="2872" y="5063"/>
                  </a:cubicBezTo>
                  <a:cubicBezTo>
                    <a:pt x="2888" y="5072"/>
                    <a:pt x="2911" y="5076"/>
                    <a:pt x="2936" y="5076"/>
                  </a:cubicBezTo>
                  <a:cubicBezTo>
                    <a:pt x="2984" y="5076"/>
                    <a:pt x="3039" y="5064"/>
                    <a:pt x="3070" y="5054"/>
                  </a:cubicBezTo>
                  <a:cubicBezTo>
                    <a:pt x="3118" y="5040"/>
                    <a:pt x="3261" y="4939"/>
                    <a:pt x="3316" y="4920"/>
                  </a:cubicBezTo>
                  <a:cubicBezTo>
                    <a:pt x="3325" y="4917"/>
                    <a:pt x="3333" y="4916"/>
                    <a:pt x="3340" y="4916"/>
                  </a:cubicBezTo>
                  <a:cubicBezTo>
                    <a:pt x="3377" y="4916"/>
                    <a:pt x="3386" y="4957"/>
                    <a:pt x="3402" y="4986"/>
                  </a:cubicBezTo>
                  <a:cubicBezTo>
                    <a:pt x="3421" y="5021"/>
                    <a:pt x="3421" y="5050"/>
                    <a:pt x="3424" y="5114"/>
                  </a:cubicBezTo>
                  <a:cubicBezTo>
                    <a:pt x="3426" y="5178"/>
                    <a:pt x="3622" y="5341"/>
                    <a:pt x="3646" y="5395"/>
                  </a:cubicBezTo>
                  <a:cubicBezTo>
                    <a:pt x="3667" y="5447"/>
                    <a:pt x="3654" y="5469"/>
                    <a:pt x="3637" y="5510"/>
                  </a:cubicBezTo>
                  <a:cubicBezTo>
                    <a:pt x="3619" y="5551"/>
                    <a:pt x="3657" y="5576"/>
                    <a:pt x="3673" y="5590"/>
                  </a:cubicBezTo>
                  <a:cubicBezTo>
                    <a:pt x="3691" y="5606"/>
                    <a:pt x="3739" y="5816"/>
                    <a:pt x="3755" y="5890"/>
                  </a:cubicBezTo>
                  <a:cubicBezTo>
                    <a:pt x="3769" y="5963"/>
                    <a:pt x="3871" y="6005"/>
                    <a:pt x="3889" y="6049"/>
                  </a:cubicBezTo>
                  <a:cubicBezTo>
                    <a:pt x="3906" y="6091"/>
                    <a:pt x="3992" y="6252"/>
                    <a:pt x="4032" y="6346"/>
                  </a:cubicBezTo>
                  <a:cubicBezTo>
                    <a:pt x="4071" y="6441"/>
                    <a:pt x="4268" y="6575"/>
                    <a:pt x="4297" y="6598"/>
                  </a:cubicBezTo>
                  <a:cubicBezTo>
                    <a:pt x="4326" y="6620"/>
                    <a:pt x="4547" y="6922"/>
                    <a:pt x="4608" y="6996"/>
                  </a:cubicBezTo>
                  <a:cubicBezTo>
                    <a:pt x="4668" y="7070"/>
                    <a:pt x="4791" y="7219"/>
                    <a:pt x="4804" y="7245"/>
                  </a:cubicBezTo>
                  <a:cubicBezTo>
                    <a:pt x="4815" y="7271"/>
                    <a:pt x="4823" y="7297"/>
                    <a:pt x="4808" y="7308"/>
                  </a:cubicBezTo>
                  <a:cubicBezTo>
                    <a:pt x="4792" y="7319"/>
                    <a:pt x="4812" y="7344"/>
                    <a:pt x="4815" y="7356"/>
                  </a:cubicBezTo>
                  <a:cubicBezTo>
                    <a:pt x="4820" y="7366"/>
                    <a:pt x="4796" y="7424"/>
                    <a:pt x="4776" y="7456"/>
                  </a:cubicBezTo>
                  <a:cubicBezTo>
                    <a:pt x="4757" y="7488"/>
                    <a:pt x="4775" y="7522"/>
                    <a:pt x="4814" y="7551"/>
                  </a:cubicBezTo>
                  <a:cubicBezTo>
                    <a:pt x="4853" y="7579"/>
                    <a:pt x="4856" y="7596"/>
                    <a:pt x="4875" y="7670"/>
                  </a:cubicBezTo>
                  <a:cubicBezTo>
                    <a:pt x="4894" y="7745"/>
                    <a:pt x="4868" y="7970"/>
                    <a:pt x="4897" y="8104"/>
                  </a:cubicBezTo>
                  <a:cubicBezTo>
                    <a:pt x="4915" y="8187"/>
                    <a:pt x="4970" y="8224"/>
                    <a:pt x="5044" y="8224"/>
                  </a:cubicBezTo>
                  <a:cubicBezTo>
                    <a:pt x="5090" y="8224"/>
                    <a:pt x="5143" y="8209"/>
                    <a:pt x="5200" y="8183"/>
                  </a:cubicBezTo>
                  <a:cubicBezTo>
                    <a:pt x="5347" y="8115"/>
                    <a:pt x="5408" y="7912"/>
                    <a:pt x="5434" y="7791"/>
                  </a:cubicBezTo>
                  <a:cubicBezTo>
                    <a:pt x="5462" y="7670"/>
                    <a:pt x="5421" y="7501"/>
                    <a:pt x="5421" y="7485"/>
                  </a:cubicBezTo>
                  <a:cubicBezTo>
                    <a:pt x="5420" y="7471"/>
                    <a:pt x="5456" y="7380"/>
                    <a:pt x="5480" y="7345"/>
                  </a:cubicBezTo>
                  <a:cubicBezTo>
                    <a:pt x="5503" y="7311"/>
                    <a:pt x="5517" y="7254"/>
                    <a:pt x="5522" y="7155"/>
                  </a:cubicBezTo>
                  <a:cubicBezTo>
                    <a:pt x="5526" y="7059"/>
                    <a:pt x="5430" y="7016"/>
                    <a:pt x="5328" y="6993"/>
                  </a:cubicBezTo>
                  <a:cubicBezTo>
                    <a:pt x="5276" y="6981"/>
                    <a:pt x="5210" y="6975"/>
                    <a:pt x="5164" y="6975"/>
                  </a:cubicBezTo>
                  <a:cubicBezTo>
                    <a:pt x="5135" y="6975"/>
                    <a:pt x="5114" y="6977"/>
                    <a:pt x="5110" y="6981"/>
                  </a:cubicBezTo>
                  <a:cubicBezTo>
                    <a:pt x="5105" y="6987"/>
                    <a:pt x="5092" y="6992"/>
                    <a:pt x="5079" y="6992"/>
                  </a:cubicBezTo>
                  <a:cubicBezTo>
                    <a:pt x="5066" y="6992"/>
                    <a:pt x="5051" y="6987"/>
                    <a:pt x="5044" y="6970"/>
                  </a:cubicBezTo>
                  <a:cubicBezTo>
                    <a:pt x="5029" y="6936"/>
                    <a:pt x="4948" y="6662"/>
                    <a:pt x="4916" y="6568"/>
                  </a:cubicBezTo>
                  <a:cubicBezTo>
                    <a:pt x="4884" y="6473"/>
                    <a:pt x="4792" y="6355"/>
                    <a:pt x="4731" y="6310"/>
                  </a:cubicBezTo>
                  <a:cubicBezTo>
                    <a:pt x="4671" y="6263"/>
                    <a:pt x="4552" y="6142"/>
                    <a:pt x="4530" y="6116"/>
                  </a:cubicBezTo>
                  <a:cubicBezTo>
                    <a:pt x="4511" y="6090"/>
                    <a:pt x="4493" y="6016"/>
                    <a:pt x="4489" y="5988"/>
                  </a:cubicBezTo>
                  <a:cubicBezTo>
                    <a:pt x="4485" y="5962"/>
                    <a:pt x="4489" y="5908"/>
                    <a:pt x="4495" y="5908"/>
                  </a:cubicBezTo>
                  <a:cubicBezTo>
                    <a:pt x="4501" y="5908"/>
                    <a:pt x="4511" y="5898"/>
                    <a:pt x="4506" y="5874"/>
                  </a:cubicBezTo>
                  <a:cubicBezTo>
                    <a:pt x="4501" y="5852"/>
                    <a:pt x="4512" y="5549"/>
                    <a:pt x="4527" y="5487"/>
                  </a:cubicBezTo>
                  <a:cubicBezTo>
                    <a:pt x="4541" y="5424"/>
                    <a:pt x="4543" y="5038"/>
                    <a:pt x="4568" y="4933"/>
                  </a:cubicBezTo>
                  <a:cubicBezTo>
                    <a:pt x="4591" y="4827"/>
                    <a:pt x="4544" y="4677"/>
                    <a:pt x="4533" y="4629"/>
                  </a:cubicBezTo>
                  <a:cubicBezTo>
                    <a:pt x="4522" y="4581"/>
                    <a:pt x="4563" y="4358"/>
                    <a:pt x="4573" y="4291"/>
                  </a:cubicBezTo>
                  <a:cubicBezTo>
                    <a:pt x="4582" y="4224"/>
                    <a:pt x="4537" y="4061"/>
                    <a:pt x="4530" y="4042"/>
                  </a:cubicBezTo>
                  <a:cubicBezTo>
                    <a:pt x="4525" y="4024"/>
                    <a:pt x="4541" y="4036"/>
                    <a:pt x="4608" y="4023"/>
                  </a:cubicBezTo>
                  <a:cubicBezTo>
                    <a:pt x="4677" y="4010"/>
                    <a:pt x="4744" y="3957"/>
                    <a:pt x="4770" y="3880"/>
                  </a:cubicBezTo>
                  <a:cubicBezTo>
                    <a:pt x="4796" y="3804"/>
                    <a:pt x="4712" y="3682"/>
                    <a:pt x="4700" y="3629"/>
                  </a:cubicBezTo>
                  <a:cubicBezTo>
                    <a:pt x="4690" y="3580"/>
                    <a:pt x="4522" y="3286"/>
                    <a:pt x="4492" y="3251"/>
                  </a:cubicBezTo>
                  <a:cubicBezTo>
                    <a:pt x="4463" y="3216"/>
                    <a:pt x="4437" y="3153"/>
                    <a:pt x="4447" y="3133"/>
                  </a:cubicBezTo>
                  <a:cubicBezTo>
                    <a:pt x="4455" y="3111"/>
                    <a:pt x="4458" y="2971"/>
                    <a:pt x="4451" y="2946"/>
                  </a:cubicBezTo>
                  <a:cubicBezTo>
                    <a:pt x="4444" y="2923"/>
                    <a:pt x="4450" y="2782"/>
                    <a:pt x="4461" y="2757"/>
                  </a:cubicBezTo>
                  <a:cubicBezTo>
                    <a:pt x="4472" y="2731"/>
                    <a:pt x="4480" y="2605"/>
                    <a:pt x="4479" y="2530"/>
                  </a:cubicBezTo>
                  <a:cubicBezTo>
                    <a:pt x="4477" y="2454"/>
                    <a:pt x="4352" y="2154"/>
                    <a:pt x="4343" y="2090"/>
                  </a:cubicBezTo>
                  <a:cubicBezTo>
                    <a:pt x="4333" y="2024"/>
                    <a:pt x="4259" y="1819"/>
                    <a:pt x="4189" y="1663"/>
                  </a:cubicBezTo>
                  <a:cubicBezTo>
                    <a:pt x="4119" y="1507"/>
                    <a:pt x="3915" y="1393"/>
                    <a:pt x="3915" y="1393"/>
                  </a:cubicBezTo>
                  <a:cubicBezTo>
                    <a:pt x="3914" y="1394"/>
                    <a:pt x="3913" y="1394"/>
                    <a:pt x="3912" y="1394"/>
                  </a:cubicBezTo>
                  <a:cubicBezTo>
                    <a:pt x="3901" y="1394"/>
                    <a:pt x="3880" y="1369"/>
                    <a:pt x="3895" y="1369"/>
                  </a:cubicBezTo>
                  <a:cubicBezTo>
                    <a:pt x="3911" y="1367"/>
                    <a:pt x="3918" y="1326"/>
                    <a:pt x="3922" y="1267"/>
                  </a:cubicBezTo>
                  <a:cubicBezTo>
                    <a:pt x="3925" y="1207"/>
                    <a:pt x="3966" y="1136"/>
                    <a:pt x="4049" y="914"/>
                  </a:cubicBezTo>
                  <a:cubicBezTo>
                    <a:pt x="4131" y="694"/>
                    <a:pt x="3863" y="502"/>
                    <a:pt x="3720" y="450"/>
                  </a:cubicBezTo>
                  <a:cubicBezTo>
                    <a:pt x="3686" y="437"/>
                    <a:pt x="3643" y="432"/>
                    <a:pt x="3598" y="432"/>
                  </a:cubicBezTo>
                  <a:cubicBezTo>
                    <a:pt x="3453" y="432"/>
                    <a:pt x="3278" y="481"/>
                    <a:pt x="3229" y="487"/>
                  </a:cubicBezTo>
                  <a:cubicBezTo>
                    <a:pt x="3165" y="495"/>
                    <a:pt x="3146" y="589"/>
                    <a:pt x="3152" y="616"/>
                  </a:cubicBezTo>
                  <a:cubicBezTo>
                    <a:pt x="3158" y="642"/>
                    <a:pt x="3117" y="712"/>
                    <a:pt x="3091" y="755"/>
                  </a:cubicBezTo>
                  <a:cubicBezTo>
                    <a:pt x="3063" y="798"/>
                    <a:pt x="3089" y="834"/>
                    <a:pt x="3095" y="856"/>
                  </a:cubicBezTo>
                  <a:cubicBezTo>
                    <a:pt x="3102" y="878"/>
                    <a:pt x="3072" y="903"/>
                    <a:pt x="3000" y="958"/>
                  </a:cubicBezTo>
                  <a:cubicBezTo>
                    <a:pt x="2929" y="1012"/>
                    <a:pt x="2962" y="1044"/>
                    <a:pt x="2981" y="1057"/>
                  </a:cubicBezTo>
                  <a:cubicBezTo>
                    <a:pt x="3000" y="1072"/>
                    <a:pt x="3000" y="1108"/>
                    <a:pt x="2981" y="1139"/>
                  </a:cubicBezTo>
                  <a:cubicBezTo>
                    <a:pt x="2962" y="1168"/>
                    <a:pt x="2970" y="1198"/>
                    <a:pt x="2986" y="1223"/>
                  </a:cubicBezTo>
                  <a:cubicBezTo>
                    <a:pt x="3002" y="1246"/>
                    <a:pt x="2978" y="1258"/>
                    <a:pt x="2954" y="1275"/>
                  </a:cubicBezTo>
                  <a:cubicBezTo>
                    <a:pt x="2929" y="1293"/>
                    <a:pt x="2955" y="1331"/>
                    <a:pt x="2977" y="1356"/>
                  </a:cubicBezTo>
                  <a:cubicBezTo>
                    <a:pt x="2999" y="1382"/>
                    <a:pt x="2965" y="1431"/>
                    <a:pt x="2965" y="1431"/>
                  </a:cubicBezTo>
                  <a:cubicBezTo>
                    <a:pt x="2965" y="1431"/>
                    <a:pt x="2917" y="1431"/>
                    <a:pt x="2833" y="1436"/>
                  </a:cubicBezTo>
                  <a:cubicBezTo>
                    <a:pt x="2747" y="1440"/>
                    <a:pt x="2571" y="1494"/>
                    <a:pt x="2559" y="1498"/>
                  </a:cubicBezTo>
                  <a:cubicBezTo>
                    <a:pt x="2558" y="1498"/>
                    <a:pt x="2557" y="1499"/>
                    <a:pt x="2556" y="1499"/>
                  </a:cubicBezTo>
                  <a:cubicBezTo>
                    <a:pt x="2539" y="1499"/>
                    <a:pt x="2478" y="1475"/>
                    <a:pt x="2435" y="1446"/>
                  </a:cubicBezTo>
                  <a:cubicBezTo>
                    <a:pt x="2388" y="1414"/>
                    <a:pt x="2228" y="1375"/>
                    <a:pt x="2168" y="1348"/>
                  </a:cubicBezTo>
                  <a:cubicBezTo>
                    <a:pt x="2109" y="1324"/>
                    <a:pt x="1729" y="1141"/>
                    <a:pt x="1688" y="1124"/>
                  </a:cubicBezTo>
                  <a:cubicBezTo>
                    <a:pt x="1646" y="1106"/>
                    <a:pt x="1544" y="1088"/>
                    <a:pt x="1526" y="1069"/>
                  </a:cubicBezTo>
                  <a:cubicBezTo>
                    <a:pt x="1509" y="1050"/>
                    <a:pt x="1315" y="939"/>
                    <a:pt x="1306" y="938"/>
                  </a:cubicBezTo>
                  <a:cubicBezTo>
                    <a:pt x="1297" y="936"/>
                    <a:pt x="1312" y="916"/>
                    <a:pt x="1290" y="894"/>
                  </a:cubicBezTo>
                  <a:cubicBezTo>
                    <a:pt x="1285" y="888"/>
                    <a:pt x="1278" y="887"/>
                    <a:pt x="1271" y="887"/>
                  </a:cubicBezTo>
                  <a:cubicBezTo>
                    <a:pt x="1256" y="887"/>
                    <a:pt x="1237" y="896"/>
                    <a:pt x="1220" y="896"/>
                  </a:cubicBezTo>
                  <a:cubicBezTo>
                    <a:pt x="1216" y="896"/>
                    <a:pt x="1211" y="895"/>
                    <a:pt x="1207" y="894"/>
                  </a:cubicBezTo>
                  <a:cubicBezTo>
                    <a:pt x="1179" y="884"/>
                    <a:pt x="1101" y="841"/>
                    <a:pt x="1101" y="841"/>
                  </a:cubicBezTo>
                  <a:cubicBezTo>
                    <a:pt x="1101" y="841"/>
                    <a:pt x="1105" y="820"/>
                    <a:pt x="1123" y="771"/>
                  </a:cubicBezTo>
                  <a:cubicBezTo>
                    <a:pt x="1140" y="725"/>
                    <a:pt x="1219" y="505"/>
                    <a:pt x="1031" y="228"/>
                  </a:cubicBezTo>
                  <a:cubicBezTo>
                    <a:pt x="925" y="72"/>
                    <a:pt x="746" y="1"/>
                    <a:pt x="57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" name="Google Shape;164;p15"/>
            <p:cNvSpPr/>
            <p:nvPr/>
          </p:nvSpPr>
          <p:spPr>
            <a:xfrm>
              <a:off x="1423360" y="1562785"/>
              <a:ext cx="98810" cy="103149"/>
            </a:xfrm>
            <a:custGeom>
              <a:rect b="b" l="l" r="r" t="t"/>
              <a:pathLst>
                <a:path extrusionOk="0" h="1355" w="1298">
                  <a:moveTo>
                    <a:pt x="649" y="0"/>
                  </a:moveTo>
                  <a:cubicBezTo>
                    <a:pt x="290" y="0"/>
                    <a:pt x="1" y="303"/>
                    <a:pt x="1" y="678"/>
                  </a:cubicBezTo>
                  <a:cubicBezTo>
                    <a:pt x="1" y="1052"/>
                    <a:pt x="290" y="1355"/>
                    <a:pt x="649" y="1355"/>
                  </a:cubicBezTo>
                  <a:cubicBezTo>
                    <a:pt x="1007" y="1355"/>
                    <a:pt x="1297" y="1052"/>
                    <a:pt x="1297" y="678"/>
                  </a:cubicBezTo>
                  <a:cubicBezTo>
                    <a:pt x="1297" y="303"/>
                    <a:pt x="1007" y="0"/>
                    <a:pt x="6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5" name="Google Shape;165;p15"/>
          <p:cNvSpPr txBox="1"/>
          <p:nvPr/>
        </p:nvSpPr>
        <p:spPr>
          <a:xfrm>
            <a:off x="413500" y="1310225"/>
            <a:ext cx="6800400" cy="32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rPr>
              <a:t>Data Exploration:</a:t>
            </a:r>
            <a:r>
              <a:rPr lang="en" sz="1800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rPr>
              <a:t> We began by inspecting raw NBA game data (2007-2015) to understand patterns related to player lineups, match outcomes, and team compositions.</a:t>
            </a:r>
            <a:endParaRPr sz="1800">
              <a:solidFill>
                <a:schemeClr val="lt1"/>
              </a:solidFill>
              <a:latin typeface="Dosis"/>
              <a:ea typeface="Dosis"/>
              <a:cs typeface="Dosis"/>
              <a:sym typeface="Dosi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lt1"/>
              </a:solidFill>
              <a:latin typeface="Dosis"/>
              <a:ea typeface="Dosis"/>
              <a:cs typeface="Dosis"/>
              <a:sym typeface="Dosi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rPr>
              <a:t>Feature Engineering:</a:t>
            </a:r>
            <a:r>
              <a:rPr lang="en" sz="1800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rPr>
              <a:t> Using the allowed features from the dataset, we constructed variables like home_lineup and away_lineup by sorting player IDs for consistency.</a:t>
            </a:r>
            <a:endParaRPr sz="1800">
              <a:solidFill>
                <a:schemeClr val="lt1"/>
              </a:solidFill>
              <a:latin typeface="Dosis"/>
              <a:ea typeface="Dosis"/>
              <a:cs typeface="Dosis"/>
              <a:sym typeface="Dosi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lt1"/>
              </a:solidFill>
              <a:latin typeface="Dosis"/>
              <a:ea typeface="Dosis"/>
              <a:cs typeface="Dosis"/>
              <a:sym typeface="Dosi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rPr>
              <a:t>Modeling Objective:</a:t>
            </a:r>
            <a:r>
              <a:rPr lang="en" sz="1800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rPr>
              <a:t> Predict the optimal fifth player for the home team based on partial lineup data and other game features.</a:t>
            </a:r>
            <a:endParaRPr sz="1800">
              <a:solidFill>
                <a:schemeClr val="lt1"/>
              </a:solidFill>
              <a:latin typeface="Dosis"/>
              <a:ea typeface="Dosis"/>
              <a:cs typeface="Dosis"/>
              <a:sym typeface="Dosi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Dosis"/>
              <a:ea typeface="Dosis"/>
              <a:cs typeface="Dosis"/>
              <a:sym typeface="Dosi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6"/>
          <p:cNvSpPr txBox="1"/>
          <p:nvPr>
            <p:ph type="title"/>
          </p:nvPr>
        </p:nvSpPr>
        <p:spPr>
          <a:xfrm>
            <a:off x="713225" y="539500"/>
            <a:ext cx="7717500" cy="47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Feature Engineering</a:t>
            </a:r>
            <a:endParaRPr/>
          </a:p>
        </p:txBody>
      </p:sp>
      <p:grpSp>
        <p:nvGrpSpPr>
          <p:cNvPr id="171" name="Google Shape;171;p16"/>
          <p:cNvGrpSpPr/>
          <p:nvPr/>
        </p:nvGrpSpPr>
        <p:grpSpPr>
          <a:xfrm>
            <a:off x="236480" y="539490"/>
            <a:ext cx="942850" cy="1916857"/>
            <a:chOff x="667407" y="1169515"/>
            <a:chExt cx="345303" cy="702017"/>
          </a:xfrm>
        </p:grpSpPr>
        <p:sp>
          <p:nvSpPr>
            <p:cNvPr id="172" name="Google Shape;172;p16"/>
            <p:cNvSpPr/>
            <p:nvPr/>
          </p:nvSpPr>
          <p:spPr>
            <a:xfrm>
              <a:off x="667407" y="1180697"/>
              <a:ext cx="345303" cy="690834"/>
            </a:xfrm>
            <a:custGeom>
              <a:rect b="b" l="l" r="r" t="t"/>
              <a:pathLst>
                <a:path extrusionOk="0" h="9075" w="4536">
                  <a:moveTo>
                    <a:pt x="3616" y="5532"/>
                  </a:moveTo>
                  <a:cubicBezTo>
                    <a:pt x="3616" y="5532"/>
                    <a:pt x="3801" y="5713"/>
                    <a:pt x="3834" y="5713"/>
                  </a:cubicBezTo>
                  <a:cubicBezTo>
                    <a:pt x="3834" y="5713"/>
                    <a:pt x="3835" y="5713"/>
                    <a:pt x="3835" y="5713"/>
                  </a:cubicBezTo>
                  <a:cubicBezTo>
                    <a:pt x="3835" y="5713"/>
                    <a:pt x="3836" y="5712"/>
                    <a:pt x="3836" y="5712"/>
                  </a:cubicBezTo>
                  <a:cubicBezTo>
                    <a:pt x="3864" y="5712"/>
                    <a:pt x="3792" y="5815"/>
                    <a:pt x="3765" y="5825"/>
                  </a:cubicBezTo>
                  <a:cubicBezTo>
                    <a:pt x="3739" y="5833"/>
                    <a:pt x="3554" y="5979"/>
                    <a:pt x="3533" y="6013"/>
                  </a:cubicBezTo>
                  <a:cubicBezTo>
                    <a:pt x="3513" y="6046"/>
                    <a:pt x="3426" y="6139"/>
                    <a:pt x="3411" y="6170"/>
                  </a:cubicBezTo>
                  <a:cubicBezTo>
                    <a:pt x="3410" y="6173"/>
                    <a:pt x="3409" y="6175"/>
                    <a:pt x="3408" y="6175"/>
                  </a:cubicBezTo>
                  <a:cubicBezTo>
                    <a:pt x="3401" y="6175"/>
                    <a:pt x="3417" y="6066"/>
                    <a:pt x="3429" y="6032"/>
                  </a:cubicBezTo>
                  <a:cubicBezTo>
                    <a:pt x="3433" y="6020"/>
                    <a:pt x="3437" y="6017"/>
                    <a:pt x="3441" y="6017"/>
                  </a:cubicBezTo>
                  <a:cubicBezTo>
                    <a:pt x="3447" y="6017"/>
                    <a:pt x="3454" y="6024"/>
                    <a:pt x="3463" y="6024"/>
                  </a:cubicBezTo>
                  <a:cubicBezTo>
                    <a:pt x="3468" y="6024"/>
                    <a:pt x="3473" y="6022"/>
                    <a:pt x="3479" y="6016"/>
                  </a:cubicBezTo>
                  <a:cubicBezTo>
                    <a:pt x="3503" y="5988"/>
                    <a:pt x="3539" y="5908"/>
                    <a:pt x="3549" y="5854"/>
                  </a:cubicBezTo>
                  <a:cubicBezTo>
                    <a:pt x="3560" y="5800"/>
                    <a:pt x="3616" y="5648"/>
                    <a:pt x="3603" y="5615"/>
                  </a:cubicBezTo>
                  <a:cubicBezTo>
                    <a:pt x="3590" y="5581"/>
                    <a:pt x="3616" y="5532"/>
                    <a:pt x="3616" y="5532"/>
                  </a:cubicBezTo>
                  <a:close/>
                  <a:moveTo>
                    <a:pt x="588" y="1"/>
                  </a:moveTo>
                  <a:cubicBezTo>
                    <a:pt x="429" y="1"/>
                    <a:pt x="289" y="80"/>
                    <a:pt x="202" y="199"/>
                  </a:cubicBezTo>
                  <a:cubicBezTo>
                    <a:pt x="192" y="205"/>
                    <a:pt x="179" y="209"/>
                    <a:pt x="163" y="211"/>
                  </a:cubicBezTo>
                  <a:cubicBezTo>
                    <a:pt x="109" y="214"/>
                    <a:pt x="74" y="301"/>
                    <a:pt x="49" y="361"/>
                  </a:cubicBezTo>
                  <a:cubicBezTo>
                    <a:pt x="26" y="420"/>
                    <a:pt x="27" y="466"/>
                    <a:pt x="21" y="517"/>
                  </a:cubicBezTo>
                  <a:cubicBezTo>
                    <a:pt x="15" y="569"/>
                    <a:pt x="13" y="627"/>
                    <a:pt x="7" y="683"/>
                  </a:cubicBezTo>
                  <a:cubicBezTo>
                    <a:pt x="1" y="736"/>
                    <a:pt x="90" y="938"/>
                    <a:pt x="131" y="1021"/>
                  </a:cubicBezTo>
                  <a:cubicBezTo>
                    <a:pt x="170" y="1105"/>
                    <a:pt x="346" y="1214"/>
                    <a:pt x="442" y="1308"/>
                  </a:cubicBezTo>
                  <a:cubicBezTo>
                    <a:pt x="538" y="1399"/>
                    <a:pt x="977" y="1656"/>
                    <a:pt x="1034" y="1688"/>
                  </a:cubicBezTo>
                  <a:cubicBezTo>
                    <a:pt x="1091" y="1721"/>
                    <a:pt x="1297" y="1809"/>
                    <a:pt x="1359" y="1865"/>
                  </a:cubicBezTo>
                  <a:cubicBezTo>
                    <a:pt x="1418" y="1922"/>
                    <a:pt x="1613" y="2085"/>
                    <a:pt x="1688" y="2168"/>
                  </a:cubicBezTo>
                  <a:cubicBezTo>
                    <a:pt x="1763" y="2253"/>
                    <a:pt x="1950" y="2352"/>
                    <a:pt x="2030" y="2434"/>
                  </a:cubicBezTo>
                  <a:cubicBezTo>
                    <a:pt x="2112" y="2514"/>
                    <a:pt x="2253" y="2640"/>
                    <a:pt x="2253" y="2671"/>
                  </a:cubicBezTo>
                  <a:cubicBezTo>
                    <a:pt x="2253" y="2700"/>
                    <a:pt x="2183" y="2757"/>
                    <a:pt x="2154" y="2788"/>
                  </a:cubicBezTo>
                  <a:cubicBezTo>
                    <a:pt x="2123" y="2818"/>
                    <a:pt x="2129" y="2853"/>
                    <a:pt x="2139" y="2923"/>
                  </a:cubicBezTo>
                  <a:cubicBezTo>
                    <a:pt x="2148" y="2991"/>
                    <a:pt x="2336" y="3302"/>
                    <a:pt x="2368" y="3388"/>
                  </a:cubicBezTo>
                  <a:cubicBezTo>
                    <a:pt x="2397" y="3475"/>
                    <a:pt x="2547" y="3696"/>
                    <a:pt x="2578" y="3752"/>
                  </a:cubicBezTo>
                  <a:cubicBezTo>
                    <a:pt x="2607" y="3806"/>
                    <a:pt x="2569" y="3922"/>
                    <a:pt x="2538" y="3982"/>
                  </a:cubicBezTo>
                  <a:cubicBezTo>
                    <a:pt x="2508" y="4043"/>
                    <a:pt x="2467" y="4307"/>
                    <a:pt x="2436" y="4490"/>
                  </a:cubicBezTo>
                  <a:cubicBezTo>
                    <a:pt x="2406" y="4672"/>
                    <a:pt x="2511" y="4970"/>
                    <a:pt x="2536" y="5056"/>
                  </a:cubicBezTo>
                  <a:cubicBezTo>
                    <a:pt x="2559" y="5139"/>
                    <a:pt x="2541" y="5260"/>
                    <a:pt x="2454" y="5322"/>
                  </a:cubicBezTo>
                  <a:cubicBezTo>
                    <a:pt x="2368" y="5385"/>
                    <a:pt x="2256" y="5549"/>
                    <a:pt x="2227" y="5650"/>
                  </a:cubicBezTo>
                  <a:cubicBezTo>
                    <a:pt x="2196" y="5749"/>
                    <a:pt x="2332" y="5820"/>
                    <a:pt x="2404" y="5820"/>
                  </a:cubicBezTo>
                  <a:cubicBezTo>
                    <a:pt x="2441" y="5820"/>
                    <a:pt x="2480" y="5810"/>
                    <a:pt x="2518" y="5810"/>
                  </a:cubicBezTo>
                  <a:cubicBezTo>
                    <a:pt x="2556" y="5810"/>
                    <a:pt x="2592" y="5820"/>
                    <a:pt x="2626" y="5857"/>
                  </a:cubicBezTo>
                  <a:cubicBezTo>
                    <a:pt x="2694" y="5931"/>
                    <a:pt x="2742" y="5922"/>
                    <a:pt x="2758" y="5992"/>
                  </a:cubicBezTo>
                  <a:cubicBezTo>
                    <a:pt x="2773" y="6061"/>
                    <a:pt x="2716" y="6222"/>
                    <a:pt x="2694" y="6301"/>
                  </a:cubicBezTo>
                  <a:cubicBezTo>
                    <a:pt x="2674" y="6378"/>
                    <a:pt x="2487" y="6517"/>
                    <a:pt x="2365" y="6620"/>
                  </a:cubicBezTo>
                  <a:cubicBezTo>
                    <a:pt x="2241" y="6722"/>
                    <a:pt x="2117" y="6941"/>
                    <a:pt x="2064" y="7040"/>
                  </a:cubicBezTo>
                  <a:cubicBezTo>
                    <a:pt x="2010" y="7139"/>
                    <a:pt x="1715" y="7514"/>
                    <a:pt x="1695" y="7547"/>
                  </a:cubicBezTo>
                  <a:cubicBezTo>
                    <a:pt x="1673" y="7580"/>
                    <a:pt x="1632" y="7635"/>
                    <a:pt x="1599" y="7643"/>
                  </a:cubicBezTo>
                  <a:cubicBezTo>
                    <a:pt x="1565" y="7653"/>
                    <a:pt x="1584" y="7670"/>
                    <a:pt x="1551" y="7704"/>
                  </a:cubicBezTo>
                  <a:cubicBezTo>
                    <a:pt x="1526" y="7728"/>
                    <a:pt x="1486" y="7740"/>
                    <a:pt x="1442" y="7740"/>
                  </a:cubicBezTo>
                  <a:cubicBezTo>
                    <a:pt x="1427" y="7740"/>
                    <a:pt x="1411" y="7739"/>
                    <a:pt x="1395" y="7736"/>
                  </a:cubicBezTo>
                  <a:cubicBezTo>
                    <a:pt x="1365" y="7730"/>
                    <a:pt x="1346" y="7727"/>
                    <a:pt x="1331" y="7727"/>
                  </a:cubicBezTo>
                  <a:cubicBezTo>
                    <a:pt x="1314" y="7727"/>
                    <a:pt x="1302" y="7732"/>
                    <a:pt x="1286" y="7743"/>
                  </a:cubicBezTo>
                  <a:cubicBezTo>
                    <a:pt x="1260" y="7761"/>
                    <a:pt x="1188" y="7770"/>
                    <a:pt x="1116" y="7770"/>
                  </a:cubicBezTo>
                  <a:cubicBezTo>
                    <a:pt x="1105" y="7770"/>
                    <a:pt x="1095" y="7770"/>
                    <a:pt x="1085" y="7769"/>
                  </a:cubicBezTo>
                  <a:cubicBezTo>
                    <a:pt x="1071" y="7769"/>
                    <a:pt x="1060" y="7769"/>
                    <a:pt x="1052" y="7769"/>
                  </a:cubicBezTo>
                  <a:cubicBezTo>
                    <a:pt x="1007" y="7769"/>
                    <a:pt x="1012" y="7777"/>
                    <a:pt x="959" y="7815"/>
                  </a:cubicBezTo>
                  <a:cubicBezTo>
                    <a:pt x="895" y="7860"/>
                    <a:pt x="1016" y="8097"/>
                    <a:pt x="1037" y="8139"/>
                  </a:cubicBezTo>
                  <a:cubicBezTo>
                    <a:pt x="1057" y="8180"/>
                    <a:pt x="1112" y="8370"/>
                    <a:pt x="1121" y="8451"/>
                  </a:cubicBezTo>
                  <a:cubicBezTo>
                    <a:pt x="1130" y="8533"/>
                    <a:pt x="1190" y="8726"/>
                    <a:pt x="1220" y="8827"/>
                  </a:cubicBezTo>
                  <a:cubicBezTo>
                    <a:pt x="1249" y="8919"/>
                    <a:pt x="1378" y="9074"/>
                    <a:pt x="1476" y="9074"/>
                  </a:cubicBezTo>
                  <a:cubicBezTo>
                    <a:pt x="1483" y="9074"/>
                    <a:pt x="1490" y="9073"/>
                    <a:pt x="1497" y="9072"/>
                  </a:cubicBezTo>
                  <a:cubicBezTo>
                    <a:pt x="1596" y="9048"/>
                    <a:pt x="1589" y="8874"/>
                    <a:pt x="1586" y="8853"/>
                  </a:cubicBezTo>
                  <a:cubicBezTo>
                    <a:pt x="1583" y="8831"/>
                    <a:pt x="1565" y="8777"/>
                    <a:pt x="1557" y="8689"/>
                  </a:cubicBezTo>
                  <a:cubicBezTo>
                    <a:pt x="1548" y="8598"/>
                    <a:pt x="1586" y="8534"/>
                    <a:pt x="1616" y="8466"/>
                  </a:cubicBezTo>
                  <a:cubicBezTo>
                    <a:pt x="1646" y="8396"/>
                    <a:pt x="1715" y="8257"/>
                    <a:pt x="1740" y="8186"/>
                  </a:cubicBezTo>
                  <a:cubicBezTo>
                    <a:pt x="1763" y="8115"/>
                    <a:pt x="1908" y="7979"/>
                    <a:pt x="1908" y="7979"/>
                  </a:cubicBezTo>
                  <a:cubicBezTo>
                    <a:pt x="1947" y="7946"/>
                    <a:pt x="1902" y="7844"/>
                    <a:pt x="1927" y="7817"/>
                  </a:cubicBezTo>
                  <a:cubicBezTo>
                    <a:pt x="1950" y="7790"/>
                    <a:pt x="2218" y="7598"/>
                    <a:pt x="2218" y="7598"/>
                  </a:cubicBezTo>
                  <a:cubicBezTo>
                    <a:pt x="2218" y="7598"/>
                    <a:pt x="2241" y="7643"/>
                    <a:pt x="2268" y="7679"/>
                  </a:cubicBezTo>
                  <a:cubicBezTo>
                    <a:pt x="2295" y="7715"/>
                    <a:pt x="2301" y="7880"/>
                    <a:pt x="2316" y="7940"/>
                  </a:cubicBezTo>
                  <a:cubicBezTo>
                    <a:pt x="2332" y="8000"/>
                    <a:pt x="2575" y="8289"/>
                    <a:pt x="2655" y="8361"/>
                  </a:cubicBezTo>
                  <a:cubicBezTo>
                    <a:pt x="2679" y="8381"/>
                    <a:pt x="2704" y="8390"/>
                    <a:pt x="2728" y="8390"/>
                  </a:cubicBezTo>
                  <a:cubicBezTo>
                    <a:pt x="2789" y="8390"/>
                    <a:pt x="2847" y="8339"/>
                    <a:pt x="2868" y="8301"/>
                  </a:cubicBezTo>
                  <a:cubicBezTo>
                    <a:pt x="2898" y="8247"/>
                    <a:pt x="2853" y="8132"/>
                    <a:pt x="2833" y="8093"/>
                  </a:cubicBezTo>
                  <a:cubicBezTo>
                    <a:pt x="2812" y="8055"/>
                    <a:pt x="2814" y="7743"/>
                    <a:pt x="2812" y="7675"/>
                  </a:cubicBezTo>
                  <a:cubicBezTo>
                    <a:pt x="2808" y="7611"/>
                    <a:pt x="2895" y="7490"/>
                    <a:pt x="2923" y="7456"/>
                  </a:cubicBezTo>
                  <a:cubicBezTo>
                    <a:pt x="2951" y="7424"/>
                    <a:pt x="3010" y="7265"/>
                    <a:pt x="3037" y="7238"/>
                  </a:cubicBezTo>
                  <a:cubicBezTo>
                    <a:pt x="3063" y="7211"/>
                    <a:pt x="3053" y="7099"/>
                    <a:pt x="3070" y="7060"/>
                  </a:cubicBezTo>
                  <a:cubicBezTo>
                    <a:pt x="3088" y="7021"/>
                    <a:pt x="3440" y="6802"/>
                    <a:pt x="3517" y="6745"/>
                  </a:cubicBezTo>
                  <a:cubicBezTo>
                    <a:pt x="3595" y="6687"/>
                    <a:pt x="3764" y="6531"/>
                    <a:pt x="3842" y="6471"/>
                  </a:cubicBezTo>
                  <a:cubicBezTo>
                    <a:pt x="3919" y="6412"/>
                    <a:pt x="4120" y="6225"/>
                    <a:pt x="4208" y="6171"/>
                  </a:cubicBezTo>
                  <a:cubicBezTo>
                    <a:pt x="4295" y="6118"/>
                    <a:pt x="4445" y="5976"/>
                    <a:pt x="4490" y="5892"/>
                  </a:cubicBezTo>
                  <a:cubicBezTo>
                    <a:pt x="4536" y="5809"/>
                    <a:pt x="4502" y="5670"/>
                    <a:pt x="4490" y="5651"/>
                  </a:cubicBezTo>
                  <a:cubicBezTo>
                    <a:pt x="4479" y="5634"/>
                    <a:pt x="4439" y="5552"/>
                    <a:pt x="4386" y="5394"/>
                  </a:cubicBezTo>
                  <a:cubicBezTo>
                    <a:pt x="4332" y="5235"/>
                    <a:pt x="4182" y="4967"/>
                    <a:pt x="4189" y="4961"/>
                  </a:cubicBezTo>
                  <a:cubicBezTo>
                    <a:pt x="4199" y="4955"/>
                    <a:pt x="4279" y="4802"/>
                    <a:pt x="4332" y="4738"/>
                  </a:cubicBezTo>
                  <a:cubicBezTo>
                    <a:pt x="4383" y="4675"/>
                    <a:pt x="4367" y="4604"/>
                    <a:pt x="4340" y="4585"/>
                  </a:cubicBezTo>
                  <a:cubicBezTo>
                    <a:pt x="4313" y="4568"/>
                    <a:pt x="4174" y="4420"/>
                    <a:pt x="4064" y="4333"/>
                  </a:cubicBezTo>
                  <a:cubicBezTo>
                    <a:pt x="3953" y="4247"/>
                    <a:pt x="3761" y="4061"/>
                    <a:pt x="3774" y="4036"/>
                  </a:cubicBezTo>
                  <a:cubicBezTo>
                    <a:pt x="3784" y="4013"/>
                    <a:pt x="3752" y="3956"/>
                    <a:pt x="3749" y="3931"/>
                  </a:cubicBezTo>
                  <a:cubicBezTo>
                    <a:pt x="3746" y="3908"/>
                    <a:pt x="3764" y="3707"/>
                    <a:pt x="3774" y="3648"/>
                  </a:cubicBezTo>
                  <a:cubicBezTo>
                    <a:pt x="3781" y="3592"/>
                    <a:pt x="3743" y="3402"/>
                    <a:pt x="3730" y="3382"/>
                  </a:cubicBezTo>
                  <a:cubicBezTo>
                    <a:pt x="3718" y="3361"/>
                    <a:pt x="3691" y="3277"/>
                    <a:pt x="3743" y="3223"/>
                  </a:cubicBezTo>
                  <a:cubicBezTo>
                    <a:pt x="3794" y="3168"/>
                    <a:pt x="3800" y="3012"/>
                    <a:pt x="3780" y="2926"/>
                  </a:cubicBezTo>
                  <a:cubicBezTo>
                    <a:pt x="3758" y="2837"/>
                    <a:pt x="3394" y="2496"/>
                    <a:pt x="3394" y="2496"/>
                  </a:cubicBezTo>
                  <a:cubicBezTo>
                    <a:pt x="3390" y="2493"/>
                    <a:pt x="3386" y="2492"/>
                    <a:pt x="3383" y="2492"/>
                  </a:cubicBezTo>
                  <a:cubicBezTo>
                    <a:pt x="3378" y="2492"/>
                    <a:pt x="3374" y="2494"/>
                    <a:pt x="3368" y="2494"/>
                  </a:cubicBezTo>
                  <a:cubicBezTo>
                    <a:pt x="3359" y="2494"/>
                    <a:pt x="3349" y="2491"/>
                    <a:pt x="3331" y="2474"/>
                  </a:cubicBezTo>
                  <a:cubicBezTo>
                    <a:pt x="3292" y="2438"/>
                    <a:pt x="3302" y="2378"/>
                    <a:pt x="3302" y="2349"/>
                  </a:cubicBezTo>
                  <a:cubicBezTo>
                    <a:pt x="3302" y="2318"/>
                    <a:pt x="3404" y="2291"/>
                    <a:pt x="3433" y="2262"/>
                  </a:cubicBezTo>
                  <a:cubicBezTo>
                    <a:pt x="3463" y="2231"/>
                    <a:pt x="3469" y="2177"/>
                    <a:pt x="3469" y="2152"/>
                  </a:cubicBezTo>
                  <a:cubicBezTo>
                    <a:pt x="3469" y="2131"/>
                    <a:pt x="3469" y="2103"/>
                    <a:pt x="3478" y="2098"/>
                  </a:cubicBezTo>
                  <a:cubicBezTo>
                    <a:pt x="3487" y="2097"/>
                    <a:pt x="3466" y="2069"/>
                    <a:pt x="3466" y="2069"/>
                  </a:cubicBezTo>
                  <a:lnTo>
                    <a:pt x="3466" y="2069"/>
                  </a:lnTo>
                  <a:cubicBezTo>
                    <a:pt x="3466" y="2069"/>
                    <a:pt x="3467" y="2069"/>
                    <a:pt x="3468" y="2069"/>
                  </a:cubicBezTo>
                  <a:cubicBezTo>
                    <a:pt x="3470" y="2069"/>
                    <a:pt x="3478" y="2068"/>
                    <a:pt x="3481" y="2050"/>
                  </a:cubicBezTo>
                  <a:cubicBezTo>
                    <a:pt x="3487" y="2030"/>
                    <a:pt x="3466" y="1985"/>
                    <a:pt x="3450" y="1982"/>
                  </a:cubicBezTo>
                  <a:cubicBezTo>
                    <a:pt x="3436" y="1979"/>
                    <a:pt x="3436" y="1964"/>
                    <a:pt x="3445" y="1931"/>
                  </a:cubicBezTo>
                  <a:cubicBezTo>
                    <a:pt x="3455" y="1897"/>
                    <a:pt x="3421" y="1877"/>
                    <a:pt x="3373" y="1868"/>
                  </a:cubicBezTo>
                  <a:cubicBezTo>
                    <a:pt x="3325" y="1860"/>
                    <a:pt x="3350" y="1801"/>
                    <a:pt x="3313" y="1721"/>
                  </a:cubicBezTo>
                  <a:cubicBezTo>
                    <a:pt x="3287" y="1664"/>
                    <a:pt x="3198" y="1621"/>
                    <a:pt x="3086" y="1621"/>
                  </a:cubicBezTo>
                  <a:cubicBezTo>
                    <a:pt x="3041" y="1621"/>
                    <a:pt x="2993" y="1627"/>
                    <a:pt x="2943" y="1643"/>
                  </a:cubicBezTo>
                  <a:cubicBezTo>
                    <a:pt x="2770" y="1696"/>
                    <a:pt x="2712" y="1781"/>
                    <a:pt x="2680" y="1849"/>
                  </a:cubicBezTo>
                  <a:cubicBezTo>
                    <a:pt x="2646" y="1919"/>
                    <a:pt x="2674" y="2135"/>
                    <a:pt x="2674" y="2135"/>
                  </a:cubicBezTo>
                  <a:cubicBezTo>
                    <a:pt x="2674" y="2135"/>
                    <a:pt x="2620" y="2117"/>
                    <a:pt x="2508" y="2072"/>
                  </a:cubicBezTo>
                  <a:cubicBezTo>
                    <a:pt x="2397" y="2029"/>
                    <a:pt x="2292" y="2010"/>
                    <a:pt x="2259" y="2010"/>
                  </a:cubicBezTo>
                  <a:cubicBezTo>
                    <a:pt x="2225" y="2010"/>
                    <a:pt x="2039" y="1871"/>
                    <a:pt x="1905" y="1787"/>
                  </a:cubicBezTo>
                  <a:cubicBezTo>
                    <a:pt x="1769" y="1704"/>
                    <a:pt x="1535" y="1571"/>
                    <a:pt x="1449" y="1523"/>
                  </a:cubicBezTo>
                  <a:cubicBezTo>
                    <a:pt x="1361" y="1475"/>
                    <a:pt x="965" y="1248"/>
                    <a:pt x="844" y="1201"/>
                  </a:cubicBezTo>
                  <a:cubicBezTo>
                    <a:pt x="725" y="1157"/>
                    <a:pt x="419" y="1006"/>
                    <a:pt x="377" y="971"/>
                  </a:cubicBezTo>
                  <a:cubicBezTo>
                    <a:pt x="342" y="940"/>
                    <a:pt x="327" y="905"/>
                    <a:pt x="321" y="872"/>
                  </a:cubicBezTo>
                  <a:lnTo>
                    <a:pt x="321" y="872"/>
                  </a:lnTo>
                  <a:cubicBezTo>
                    <a:pt x="397" y="924"/>
                    <a:pt x="489" y="954"/>
                    <a:pt x="588" y="954"/>
                  </a:cubicBezTo>
                  <a:cubicBezTo>
                    <a:pt x="850" y="954"/>
                    <a:pt x="1064" y="741"/>
                    <a:pt x="1064" y="479"/>
                  </a:cubicBezTo>
                  <a:cubicBezTo>
                    <a:pt x="1064" y="215"/>
                    <a:pt x="850" y="1"/>
                    <a:pt x="58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" name="Google Shape;173;p16"/>
            <p:cNvSpPr/>
            <p:nvPr/>
          </p:nvSpPr>
          <p:spPr>
            <a:xfrm>
              <a:off x="667417" y="1169515"/>
              <a:ext cx="98810" cy="103149"/>
            </a:xfrm>
            <a:custGeom>
              <a:rect b="b" l="l" r="r" t="t"/>
              <a:pathLst>
                <a:path extrusionOk="0" h="1355" w="1298">
                  <a:moveTo>
                    <a:pt x="649" y="0"/>
                  </a:moveTo>
                  <a:cubicBezTo>
                    <a:pt x="290" y="0"/>
                    <a:pt x="1" y="303"/>
                    <a:pt x="1" y="678"/>
                  </a:cubicBezTo>
                  <a:cubicBezTo>
                    <a:pt x="1" y="1052"/>
                    <a:pt x="290" y="1355"/>
                    <a:pt x="649" y="1355"/>
                  </a:cubicBezTo>
                  <a:cubicBezTo>
                    <a:pt x="1007" y="1355"/>
                    <a:pt x="1297" y="1052"/>
                    <a:pt x="1297" y="678"/>
                  </a:cubicBezTo>
                  <a:cubicBezTo>
                    <a:pt x="1297" y="303"/>
                    <a:pt x="1007" y="0"/>
                    <a:pt x="6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4" name="Google Shape;174;p16"/>
          <p:cNvSpPr txBox="1"/>
          <p:nvPr/>
        </p:nvSpPr>
        <p:spPr>
          <a:xfrm>
            <a:off x="713225" y="1185650"/>
            <a:ext cx="5994900" cy="37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rPr>
              <a:t>Allowed Features:</a:t>
            </a:r>
            <a:r>
              <a:rPr lang="en" sz="1800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rPr>
              <a:t> We strictly adhered to a provided list of allowed features, which include team compositions (home_0, home_1, etc.) and game outcomes.</a:t>
            </a:r>
            <a:endParaRPr sz="1800">
              <a:solidFill>
                <a:schemeClr val="lt1"/>
              </a:solidFill>
              <a:latin typeface="Dosis"/>
              <a:ea typeface="Dosis"/>
              <a:cs typeface="Dosis"/>
              <a:sym typeface="Dosi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lt1"/>
              </a:solidFill>
              <a:latin typeface="Dosis"/>
              <a:ea typeface="Dosis"/>
              <a:cs typeface="Dosis"/>
              <a:sym typeface="Dosi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rPr>
              <a:t>Player Lineups:</a:t>
            </a:r>
            <a:r>
              <a:rPr lang="en" sz="1800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rPr>
              <a:t> Formed tuples representing home and away lineups for comparison.</a:t>
            </a:r>
            <a:endParaRPr sz="1800">
              <a:solidFill>
                <a:schemeClr val="lt1"/>
              </a:solidFill>
              <a:latin typeface="Dosis"/>
              <a:ea typeface="Dosis"/>
              <a:cs typeface="Dosis"/>
              <a:sym typeface="Dosi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lt1"/>
              </a:solidFill>
              <a:latin typeface="Dosis"/>
              <a:ea typeface="Dosis"/>
              <a:cs typeface="Dosis"/>
              <a:sym typeface="Dosi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rPr>
              <a:t>Team Mapping:</a:t>
            </a:r>
            <a:r>
              <a:rPr lang="en" sz="1800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rPr>
              <a:t> Adjusted team acronyms for consistency (e.g., NJN → BRK).</a:t>
            </a:r>
            <a:endParaRPr sz="1800">
              <a:solidFill>
                <a:schemeClr val="lt1"/>
              </a:solidFill>
              <a:latin typeface="Dosis"/>
              <a:ea typeface="Dosis"/>
              <a:cs typeface="Dosis"/>
              <a:sym typeface="Dosi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rPr>
              <a:t>Data Transformation: Cleaned data by removing unnecessary features and handling missing values.</a:t>
            </a:r>
            <a:endParaRPr sz="1800">
              <a:solidFill>
                <a:schemeClr val="lt1"/>
              </a:solidFill>
              <a:latin typeface="Dosis"/>
              <a:ea typeface="Dosis"/>
              <a:cs typeface="Dosis"/>
              <a:sym typeface="Dosi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Dosis"/>
              <a:ea typeface="Dosis"/>
              <a:cs typeface="Dosis"/>
              <a:sym typeface="Dosi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pic>
        <p:nvPicPr>
          <p:cNvPr descr="Basketball Lineup: Over 70 Royalty-Free Licensable Stock Illustrations &amp;  Drawings | Shutterstock" id="175" name="Google Shape;17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93400" y="3372828"/>
            <a:ext cx="2276749" cy="13133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6" name="Google Shape;176;p16"/>
          <p:cNvGrpSpPr/>
          <p:nvPr/>
        </p:nvGrpSpPr>
        <p:grpSpPr>
          <a:xfrm>
            <a:off x="7580680" y="634990"/>
            <a:ext cx="942850" cy="1916857"/>
            <a:chOff x="667407" y="1169515"/>
            <a:chExt cx="345303" cy="702017"/>
          </a:xfrm>
        </p:grpSpPr>
        <p:sp>
          <p:nvSpPr>
            <p:cNvPr id="177" name="Google Shape;177;p16"/>
            <p:cNvSpPr/>
            <p:nvPr/>
          </p:nvSpPr>
          <p:spPr>
            <a:xfrm>
              <a:off x="667407" y="1180697"/>
              <a:ext cx="345303" cy="690834"/>
            </a:xfrm>
            <a:custGeom>
              <a:rect b="b" l="l" r="r" t="t"/>
              <a:pathLst>
                <a:path extrusionOk="0" h="9075" w="4536">
                  <a:moveTo>
                    <a:pt x="3616" y="5532"/>
                  </a:moveTo>
                  <a:cubicBezTo>
                    <a:pt x="3616" y="5532"/>
                    <a:pt x="3801" y="5713"/>
                    <a:pt x="3834" y="5713"/>
                  </a:cubicBezTo>
                  <a:cubicBezTo>
                    <a:pt x="3834" y="5713"/>
                    <a:pt x="3835" y="5713"/>
                    <a:pt x="3835" y="5713"/>
                  </a:cubicBezTo>
                  <a:cubicBezTo>
                    <a:pt x="3835" y="5713"/>
                    <a:pt x="3836" y="5712"/>
                    <a:pt x="3836" y="5712"/>
                  </a:cubicBezTo>
                  <a:cubicBezTo>
                    <a:pt x="3864" y="5712"/>
                    <a:pt x="3792" y="5815"/>
                    <a:pt x="3765" y="5825"/>
                  </a:cubicBezTo>
                  <a:cubicBezTo>
                    <a:pt x="3739" y="5833"/>
                    <a:pt x="3554" y="5979"/>
                    <a:pt x="3533" y="6013"/>
                  </a:cubicBezTo>
                  <a:cubicBezTo>
                    <a:pt x="3513" y="6046"/>
                    <a:pt x="3426" y="6139"/>
                    <a:pt x="3411" y="6170"/>
                  </a:cubicBezTo>
                  <a:cubicBezTo>
                    <a:pt x="3410" y="6173"/>
                    <a:pt x="3409" y="6175"/>
                    <a:pt x="3408" y="6175"/>
                  </a:cubicBezTo>
                  <a:cubicBezTo>
                    <a:pt x="3401" y="6175"/>
                    <a:pt x="3417" y="6066"/>
                    <a:pt x="3429" y="6032"/>
                  </a:cubicBezTo>
                  <a:cubicBezTo>
                    <a:pt x="3433" y="6020"/>
                    <a:pt x="3437" y="6017"/>
                    <a:pt x="3441" y="6017"/>
                  </a:cubicBezTo>
                  <a:cubicBezTo>
                    <a:pt x="3447" y="6017"/>
                    <a:pt x="3454" y="6024"/>
                    <a:pt x="3463" y="6024"/>
                  </a:cubicBezTo>
                  <a:cubicBezTo>
                    <a:pt x="3468" y="6024"/>
                    <a:pt x="3473" y="6022"/>
                    <a:pt x="3479" y="6016"/>
                  </a:cubicBezTo>
                  <a:cubicBezTo>
                    <a:pt x="3503" y="5988"/>
                    <a:pt x="3539" y="5908"/>
                    <a:pt x="3549" y="5854"/>
                  </a:cubicBezTo>
                  <a:cubicBezTo>
                    <a:pt x="3560" y="5800"/>
                    <a:pt x="3616" y="5648"/>
                    <a:pt x="3603" y="5615"/>
                  </a:cubicBezTo>
                  <a:cubicBezTo>
                    <a:pt x="3590" y="5581"/>
                    <a:pt x="3616" y="5532"/>
                    <a:pt x="3616" y="5532"/>
                  </a:cubicBezTo>
                  <a:close/>
                  <a:moveTo>
                    <a:pt x="588" y="1"/>
                  </a:moveTo>
                  <a:cubicBezTo>
                    <a:pt x="429" y="1"/>
                    <a:pt x="289" y="80"/>
                    <a:pt x="202" y="199"/>
                  </a:cubicBezTo>
                  <a:cubicBezTo>
                    <a:pt x="192" y="205"/>
                    <a:pt x="179" y="209"/>
                    <a:pt x="163" y="211"/>
                  </a:cubicBezTo>
                  <a:cubicBezTo>
                    <a:pt x="109" y="214"/>
                    <a:pt x="74" y="301"/>
                    <a:pt x="49" y="361"/>
                  </a:cubicBezTo>
                  <a:cubicBezTo>
                    <a:pt x="26" y="420"/>
                    <a:pt x="27" y="466"/>
                    <a:pt x="21" y="517"/>
                  </a:cubicBezTo>
                  <a:cubicBezTo>
                    <a:pt x="15" y="569"/>
                    <a:pt x="13" y="627"/>
                    <a:pt x="7" y="683"/>
                  </a:cubicBezTo>
                  <a:cubicBezTo>
                    <a:pt x="1" y="736"/>
                    <a:pt x="90" y="938"/>
                    <a:pt x="131" y="1021"/>
                  </a:cubicBezTo>
                  <a:cubicBezTo>
                    <a:pt x="170" y="1105"/>
                    <a:pt x="346" y="1214"/>
                    <a:pt x="442" y="1308"/>
                  </a:cubicBezTo>
                  <a:cubicBezTo>
                    <a:pt x="538" y="1399"/>
                    <a:pt x="977" y="1656"/>
                    <a:pt x="1034" y="1688"/>
                  </a:cubicBezTo>
                  <a:cubicBezTo>
                    <a:pt x="1091" y="1721"/>
                    <a:pt x="1297" y="1809"/>
                    <a:pt x="1359" y="1865"/>
                  </a:cubicBezTo>
                  <a:cubicBezTo>
                    <a:pt x="1418" y="1922"/>
                    <a:pt x="1613" y="2085"/>
                    <a:pt x="1688" y="2168"/>
                  </a:cubicBezTo>
                  <a:cubicBezTo>
                    <a:pt x="1763" y="2253"/>
                    <a:pt x="1950" y="2352"/>
                    <a:pt x="2030" y="2434"/>
                  </a:cubicBezTo>
                  <a:cubicBezTo>
                    <a:pt x="2112" y="2514"/>
                    <a:pt x="2253" y="2640"/>
                    <a:pt x="2253" y="2671"/>
                  </a:cubicBezTo>
                  <a:cubicBezTo>
                    <a:pt x="2253" y="2700"/>
                    <a:pt x="2183" y="2757"/>
                    <a:pt x="2154" y="2788"/>
                  </a:cubicBezTo>
                  <a:cubicBezTo>
                    <a:pt x="2123" y="2818"/>
                    <a:pt x="2129" y="2853"/>
                    <a:pt x="2139" y="2923"/>
                  </a:cubicBezTo>
                  <a:cubicBezTo>
                    <a:pt x="2148" y="2991"/>
                    <a:pt x="2336" y="3302"/>
                    <a:pt x="2368" y="3388"/>
                  </a:cubicBezTo>
                  <a:cubicBezTo>
                    <a:pt x="2397" y="3475"/>
                    <a:pt x="2547" y="3696"/>
                    <a:pt x="2578" y="3752"/>
                  </a:cubicBezTo>
                  <a:cubicBezTo>
                    <a:pt x="2607" y="3806"/>
                    <a:pt x="2569" y="3922"/>
                    <a:pt x="2538" y="3982"/>
                  </a:cubicBezTo>
                  <a:cubicBezTo>
                    <a:pt x="2508" y="4043"/>
                    <a:pt x="2467" y="4307"/>
                    <a:pt x="2436" y="4490"/>
                  </a:cubicBezTo>
                  <a:cubicBezTo>
                    <a:pt x="2406" y="4672"/>
                    <a:pt x="2511" y="4970"/>
                    <a:pt x="2536" y="5056"/>
                  </a:cubicBezTo>
                  <a:cubicBezTo>
                    <a:pt x="2559" y="5139"/>
                    <a:pt x="2541" y="5260"/>
                    <a:pt x="2454" y="5322"/>
                  </a:cubicBezTo>
                  <a:cubicBezTo>
                    <a:pt x="2368" y="5385"/>
                    <a:pt x="2256" y="5549"/>
                    <a:pt x="2227" y="5650"/>
                  </a:cubicBezTo>
                  <a:cubicBezTo>
                    <a:pt x="2196" y="5749"/>
                    <a:pt x="2332" y="5820"/>
                    <a:pt x="2404" y="5820"/>
                  </a:cubicBezTo>
                  <a:cubicBezTo>
                    <a:pt x="2441" y="5820"/>
                    <a:pt x="2480" y="5810"/>
                    <a:pt x="2518" y="5810"/>
                  </a:cubicBezTo>
                  <a:cubicBezTo>
                    <a:pt x="2556" y="5810"/>
                    <a:pt x="2592" y="5820"/>
                    <a:pt x="2626" y="5857"/>
                  </a:cubicBezTo>
                  <a:cubicBezTo>
                    <a:pt x="2694" y="5931"/>
                    <a:pt x="2742" y="5922"/>
                    <a:pt x="2758" y="5992"/>
                  </a:cubicBezTo>
                  <a:cubicBezTo>
                    <a:pt x="2773" y="6061"/>
                    <a:pt x="2716" y="6222"/>
                    <a:pt x="2694" y="6301"/>
                  </a:cubicBezTo>
                  <a:cubicBezTo>
                    <a:pt x="2674" y="6378"/>
                    <a:pt x="2487" y="6517"/>
                    <a:pt x="2365" y="6620"/>
                  </a:cubicBezTo>
                  <a:cubicBezTo>
                    <a:pt x="2241" y="6722"/>
                    <a:pt x="2117" y="6941"/>
                    <a:pt x="2064" y="7040"/>
                  </a:cubicBezTo>
                  <a:cubicBezTo>
                    <a:pt x="2010" y="7139"/>
                    <a:pt x="1715" y="7514"/>
                    <a:pt x="1695" y="7547"/>
                  </a:cubicBezTo>
                  <a:cubicBezTo>
                    <a:pt x="1673" y="7580"/>
                    <a:pt x="1632" y="7635"/>
                    <a:pt x="1599" y="7643"/>
                  </a:cubicBezTo>
                  <a:cubicBezTo>
                    <a:pt x="1565" y="7653"/>
                    <a:pt x="1584" y="7670"/>
                    <a:pt x="1551" y="7704"/>
                  </a:cubicBezTo>
                  <a:cubicBezTo>
                    <a:pt x="1526" y="7728"/>
                    <a:pt x="1486" y="7740"/>
                    <a:pt x="1442" y="7740"/>
                  </a:cubicBezTo>
                  <a:cubicBezTo>
                    <a:pt x="1427" y="7740"/>
                    <a:pt x="1411" y="7739"/>
                    <a:pt x="1395" y="7736"/>
                  </a:cubicBezTo>
                  <a:cubicBezTo>
                    <a:pt x="1365" y="7730"/>
                    <a:pt x="1346" y="7727"/>
                    <a:pt x="1331" y="7727"/>
                  </a:cubicBezTo>
                  <a:cubicBezTo>
                    <a:pt x="1314" y="7727"/>
                    <a:pt x="1302" y="7732"/>
                    <a:pt x="1286" y="7743"/>
                  </a:cubicBezTo>
                  <a:cubicBezTo>
                    <a:pt x="1260" y="7761"/>
                    <a:pt x="1188" y="7770"/>
                    <a:pt x="1116" y="7770"/>
                  </a:cubicBezTo>
                  <a:cubicBezTo>
                    <a:pt x="1105" y="7770"/>
                    <a:pt x="1095" y="7770"/>
                    <a:pt x="1085" y="7769"/>
                  </a:cubicBezTo>
                  <a:cubicBezTo>
                    <a:pt x="1071" y="7769"/>
                    <a:pt x="1060" y="7769"/>
                    <a:pt x="1052" y="7769"/>
                  </a:cubicBezTo>
                  <a:cubicBezTo>
                    <a:pt x="1007" y="7769"/>
                    <a:pt x="1012" y="7777"/>
                    <a:pt x="959" y="7815"/>
                  </a:cubicBezTo>
                  <a:cubicBezTo>
                    <a:pt x="895" y="7860"/>
                    <a:pt x="1016" y="8097"/>
                    <a:pt x="1037" y="8139"/>
                  </a:cubicBezTo>
                  <a:cubicBezTo>
                    <a:pt x="1057" y="8180"/>
                    <a:pt x="1112" y="8370"/>
                    <a:pt x="1121" y="8451"/>
                  </a:cubicBezTo>
                  <a:cubicBezTo>
                    <a:pt x="1130" y="8533"/>
                    <a:pt x="1190" y="8726"/>
                    <a:pt x="1220" y="8827"/>
                  </a:cubicBezTo>
                  <a:cubicBezTo>
                    <a:pt x="1249" y="8919"/>
                    <a:pt x="1378" y="9074"/>
                    <a:pt x="1476" y="9074"/>
                  </a:cubicBezTo>
                  <a:cubicBezTo>
                    <a:pt x="1483" y="9074"/>
                    <a:pt x="1490" y="9073"/>
                    <a:pt x="1497" y="9072"/>
                  </a:cubicBezTo>
                  <a:cubicBezTo>
                    <a:pt x="1596" y="9048"/>
                    <a:pt x="1589" y="8874"/>
                    <a:pt x="1586" y="8853"/>
                  </a:cubicBezTo>
                  <a:cubicBezTo>
                    <a:pt x="1583" y="8831"/>
                    <a:pt x="1565" y="8777"/>
                    <a:pt x="1557" y="8689"/>
                  </a:cubicBezTo>
                  <a:cubicBezTo>
                    <a:pt x="1548" y="8598"/>
                    <a:pt x="1586" y="8534"/>
                    <a:pt x="1616" y="8466"/>
                  </a:cubicBezTo>
                  <a:cubicBezTo>
                    <a:pt x="1646" y="8396"/>
                    <a:pt x="1715" y="8257"/>
                    <a:pt x="1740" y="8186"/>
                  </a:cubicBezTo>
                  <a:cubicBezTo>
                    <a:pt x="1763" y="8115"/>
                    <a:pt x="1908" y="7979"/>
                    <a:pt x="1908" y="7979"/>
                  </a:cubicBezTo>
                  <a:cubicBezTo>
                    <a:pt x="1947" y="7946"/>
                    <a:pt x="1902" y="7844"/>
                    <a:pt x="1927" y="7817"/>
                  </a:cubicBezTo>
                  <a:cubicBezTo>
                    <a:pt x="1950" y="7790"/>
                    <a:pt x="2218" y="7598"/>
                    <a:pt x="2218" y="7598"/>
                  </a:cubicBezTo>
                  <a:cubicBezTo>
                    <a:pt x="2218" y="7598"/>
                    <a:pt x="2241" y="7643"/>
                    <a:pt x="2268" y="7679"/>
                  </a:cubicBezTo>
                  <a:cubicBezTo>
                    <a:pt x="2295" y="7715"/>
                    <a:pt x="2301" y="7880"/>
                    <a:pt x="2316" y="7940"/>
                  </a:cubicBezTo>
                  <a:cubicBezTo>
                    <a:pt x="2332" y="8000"/>
                    <a:pt x="2575" y="8289"/>
                    <a:pt x="2655" y="8361"/>
                  </a:cubicBezTo>
                  <a:cubicBezTo>
                    <a:pt x="2679" y="8381"/>
                    <a:pt x="2704" y="8390"/>
                    <a:pt x="2728" y="8390"/>
                  </a:cubicBezTo>
                  <a:cubicBezTo>
                    <a:pt x="2789" y="8390"/>
                    <a:pt x="2847" y="8339"/>
                    <a:pt x="2868" y="8301"/>
                  </a:cubicBezTo>
                  <a:cubicBezTo>
                    <a:pt x="2898" y="8247"/>
                    <a:pt x="2853" y="8132"/>
                    <a:pt x="2833" y="8093"/>
                  </a:cubicBezTo>
                  <a:cubicBezTo>
                    <a:pt x="2812" y="8055"/>
                    <a:pt x="2814" y="7743"/>
                    <a:pt x="2812" y="7675"/>
                  </a:cubicBezTo>
                  <a:cubicBezTo>
                    <a:pt x="2808" y="7611"/>
                    <a:pt x="2895" y="7490"/>
                    <a:pt x="2923" y="7456"/>
                  </a:cubicBezTo>
                  <a:cubicBezTo>
                    <a:pt x="2951" y="7424"/>
                    <a:pt x="3010" y="7265"/>
                    <a:pt x="3037" y="7238"/>
                  </a:cubicBezTo>
                  <a:cubicBezTo>
                    <a:pt x="3063" y="7211"/>
                    <a:pt x="3053" y="7099"/>
                    <a:pt x="3070" y="7060"/>
                  </a:cubicBezTo>
                  <a:cubicBezTo>
                    <a:pt x="3088" y="7021"/>
                    <a:pt x="3440" y="6802"/>
                    <a:pt x="3517" y="6745"/>
                  </a:cubicBezTo>
                  <a:cubicBezTo>
                    <a:pt x="3595" y="6687"/>
                    <a:pt x="3764" y="6531"/>
                    <a:pt x="3842" y="6471"/>
                  </a:cubicBezTo>
                  <a:cubicBezTo>
                    <a:pt x="3919" y="6412"/>
                    <a:pt x="4120" y="6225"/>
                    <a:pt x="4208" y="6171"/>
                  </a:cubicBezTo>
                  <a:cubicBezTo>
                    <a:pt x="4295" y="6118"/>
                    <a:pt x="4445" y="5976"/>
                    <a:pt x="4490" y="5892"/>
                  </a:cubicBezTo>
                  <a:cubicBezTo>
                    <a:pt x="4536" y="5809"/>
                    <a:pt x="4502" y="5670"/>
                    <a:pt x="4490" y="5651"/>
                  </a:cubicBezTo>
                  <a:cubicBezTo>
                    <a:pt x="4479" y="5634"/>
                    <a:pt x="4439" y="5552"/>
                    <a:pt x="4386" y="5394"/>
                  </a:cubicBezTo>
                  <a:cubicBezTo>
                    <a:pt x="4332" y="5235"/>
                    <a:pt x="4182" y="4967"/>
                    <a:pt x="4189" y="4961"/>
                  </a:cubicBezTo>
                  <a:cubicBezTo>
                    <a:pt x="4199" y="4955"/>
                    <a:pt x="4279" y="4802"/>
                    <a:pt x="4332" y="4738"/>
                  </a:cubicBezTo>
                  <a:cubicBezTo>
                    <a:pt x="4383" y="4675"/>
                    <a:pt x="4367" y="4604"/>
                    <a:pt x="4340" y="4585"/>
                  </a:cubicBezTo>
                  <a:cubicBezTo>
                    <a:pt x="4313" y="4568"/>
                    <a:pt x="4174" y="4420"/>
                    <a:pt x="4064" y="4333"/>
                  </a:cubicBezTo>
                  <a:cubicBezTo>
                    <a:pt x="3953" y="4247"/>
                    <a:pt x="3761" y="4061"/>
                    <a:pt x="3774" y="4036"/>
                  </a:cubicBezTo>
                  <a:cubicBezTo>
                    <a:pt x="3784" y="4013"/>
                    <a:pt x="3752" y="3956"/>
                    <a:pt x="3749" y="3931"/>
                  </a:cubicBezTo>
                  <a:cubicBezTo>
                    <a:pt x="3746" y="3908"/>
                    <a:pt x="3764" y="3707"/>
                    <a:pt x="3774" y="3648"/>
                  </a:cubicBezTo>
                  <a:cubicBezTo>
                    <a:pt x="3781" y="3592"/>
                    <a:pt x="3743" y="3402"/>
                    <a:pt x="3730" y="3382"/>
                  </a:cubicBezTo>
                  <a:cubicBezTo>
                    <a:pt x="3718" y="3361"/>
                    <a:pt x="3691" y="3277"/>
                    <a:pt x="3743" y="3223"/>
                  </a:cubicBezTo>
                  <a:cubicBezTo>
                    <a:pt x="3794" y="3168"/>
                    <a:pt x="3800" y="3012"/>
                    <a:pt x="3780" y="2926"/>
                  </a:cubicBezTo>
                  <a:cubicBezTo>
                    <a:pt x="3758" y="2837"/>
                    <a:pt x="3394" y="2496"/>
                    <a:pt x="3394" y="2496"/>
                  </a:cubicBezTo>
                  <a:cubicBezTo>
                    <a:pt x="3390" y="2493"/>
                    <a:pt x="3386" y="2492"/>
                    <a:pt x="3383" y="2492"/>
                  </a:cubicBezTo>
                  <a:cubicBezTo>
                    <a:pt x="3378" y="2492"/>
                    <a:pt x="3374" y="2494"/>
                    <a:pt x="3368" y="2494"/>
                  </a:cubicBezTo>
                  <a:cubicBezTo>
                    <a:pt x="3359" y="2494"/>
                    <a:pt x="3349" y="2491"/>
                    <a:pt x="3331" y="2474"/>
                  </a:cubicBezTo>
                  <a:cubicBezTo>
                    <a:pt x="3292" y="2438"/>
                    <a:pt x="3302" y="2378"/>
                    <a:pt x="3302" y="2349"/>
                  </a:cubicBezTo>
                  <a:cubicBezTo>
                    <a:pt x="3302" y="2318"/>
                    <a:pt x="3404" y="2291"/>
                    <a:pt x="3433" y="2262"/>
                  </a:cubicBezTo>
                  <a:cubicBezTo>
                    <a:pt x="3463" y="2231"/>
                    <a:pt x="3469" y="2177"/>
                    <a:pt x="3469" y="2152"/>
                  </a:cubicBezTo>
                  <a:cubicBezTo>
                    <a:pt x="3469" y="2131"/>
                    <a:pt x="3469" y="2103"/>
                    <a:pt x="3478" y="2098"/>
                  </a:cubicBezTo>
                  <a:cubicBezTo>
                    <a:pt x="3487" y="2097"/>
                    <a:pt x="3466" y="2069"/>
                    <a:pt x="3466" y="2069"/>
                  </a:cubicBezTo>
                  <a:lnTo>
                    <a:pt x="3466" y="2069"/>
                  </a:lnTo>
                  <a:cubicBezTo>
                    <a:pt x="3466" y="2069"/>
                    <a:pt x="3467" y="2069"/>
                    <a:pt x="3468" y="2069"/>
                  </a:cubicBezTo>
                  <a:cubicBezTo>
                    <a:pt x="3470" y="2069"/>
                    <a:pt x="3478" y="2068"/>
                    <a:pt x="3481" y="2050"/>
                  </a:cubicBezTo>
                  <a:cubicBezTo>
                    <a:pt x="3487" y="2030"/>
                    <a:pt x="3466" y="1985"/>
                    <a:pt x="3450" y="1982"/>
                  </a:cubicBezTo>
                  <a:cubicBezTo>
                    <a:pt x="3436" y="1979"/>
                    <a:pt x="3436" y="1964"/>
                    <a:pt x="3445" y="1931"/>
                  </a:cubicBezTo>
                  <a:cubicBezTo>
                    <a:pt x="3455" y="1897"/>
                    <a:pt x="3421" y="1877"/>
                    <a:pt x="3373" y="1868"/>
                  </a:cubicBezTo>
                  <a:cubicBezTo>
                    <a:pt x="3325" y="1860"/>
                    <a:pt x="3350" y="1801"/>
                    <a:pt x="3313" y="1721"/>
                  </a:cubicBezTo>
                  <a:cubicBezTo>
                    <a:pt x="3287" y="1664"/>
                    <a:pt x="3198" y="1621"/>
                    <a:pt x="3086" y="1621"/>
                  </a:cubicBezTo>
                  <a:cubicBezTo>
                    <a:pt x="3041" y="1621"/>
                    <a:pt x="2993" y="1627"/>
                    <a:pt x="2943" y="1643"/>
                  </a:cubicBezTo>
                  <a:cubicBezTo>
                    <a:pt x="2770" y="1696"/>
                    <a:pt x="2712" y="1781"/>
                    <a:pt x="2680" y="1849"/>
                  </a:cubicBezTo>
                  <a:cubicBezTo>
                    <a:pt x="2646" y="1919"/>
                    <a:pt x="2674" y="2135"/>
                    <a:pt x="2674" y="2135"/>
                  </a:cubicBezTo>
                  <a:cubicBezTo>
                    <a:pt x="2674" y="2135"/>
                    <a:pt x="2620" y="2117"/>
                    <a:pt x="2508" y="2072"/>
                  </a:cubicBezTo>
                  <a:cubicBezTo>
                    <a:pt x="2397" y="2029"/>
                    <a:pt x="2292" y="2010"/>
                    <a:pt x="2259" y="2010"/>
                  </a:cubicBezTo>
                  <a:cubicBezTo>
                    <a:pt x="2225" y="2010"/>
                    <a:pt x="2039" y="1871"/>
                    <a:pt x="1905" y="1787"/>
                  </a:cubicBezTo>
                  <a:cubicBezTo>
                    <a:pt x="1769" y="1704"/>
                    <a:pt x="1535" y="1571"/>
                    <a:pt x="1449" y="1523"/>
                  </a:cubicBezTo>
                  <a:cubicBezTo>
                    <a:pt x="1361" y="1475"/>
                    <a:pt x="965" y="1248"/>
                    <a:pt x="844" y="1201"/>
                  </a:cubicBezTo>
                  <a:cubicBezTo>
                    <a:pt x="725" y="1157"/>
                    <a:pt x="419" y="1006"/>
                    <a:pt x="377" y="971"/>
                  </a:cubicBezTo>
                  <a:cubicBezTo>
                    <a:pt x="342" y="940"/>
                    <a:pt x="327" y="905"/>
                    <a:pt x="321" y="872"/>
                  </a:cubicBezTo>
                  <a:lnTo>
                    <a:pt x="321" y="872"/>
                  </a:lnTo>
                  <a:cubicBezTo>
                    <a:pt x="397" y="924"/>
                    <a:pt x="489" y="954"/>
                    <a:pt x="588" y="954"/>
                  </a:cubicBezTo>
                  <a:cubicBezTo>
                    <a:pt x="850" y="954"/>
                    <a:pt x="1064" y="741"/>
                    <a:pt x="1064" y="479"/>
                  </a:cubicBezTo>
                  <a:cubicBezTo>
                    <a:pt x="1064" y="215"/>
                    <a:pt x="850" y="1"/>
                    <a:pt x="58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" name="Google Shape;178;p16"/>
            <p:cNvSpPr/>
            <p:nvPr/>
          </p:nvSpPr>
          <p:spPr>
            <a:xfrm>
              <a:off x="667417" y="1169515"/>
              <a:ext cx="98810" cy="103149"/>
            </a:xfrm>
            <a:custGeom>
              <a:rect b="b" l="l" r="r" t="t"/>
              <a:pathLst>
                <a:path extrusionOk="0" h="1355" w="1298">
                  <a:moveTo>
                    <a:pt x="649" y="0"/>
                  </a:moveTo>
                  <a:cubicBezTo>
                    <a:pt x="290" y="0"/>
                    <a:pt x="1" y="303"/>
                    <a:pt x="1" y="678"/>
                  </a:cubicBezTo>
                  <a:cubicBezTo>
                    <a:pt x="1" y="1052"/>
                    <a:pt x="290" y="1355"/>
                    <a:pt x="649" y="1355"/>
                  </a:cubicBezTo>
                  <a:cubicBezTo>
                    <a:pt x="1007" y="1355"/>
                    <a:pt x="1297" y="1052"/>
                    <a:pt x="1297" y="678"/>
                  </a:cubicBezTo>
                  <a:cubicBezTo>
                    <a:pt x="1297" y="303"/>
                    <a:pt x="1007" y="0"/>
                    <a:pt x="6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7"/>
          <p:cNvSpPr txBox="1"/>
          <p:nvPr>
            <p:ph type="title"/>
          </p:nvPr>
        </p:nvSpPr>
        <p:spPr>
          <a:xfrm>
            <a:off x="713225" y="539500"/>
            <a:ext cx="7717500" cy="47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Selected Model</a:t>
            </a:r>
            <a:endParaRPr/>
          </a:p>
        </p:txBody>
      </p:sp>
      <p:grpSp>
        <p:nvGrpSpPr>
          <p:cNvPr id="184" name="Google Shape;184;p17"/>
          <p:cNvGrpSpPr/>
          <p:nvPr/>
        </p:nvGrpSpPr>
        <p:grpSpPr>
          <a:xfrm>
            <a:off x="7564020" y="1717309"/>
            <a:ext cx="573425" cy="1366340"/>
            <a:chOff x="8016390" y="1553798"/>
            <a:chExt cx="304576" cy="725735"/>
          </a:xfrm>
        </p:grpSpPr>
        <p:sp>
          <p:nvSpPr>
            <p:cNvPr id="185" name="Google Shape;185;p17"/>
            <p:cNvSpPr/>
            <p:nvPr/>
          </p:nvSpPr>
          <p:spPr>
            <a:xfrm>
              <a:off x="8016390" y="1559237"/>
              <a:ext cx="304576" cy="720295"/>
            </a:xfrm>
            <a:custGeom>
              <a:rect b="b" l="l" r="r" t="t"/>
              <a:pathLst>
                <a:path extrusionOk="0" h="9462" w="4001">
                  <a:moveTo>
                    <a:pt x="2309" y="648"/>
                  </a:moveTo>
                  <a:cubicBezTo>
                    <a:pt x="2323" y="674"/>
                    <a:pt x="2342" y="707"/>
                    <a:pt x="2348" y="722"/>
                  </a:cubicBezTo>
                  <a:cubicBezTo>
                    <a:pt x="2356" y="741"/>
                    <a:pt x="2369" y="767"/>
                    <a:pt x="2372" y="791"/>
                  </a:cubicBezTo>
                  <a:cubicBezTo>
                    <a:pt x="2374" y="814"/>
                    <a:pt x="2382" y="882"/>
                    <a:pt x="2385" y="917"/>
                  </a:cubicBezTo>
                  <a:cubicBezTo>
                    <a:pt x="2373" y="894"/>
                    <a:pt x="2348" y="844"/>
                    <a:pt x="2328" y="824"/>
                  </a:cubicBezTo>
                  <a:cubicBezTo>
                    <a:pt x="2316" y="811"/>
                    <a:pt x="2300" y="789"/>
                    <a:pt x="2284" y="770"/>
                  </a:cubicBezTo>
                  <a:cubicBezTo>
                    <a:pt x="2296" y="734"/>
                    <a:pt x="2303" y="697"/>
                    <a:pt x="2307" y="659"/>
                  </a:cubicBezTo>
                  <a:cubicBezTo>
                    <a:pt x="2307" y="655"/>
                    <a:pt x="2307" y="651"/>
                    <a:pt x="2309" y="648"/>
                  </a:cubicBezTo>
                  <a:close/>
                  <a:moveTo>
                    <a:pt x="2246" y="865"/>
                  </a:moveTo>
                  <a:cubicBezTo>
                    <a:pt x="2267" y="897"/>
                    <a:pt x="2296" y="941"/>
                    <a:pt x="2296" y="943"/>
                  </a:cubicBezTo>
                  <a:cubicBezTo>
                    <a:pt x="2297" y="946"/>
                    <a:pt x="2312" y="976"/>
                    <a:pt x="2297" y="978"/>
                  </a:cubicBezTo>
                  <a:cubicBezTo>
                    <a:pt x="2295" y="979"/>
                    <a:pt x="2293" y="979"/>
                    <a:pt x="2291" y="979"/>
                  </a:cubicBezTo>
                  <a:cubicBezTo>
                    <a:pt x="2277" y="979"/>
                    <a:pt x="2263" y="971"/>
                    <a:pt x="2256" y="964"/>
                  </a:cubicBezTo>
                  <a:cubicBezTo>
                    <a:pt x="2249" y="957"/>
                    <a:pt x="2222" y="938"/>
                    <a:pt x="2207" y="929"/>
                  </a:cubicBezTo>
                  <a:cubicBezTo>
                    <a:pt x="2222" y="908"/>
                    <a:pt x="2235" y="887"/>
                    <a:pt x="2246" y="865"/>
                  </a:cubicBezTo>
                  <a:close/>
                  <a:moveTo>
                    <a:pt x="1658" y="2285"/>
                  </a:moveTo>
                  <a:cubicBezTo>
                    <a:pt x="1658" y="2285"/>
                    <a:pt x="1658" y="2286"/>
                    <a:pt x="1658" y="2286"/>
                  </a:cubicBezTo>
                  <a:lnTo>
                    <a:pt x="1658" y="2286"/>
                  </a:lnTo>
                  <a:cubicBezTo>
                    <a:pt x="1658" y="2286"/>
                    <a:pt x="1658" y="2285"/>
                    <a:pt x="1658" y="2285"/>
                  </a:cubicBezTo>
                  <a:close/>
                  <a:moveTo>
                    <a:pt x="1693" y="2288"/>
                  </a:moveTo>
                  <a:lnTo>
                    <a:pt x="1693" y="2288"/>
                  </a:lnTo>
                  <a:cubicBezTo>
                    <a:pt x="1693" y="2288"/>
                    <a:pt x="1693" y="2288"/>
                    <a:pt x="1693" y="2289"/>
                  </a:cubicBezTo>
                  <a:lnTo>
                    <a:pt x="1693" y="2289"/>
                  </a:lnTo>
                  <a:cubicBezTo>
                    <a:pt x="1693" y="2288"/>
                    <a:pt x="1693" y="2288"/>
                    <a:pt x="1693" y="2288"/>
                  </a:cubicBezTo>
                  <a:close/>
                  <a:moveTo>
                    <a:pt x="1653" y="2291"/>
                  </a:moveTo>
                  <a:cubicBezTo>
                    <a:pt x="1653" y="2295"/>
                    <a:pt x="1653" y="2298"/>
                    <a:pt x="1653" y="2303"/>
                  </a:cubicBezTo>
                  <a:cubicBezTo>
                    <a:pt x="1654" y="2304"/>
                    <a:pt x="1654" y="2305"/>
                    <a:pt x="1654" y="2305"/>
                  </a:cubicBezTo>
                  <a:lnTo>
                    <a:pt x="1654" y="2305"/>
                  </a:lnTo>
                  <a:cubicBezTo>
                    <a:pt x="1654" y="2301"/>
                    <a:pt x="1653" y="2296"/>
                    <a:pt x="1653" y="2291"/>
                  </a:cubicBezTo>
                  <a:close/>
                  <a:moveTo>
                    <a:pt x="1755" y="2306"/>
                  </a:moveTo>
                  <a:cubicBezTo>
                    <a:pt x="1755" y="2306"/>
                    <a:pt x="1755" y="2307"/>
                    <a:pt x="1755" y="2308"/>
                  </a:cubicBezTo>
                  <a:lnTo>
                    <a:pt x="1755" y="2308"/>
                  </a:lnTo>
                  <a:cubicBezTo>
                    <a:pt x="1755" y="2307"/>
                    <a:pt x="1755" y="2306"/>
                    <a:pt x="1755" y="2306"/>
                  </a:cubicBezTo>
                  <a:close/>
                  <a:moveTo>
                    <a:pt x="1758" y="2313"/>
                  </a:moveTo>
                  <a:cubicBezTo>
                    <a:pt x="1758" y="2315"/>
                    <a:pt x="1758" y="2319"/>
                    <a:pt x="1759" y="2321"/>
                  </a:cubicBezTo>
                  <a:lnTo>
                    <a:pt x="1759" y="2321"/>
                  </a:lnTo>
                  <a:cubicBezTo>
                    <a:pt x="1759" y="2318"/>
                    <a:pt x="1758" y="2316"/>
                    <a:pt x="1758" y="2313"/>
                  </a:cubicBezTo>
                  <a:close/>
                  <a:moveTo>
                    <a:pt x="1605" y="2321"/>
                  </a:moveTo>
                  <a:cubicBezTo>
                    <a:pt x="1605" y="2322"/>
                    <a:pt x="1605" y="2322"/>
                    <a:pt x="1605" y="2322"/>
                  </a:cubicBezTo>
                  <a:lnTo>
                    <a:pt x="1605" y="2322"/>
                  </a:lnTo>
                  <a:cubicBezTo>
                    <a:pt x="1605" y="2322"/>
                    <a:pt x="1605" y="2322"/>
                    <a:pt x="1605" y="2321"/>
                  </a:cubicBezTo>
                  <a:close/>
                  <a:moveTo>
                    <a:pt x="1846" y="2330"/>
                  </a:moveTo>
                  <a:cubicBezTo>
                    <a:pt x="1846" y="2331"/>
                    <a:pt x="1846" y="2332"/>
                    <a:pt x="1846" y="2333"/>
                  </a:cubicBezTo>
                  <a:lnTo>
                    <a:pt x="1846" y="2333"/>
                  </a:lnTo>
                  <a:cubicBezTo>
                    <a:pt x="1846" y="2332"/>
                    <a:pt x="1846" y="2331"/>
                    <a:pt x="1846" y="2330"/>
                  </a:cubicBezTo>
                  <a:close/>
                  <a:moveTo>
                    <a:pt x="1828" y="2329"/>
                  </a:moveTo>
                  <a:cubicBezTo>
                    <a:pt x="1827" y="2332"/>
                    <a:pt x="1827" y="2335"/>
                    <a:pt x="1828" y="2339"/>
                  </a:cubicBezTo>
                  <a:lnTo>
                    <a:pt x="1828" y="2339"/>
                  </a:lnTo>
                  <a:cubicBezTo>
                    <a:pt x="1828" y="2336"/>
                    <a:pt x="1829" y="2332"/>
                    <a:pt x="1828" y="2329"/>
                  </a:cubicBezTo>
                  <a:close/>
                  <a:moveTo>
                    <a:pt x="1854" y="2330"/>
                  </a:moveTo>
                  <a:lnTo>
                    <a:pt x="1854" y="2330"/>
                  </a:lnTo>
                  <a:cubicBezTo>
                    <a:pt x="1854" y="2334"/>
                    <a:pt x="1853" y="2338"/>
                    <a:pt x="1854" y="2341"/>
                  </a:cubicBezTo>
                  <a:lnTo>
                    <a:pt x="1854" y="2341"/>
                  </a:lnTo>
                  <a:cubicBezTo>
                    <a:pt x="1855" y="2338"/>
                    <a:pt x="1855" y="2334"/>
                    <a:pt x="1854" y="2330"/>
                  </a:cubicBezTo>
                  <a:close/>
                  <a:moveTo>
                    <a:pt x="1524" y="2376"/>
                  </a:moveTo>
                  <a:lnTo>
                    <a:pt x="1524" y="2376"/>
                  </a:lnTo>
                  <a:cubicBezTo>
                    <a:pt x="1524" y="2376"/>
                    <a:pt x="1524" y="2376"/>
                    <a:pt x="1524" y="2377"/>
                  </a:cubicBezTo>
                  <a:lnTo>
                    <a:pt x="1524" y="2377"/>
                  </a:lnTo>
                  <a:cubicBezTo>
                    <a:pt x="1524" y="2377"/>
                    <a:pt x="1524" y="2377"/>
                    <a:pt x="1524" y="2377"/>
                  </a:cubicBezTo>
                  <a:lnTo>
                    <a:pt x="1524" y="2377"/>
                  </a:lnTo>
                  <a:cubicBezTo>
                    <a:pt x="1524" y="2377"/>
                    <a:pt x="1524" y="2378"/>
                    <a:pt x="1523" y="2378"/>
                  </a:cubicBezTo>
                  <a:lnTo>
                    <a:pt x="1523" y="2378"/>
                  </a:lnTo>
                  <a:cubicBezTo>
                    <a:pt x="1523" y="2378"/>
                    <a:pt x="1523" y="2377"/>
                    <a:pt x="1522" y="2376"/>
                  </a:cubicBezTo>
                  <a:lnTo>
                    <a:pt x="1522" y="2376"/>
                  </a:lnTo>
                  <a:cubicBezTo>
                    <a:pt x="1523" y="2377"/>
                    <a:pt x="1523" y="2377"/>
                    <a:pt x="1524" y="2377"/>
                  </a:cubicBezTo>
                  <a:lnTo>
                    <a:pt x="1524" y="2377"/>
                  </a:lnTo>
                  <a:cubicBezTo>
                    <a:pt x="1524" y="2376"/>
                    <a:pt x="1524" y="2376"/>
                    <a:pt x="1524" y="2376"/>
                  </a:cubicBezTo>
                  <a:close/>
                  <a:moveTo>
                    <a:pt x="1904" y="2371"/>
                  </a:moveTo>
                  <a:cubicBezTo>
                    <a:pt x="1904" y="2372"/>
                    <a:pt x="1904" y="2376"/>
                    <a:pt x="1905" y="2380"/>
                  </a:cubicBezTo>
                  <a:lnTo>
                    <a:pt x="1905" y="2380"/>
                  </a:lnTo>
                  <a:cubicBezTo>
                    <a:pt x="1905" y="2376"/>
                    <a:pt x="1905" y="2372"/>
                    <a:pt x="1904" y="2371"/>
                  </a:cubicBezTo>
                  <a:close/>
                  <a:moveTo>
                    <a:pt x="1524" y="2377"/>
                  </a:moveTo>
                  <a:cubicBezTo>
                    <a:pt x="1546" y="2378"/>
                    <a:pt x="1537" y="2381"/>
                    <a:pt x="1528" y="2383"/>
                  </a:cubicBezTo>
                  <a:lnTo>
                    <a:pt x="1528" y="2383"/>
                  </a:lnTo>
                  <a:cubicBezTo>
                    <a:pt x="1527" y="2381"/>
                    <a:pt x="1525" y="2378"/>
                    <a:pt x="1524" y="2377"/>
                  </a:cubicBezTo>
                  <a:close/>
                  <a:moveTo>
                    <a:pt x="1518" y="2387"/>
                  </a:moveTo>
                  <a:cubicBezTo>
                    <a:pt x="1518" y="2387"/>
                    <a:pt x="1518" y="2387"/>
                    <a:pt x="1518" y="2387"/>
                  </a:cubicBezTo>
                  <a:cubicBezTo>
                    <a:pt x="1518" y="2387"/>
                    <a:pt x="1518" y="2387"/>
                    <a:pt x="1518" y="2387"/>
                  </a:cubicBezTo>
                  <a:close/>
                  <a:moveTo>
                    <a:pt x="1961" y="2418"/>
                  </a:moveTo>
                  <a:cubicBezTo>
                    <a:pt x="1960" y="2419"/>
                    <a:pt x="1960" y="2420"/>
                    <a:pt x="1960" y="2422"/>
                  </a:cubicBezTo>
                  <a:lnTo>
                    <a:pt x="1960" y="2422"/>
                  </a:lnTo>
                  <a:cubicBezTo>
                    <a:pt x="1960" y="2420"/>
                    <a:pt x="1961" y="2418"/>
                    <a:pt x="1961" y="2418"/>
                  </a:cubicBezTo>
                  <a:close/>
                  <a:moveTo>
                    <a:pt x="1984" y="2444"/>
                  </a:moveTo>
                  <a:lnTo>
                    <a:pt x="1984" y="2444"/>
                  </a:lnTo>
                  <a:cubicBezTo>
                    <a:pt x="1984" y="2447"/>
                    <a:pt x="1983" y="2449"/>
                    <a:pt x="1983" y="2452"/>
                  </a:cubicBezTo>
                  <a:lnTo>
                    <a:pt x="1983" y="2452"/>
                  </a:lnTo>
                  <a:cubicBezTo>
                    <a:pt x="1984" y="2450"/>
                    <a:pt x="1984" y="2447"/>
                    <a:pt x="1984" y="2444"/>
                  </a:cubicBezTo>
                  <a:close/>
                  <a:moveTo>
                    <a:pt x="1999" y="2466"/>
                  </a:moveTo>
                  <a:cubicBezTo>
                    <a:pt x="1999" y="2470"/>
                    <a:pt x="1999" y="2473"/>
                    <a:pt x="1999" y="2476"/>
                  </a:cubicBezTo>
                  <a:lnTo>
                    <a:pt x="1999" y="2476"/>
                  </a:lnTo>
                  <a:cubicBezTo>
                    <a:pt x="2000" y="2473"/>
                    <a:pt x="1999" y="2469"/>
                    <a:pt x="1999" y="2466"/>
                  </a:cubicBezTo>
                  <a:close/>
                  <a:moveTo>
                    <a:pt x="2010" y="2474"/>
                  </a:moveTo>
                  <a:lnTo>
                    <a:pt x="2010" y="2474"/>
                  </a:lnTo>
                  <a:cubicBezTo>
                    <a:pt x="2010" y="2476"/>
                    <a:pt x="2010" y="2477"/>
                    <a:pt x="2010" y="2479"/>
                  </a:cubicBezTo>
                  <a:lnTo>
                    <a:pt x="2010" y="2479"/>
                  </a:lnTo>
                  <a:cubicBezTo>
                    <a:pt x="2010" y="2477"/>
                    <a:pt x="2010" y="2476"/>
                    <a:pt x="2010" y="2474"/>
                  </a:cubicBezTo>
                  <a:close/>
                  <a:moveTo>
                    <a:pt x="1414" y="2512"/>
                  </a:moveTo>
                  <a:cubicBezTo>
                    <a:pt x="1413" y="2512"/>
                    <a:pt x="1412" y="2512"/>
                    <a:pt x="1412" y="2512"/>
                  </a:cubicBezTo>
                  <a:lnTo>
                    <a:pt x="1416" y="2512"/>
                  </a:lnTo>
                  <a:cubicBezTo>
                    <a:pt x="1415" y="2512"/>
                    <a:pt x="1414" y="2512"/>
                    <a:pt x="1414" y="2512"/>
                  </a:cubicBezTo>
                  <a:close/>
                  <a:moveTo>
                    <a:pt x="1601" y="3443"/>
                  </a:moveTo>
                  <a:cubicBezTo>
                    <a:pt x="1602" y="3444"/>
                    <a:pt x="1602" y="3445"/>
                    <a:pt x="1602" y="3446"/>
                  </a:cubicBezTo>
                  <a:cubicBezTo>
                    <a:pt x="1602" y="3446"/>
                    <a:pt x="1602" y="3447"/>
                    <a:pt x="1602" y="3447"/>
                  </a:cubicBezTo>
                  <a:cubicBezTo>
                    <a:pt x="1602" y="3447"/>
                    <a:pt x="1602" y="3445"/>
                    <a:pt x="1601" y="3443"/>
                  </a:cubicBezTo>
                  <a:close/>
                  <a:moveTo>
                    <a:pt x="2272" y="6021"/>
                  </a:moveTo>
                  <a:lnTo>
                    <a:pt x="2272" y="6021"/>
                  </a:lnTo>
                  <a:cubicBezTo>
                    <a:pt x="2256" y="6029"/>
                    <a:pt x="2239" y="6035"/>
                    <a:pt x="2220" y="6040"/>
                  </a:cubicBezTo>
                  <a:cubicBezTo>
                    <a:pt x="2238" y="6033"/>
                    <a:pt x="2256" y="6027"/>
                    <a:pt x="2272" y="6021"/>
                  </a:cubicBezTo>
                  <a:close/>
                  <a:moveTo>
                    <a:pt x="2520" y="6342"/>
                  </a:moveTo>
                  <a:lnTo>
                    <a:pt x="2520" y="6342"/>
                  </a:lnTo>
                  <a:cubicBezTo>
                    <a:pt x="2519" y="6346"/>
                    <a:pt x="2517" y="6351"/>
                    <a:pt x="2516" y="6354"/>
                  </a:cubicBezTo>
                  <a:lnTo>
                    <a:pt x="2508" y="6384"/>
                  </a:lnTo>
                  <a:cubicBezTo>
                    <a:pt x="2504" y="6381"/>
                    <a:pt x="2514" y="6357"/>
                    <a:pt x="2520" y="6342"/>
                  </a:cubicBezTo>
                  <a:close/>
                  <a:moveTo>
                    <a:pt x="2717" y="6881"/>
                  </a:moveTo>
                  <a:cubicBezTo>
                    <a:pt x="2715" y="6882"/>
                    <a:pt x="2715" y="6882"/>
                    <a:pt x="2714" y="6884"/>
                  </a:cubicBezTo>
                  <a:lnTo>
                    <a:pt x="2712" y="6881"/>
                  </a:lnTo>
                  <a:close/>
                  <a:moveTo>
                    <a:pt x="1905" y="7611"/>
                  </a:moveTo>
                  <a:cubicBezTo>
                    <a:pt x="1900" y="7617"/>
                    <a:pt x="1894" y="7623"/>
                    <a:pt x="1889" y="7623"/>
                  </a:cubicBezTo>
                  <a:cubicBezTo>
                    <a:pt x="1889" y="7623"/>
                    <a:pt x="1888" y="7623"/>
                    <a:pt x="1888" y="7622"/>
                  </a:cubicBezTo>
                  <a:cubicBezTo>
                    <a:pt x="1894" y="7618"/>
                    <a:pt x="1900" y="7615"/>
                    <a:pt x="1905" y="7611"/>
                  </a:cubicBezTo>
                  <a:close/>
                  <a:moveTo>
                    <a:pt x="1719" y="0"/>
                  </a:moveTo>
                  <a:cubicBezTo>
                    <a:pt x="1419" y="0"/>
                    <a:pt x="1162" y="225"/>
                    <a:pt x="1128" y="530"/>
                  </a:cubicBezTo>
                  <a:cubicBezTo>
                    <a:pt x="1093" y="856"/>
                    <a:pt x="1327" y="1149"/>
                    <a:pt x="1653" y="1185"/>
                  </a:cubicBezTo>
                  <a:cubicBezTo>
                    <a:pt x="1675" y="1188"/>
                    <a:pt x="1697" y="1189"/>
                    <a:pt x="1718" y="1189"/>
                  </a:cubicBezTo>
                  <a:cubicBezTo>
                    <a:pt x="1884" y="1189"/>
                    <a:pt x="2036" y="1120"/>
                    <a:pt x="2146" y="1006"/>
                  </a:cubicBezTo>
                  <a:cubicBezTo>
                    <a:pt x="2163" y="1016"/>
                    <a:pt x="2176" y="1024"/>
                    <a:pt x="2178" y="1024"/>
                  </a:cubicBezTo>
                  <a:lnTo>
                    <a:pt x="2245" y="1070"/>
                  </a:lnTo>
                  <a:cubicBezTo>
                    <a:pt x="2254" y="1105"/>
                    <a:pt x="2270" y="1175"/>
                    <a:pt x="2277" y="1206"/>
                  </a:cubicBezTo>
                  <a:cubicBezTo>
                    <a:pt x="2284" y="1238"/>
                    <a:pt x="2313" y="1332"/>
                    <a:pt x="2345" y="1376"/>
                  </a:cubicBezTo>
                  <a:cubicBezTo>
                    <a:pt x="2376" y="1418"/>
                    <a:pt x="2393" y="1433"/>
                    <a:pt x="2393" y="1434"/>
                  </a:cubicBezTo>
                  <a:cubicBezTo>
                    <a:pt x="2408" y="1528"/>
                    <a:pt x="2434" y="1713"/>
                    <a:pt x="2437" y="1750"/>
                  </a:cubicBezTo>
                  <a:cubicBezTo>
                    <a:pt x="2439" y="1787"/>
                    <a:pt x="2409" y="2035"/>
                    <a:pt x="2427" y="2120"/>
                  </a:cubicBezTo>
                  <a:cubicBezTo>
                    <a:pt x="2446" y="2206"/>
                    <a:pt x="2476" y="2365"/>
                    <a:pt x="2481" y="2415"/>
                  </a:cubicBezTo>
                  <a:cubicBezTo>
                    <a:pt x="2484" y="2464"/>
                    <a:pt x="2463" y="2518"/>
                    <a:pt x="2450" y="2536"/>
                  </a:cubicBezTo>
                  <a:cubicBezTo>
                    <a:pt x="2439" y="2553"/>
                    <a:pt x="2360" y="2642"/>
                    <a:pt x="2342" y="2726"/>
                  </a:cubicBezTo>
                  <a:cubicBezTo>
                    <a:pt x="2323" y="2809"/>
                    <a:pt x="2303" y="2876"/>
                    <a:pt x="2293" y="2898"/>
                  </a:cubicBezTo>
                  <a:cubicBezTo>
                    <a:pt x="2283" y="2922"/>
                    <a:pt x="2249" y="2945"/>
                    <a:pt x="2216" y="2970"/>
                  </a:cubicBezTo>
                  <a:cubicBezTo>
                    <a:pt x="2182" y="2994"/>
                    <a:pt x="2141" y="3035"/>
                    <a:pt x="2124" y="3072"/>
                  </a:cubicBezTo>
                  <a:cubicBezTo>
                    <a:pt x="2117" y="3080"/>
                    <a:pt x="2112" y="3089"/>
                    <a:pt x="2106" y="3098"/>
                  </a:cubicBezTo>
                  <a:cubicBezTo>
                    <a:pt x="2105" y="3099"/>
                    <a:pt x="2104" y="3099"/>
                    <a:pt x="2102" y="3101"/>
                  </a:cubicBezTo>
                  <a:cubicBezTo>
                    <a:pt x="2086" y="3130"/>
                    <a:pt x="2063" y="3155"/>
                    <a:pt x="2055" y="3185"/>
                  </a:cubicBezTo>
                  <a:cubicBezTo>
                    <a:pt x="2054" y="3194"/>
                    <a:pt x="2051" y="3201"/>
                    <a:pt x="2045" y="3207"/>
                  </a:cubicBezTo>
                  <a:cubicBezTo>
                    <a:pt x="2044" y="3210"/>
                    <a:pt x="2042" y="3213"/>
                    <a:pt x="2039" y="3216"/>
                  </a:cubicBezTo>
                  <a:lnTo>
                    <a:pt x="2015" y="2999"/>
                  </a:lnTo>
                  <a:cubicBezTo>
                    <a:pt x="2015" y="2994"/>
                    <a:pt x="2013" y="2987"/>
                    <a:pt x="2019" y="2973"/>
                  </a:cubicBezTo>
                  <a:cubicBezTo>
                    <a:pt x="2025" y="2957"/>
                    <a:pt x="2032" y="2955"/>
                    <a:pt x="2035" y="2955"/>
                  </a:cubicBezTo>
                  <a:cubicBezTo>
                    <a:pt x="2036" y="2955"/>
                    <a:pt x="2038" y="2955"/>
                    <a:pt x="2040" y="2955"/>
                  </a:cubicBezTo>
                  <a:cubicBezTo>
                    <a:pt x="2058" y="2955"/>
                    <a:pt x="2087" y="2954"/>
                    <a:pt x="2099" y="2923"/>
                  </a:cubicBezTo>
                  <a:cubicBezTo>
                    <a:pt x="2111" y="2888"/>
                    <a:pt x="2121" y="2840"/>
                    <a:pt x="2115" y="2826"/>
                  </a:cubicBezTo>
                  <a:cubicBezTo>
                    <a:pt x="2109" y="2809"/>
                    <a:pt x="2095" y="2793"/>
                    <a:pt x="2093" y="2792"/>
                  </a:cubicBezTo>
                  <a:cubicBezTo>
                    <a:pt x="2089" y="2788"/>
                    <a:pt x="2083" y="2779"/>
                    <a:pt x="2083" y="2776"/>
                  </a:cubicBezTo>
                  <a:cubicBezTo>
                    <a:pt x="2083" y="2773"/>
                    <a:pt x="2086" y="2747"/>
                    <a:pt x="2083" y="2728"/>
                  </a:cubicBezTo>
                  <a:cubicBezTo>
                    <a:pt x="2080" y="2710"/>
                    <a:pt x="2070" y="2662"/>
                    <a:pt x="2057" y="2630"/>
                  </a:cubicBezTo>
                  <a:cubicBezTo>
                    <a:pt x="2044" y="2598"/>
                    <a:pt x="2038" y="2565"/>
                    <a:pt x="2022" y="2544"/>
                  </a:cubicBezTo>
                  <a:cubicBezTo>
                    <a:pt x="2023" y="2539"/>
                    <a:pt x="2026" y="2534"/>
                    <a:pt x="2029" y="2530"/>
                  </a:cubicBezTo>
                  <a:cubicBezTo>
                    <a:pt x="2029" y="2528"/>
                    <a:pt x="2034" y="2524"/>
                    <a:pt x="2032" y="2524"/>
                  </a:cubicBezTo>
                  <a:lnTo>
                    <a:pt x="2032" y="2524"/>
                  </a:lnTo>
                  <a:cubicBezTo>
                    <a:pt x="2028" y="2524"/>
                    <a:pt x="2020" y="2530"/>
                    <a:pt x="2019" y="2531"/>
                  </a:cubicBezTo>
                  <a:cubicBezTo>
                    <a:pt x="2018" y="2517"/>
                    <a:pt x="2026" y="2505"/>
                    <a:pt x="2025" y="2492"/>
                  </a:cubicBezTo>
                  <a:lnTo>
                    <a:pt x="2025" y="2492"/>
                  </a:lnTo>
                  <a:cubicBezTo>
                    <a:pt x="2020" y="2495"/>
                    <a:pt x="2010" y="2504"/>
                    <a:pt x="2007" y="2509"/>
                  </a:cubicBezTo>
                  <a:cubicBezTo>
                    <a:pt x="2007" y="2510"/>
                    <a:pt x="2007" y="2511"/>
                    <a:pt x="2007" y="2511"/>
                  </a:cubicBezTo>
                  <a:cubicBezTo>
                    <a:pt x="2006" y="2511"/>
                    <a:pt x="2006" y="2505"/>
                    <a:pt x="2006" y="2504"/>
                  </a:cubicBezTo>
                  <a:cubicBezTo>
                    <a:pt x="2007" y="2495"/>
                    <a:pt x="2010" y="2487"/>
                    <a:pt x="2010" y="2479"/>
                  </a:cubicBezTo>
                  <a:lnTo>
                    <a:pt x="2010" y="2479"/>
                  </a:lnTo>
                  <a:cubicBezTo>
                    <a:pt x="2010" y="2480"/>
                    <a:pt x="2010" y="2482"/>
                    <a:pt x="2009" y="2483"/>
                  </a:cubicBezTo>
                  <a:cubicBezTo>
                    <a:pt x="2009" y="2485"/>
                    <a:pt x="2005" y="2489"/>
                    <a:pt x="2003" y="2489"/>
                  </a:cubicBezTo>
                  <a:cubicBezTo>
                    <a:pt x="2002" y="2489"/>
                    <a:pt x="2001" y="2488"/>
                    <a:pt x="2000" y="2486"/>
                  </a:cubicBezTo>
                  <a:cubicBezTo>
                    <a:pt x="1999" y="2483"/>
                    <a:pt x="1999" y="2480"/>
                    <a:pt x="1999" y="2476"/>
                  </a:cubicBezTo>
                  <a:lnTo>
                    <a:pt x="1999" y="2476"/>
                  </a:lnTo>
                  <a:cubicBezTo>
                    <a:pt x="1999" y="2480"/>
                    <a:pt x="1998" y="2484"/>
                    <a:pt x="1996" y="2486"/>
                  </a:cubicBezTo>
                  <a:cubicBezTo>
                    <a:pt x="1995" y="2486"/>
                    <a:pt x="1995" y="2486"/>
                    <a:pt x="1995" y="2486"/>
                  </a:cubicBezTo>
                  <a:cubicBezTo>
                    <a:pt x="1992" y="2486"/>
                    <a:pt x="1991" y="2481"/>
                    <a:pt x="1990" y="2476"/>
                  </a:cubicBezTo>
                  <a:cubicBezTo>
                    <a:pt x="1990" y="2479"/>
                    <a:pt x="1988" y="2483"/>
                    <a:pt x="1987" y="2483"/>
                  </a:cubicBezTo>
                  <a:cubicBezTo>
                    <a:pt x="1984" y="2483"/>
                    <a:pt x="1984" y="2473"/>
                    <a:pt x="1984" y="2472"/>
                  </a:cubicBezTo>
                  <a:cubicBezTo>
                    <a:pt x="1984" y="2464"/>
                    <a:pt x="1983" y="2458"/>
                    <a:pt x="1983" y="2452"/>
                  </a:cubicBezTo>
                  <a:lnTo>
                    <a:pt x="1983" y="2452"/>
                  </a:lnTo>
                  <a:cubicBezTo>
                    <a:pt x="1983" y="2453"/>
                    <a:pt x="1983" y="2453"/>
                    <a:pt x="1983" y="2454"/>
                  </a:cubicBezTo>
                  <a:cubicBezTo>
                    <a:pt x="1981" y="2458"/>
                    <a:pt x="1981" y="2465"/>
                    <a:pt x="1979" y="2465"/>
                  </a:cubicBezTo>
                  <a:cubicBezTo>
                    <a:pt x="1979" y="2465"/>
                    <a:pt x="1979" y="2465"/>
                    <a:pt x="1978" y="2464"/>
                  </a:cubicBezTo>
                  <a:cubicBezTo>
                    <a:pt x="1975" y="2458"/>
                    <a:pt x="1977" y="2447"/>
                    <a:pt x="1975" y="2441"/>
                  </a:cubicBezTo>
                  <a:cubicBezTo>
                    <a:pt x="1975" y="2449"/>
                    <a:pt x="1972" y="2454"/>
                    <a:pt x="1971" y="2454"/>
                  </a:cubicBezTo>
                  <a:cubicBezTo>
                    <a:pt x="1969" y="2454"/>
                    <a:pt x="1968" y="2451"/>
                    <a:pt x="1968" y="2442"/>
                  </a:cubicBezTo>
                  <a:cubicBezTo>
                    <a:pt x="1967" y="2437"/>
                    <a:pt x="1969" y="2429"/>
                    <a:pt x="1968" y="2423"/>
                  </a:cubicBezTo>
                  <a:lnTo>
                    <a:pt x="1968" y="2423"/>
                  </a:lnTo>
                  <a:cubicBezTo>
                    <a:pt x="1969" y="2429"/>
                    <a:pt x="1962" y="2447"/>
                    <a:pt x="1962" y="2447"/>
                  </a:cubicBezTo>
                  <a:cubicBezTo>
                    <a:pt x="1957" y="2441"/>
                    <a:pt x="1959" y="2429"/>
                    <a:pt x="1960" y="2422"/>
                  </a:cubicBezTo>
                  <a:lnTo>
                    <a:pt x="1960" y="2422"/>
                  </a:lnTo>
                  <a:cubicBezTo>
                    <a:pt x="1958" y="2427"/>
                    <a:pt x="1956" y="2435"/>
                    <a:pt x="1954" y="2435"/>
                  </a:cubicBezTo>
                  <a:cubicBezTo>
                    <a:pt x="1954" y="2435"/>
                    <a:pt x="1954" y="2435"/>
                    <a:pt x="1953" y="2435"/>
                  </a:cubicBezTo>
                  <a:cubicBezTo>
                    <a:pt x="1951" y="2434"/>
                    <a:pt x="1951" y="2421"/>
                    <a:pt x="1951" y="2418"/>
                  </a:cubicBezTo>
                  <a:cubicBezTo>
                    <a:pt x="1948" y="2422"/>
                    <a:pt x="1940" y="2432"/>
                    <a:pt x="1940" y="2438"/>
                  </a:cubicBezTo>
                  <a:cubicBezTo>
                    <a:pt x="1940" y="2438"/>
                    <a:pt x="1940" y="2437"/>
                    <a:pt x="1940" y="2437"/>
                  </a:cubicBezTo>
                  <a:cubicBezTo>
                    <a:pt x="1942" y="2423"/>
                    <a:pt x="1943" y="2403"/>
                    <a:pt x="1936" y="2393"/>
                  </a:cubicBezTo>
                  <a:cubicBezTo>
                    <a:pt x="1935" y="2400"/>
                    <a:pt x="1933" y="2407"/>
                    <a:pt x="1932" y="2415"/>
                  </a:cubicBezTo>
                  <a:cubicBezTo>
                    <a:pt x="1930" y="2417"/>
                    <a:pt x="1931" y="2422"/>
                    <a:pt x="1930" y="2422"/>
                  </a:cubicBezTo>
                  <a:cubicBezTo>
                    <a:pt x="1929" y="2422"/>
                    <a:pt x="1929" y="2422"/>
                    <a:pt x="1929" y="2422"/>
                  </a:cubicBezTo>
                  <a:cubicBezTo>
                    <a:pt x="1923" y="2421"/>
                    <a:pt x="1924" y="2402"/>
                    <a:pt x="1924" y="2397"/>
                  </a:cubicBezTo>
                  <a:lnTo>
                    <a:pt x="1924" y="2397"/>
                  </a:lnTo>
                  <a:cubicBezTo>
                    <a:pt x="1923" y="2405"/>
                    <a:pt x="1921" y="2408"/>
                    <a:pt x="1920" y="2408"/>
                  </a:cubicBezTo>
                  <a:cubicBezTo>
                    <a:pt x="1917" y="2408"/>
                    <a:pt x="1917" y="2379"/>
                    <a:pt x="1916" y="2371"/>
                  </a:cubicBezTo>
                  <a:cubicBezTo>
                    <a:pt x="1916" y="2377"/>
                    <a:pt x="1914" y="2391"/>
                    <a:pt x="1910" y="2394"/>
                  </a:cubicBezTo>
                  <a:cubicBezTo>
                    <a:pt x="1910" y="2394"/>
                    <a:pt x="1910" y="2394"/>
                    <a:pt x="1909" y="2394"/>
                  </a:cubicBezTo>
                  <a:cubicBezTo>
                    <a:pt x="1907" y="2394"/>
                    <a:pt x="1905" y="2387"/>
                    <a:pt x="1905" y="2380"/>
                  </a:cubicBezTo>
                  <a:lnTo>
                    <a:pt x="1905" y="2380"/>
                  </a:lnTo>
                  <a:cubicBezTo>
                    <a:pt x="1904" y="2384"/>
                    <a:pt x="1903" y="2388"/>
                    <a:pt x="1901" y="2388"/>
                  </a:cubicBezTo>
                  <a:cubicBezTo>
                    <a:pt x="1898" y="2388"/>
                    <a:pt x="1897" y="2361"/>
                    <a:pt x="1897" y="2358"/>
                  </a:cubicBezTo>
                  <a:cubicBezTo>
                    <a:pt x="1896" y="2371"/>
                    <a:pt x="1895" y="2376"/>
                    <a:pt x="1893" y="2376"/>
                  </a:cubicBezTo>
                  <a:cubicBezTo>
                    <a:pt x="1890" y="2376"/>
                    <a:pt x="1885" y="2356"/>
                    <a:pt x="1884" y="2343"/>
                  </a:cubicBezTo>
                  <a:cubicBezTo>
                    <a:pt x="1884" y="2351"/>
                    <a:pt x="1881" y="2367"/>
                    <a:pt x="1876" y="2372"/>
                  </a:cubicBezTo>
                  <a:cubicBezTo>
                    <a:pt x="1876" y="2373"/>
                    <a:pt x="1876" y="2373"/>
                    <a:pt x="1876" y="2373"/>
                  </a:cubicBezTo>
                  <a:cubicBezTo>
                    <a:pt x="1875" y="2373"/>
                    <a:pt x="1875" y="2370"/>
                    <a:pt x="1875" y="2370"/>
                  </a:cubicBezTo>
                  <a:cubicBezTo>
                    <a:pt x="1875" y="2367"/>
                    <a:pt x="1875" y="2362"/>
                    <a:pt x="1873" y="2359"/>
                  </a:cubicBezTo>
                  <a:cubicBezTo>
                    <a:pt x="1873" y="2355"/>
                    <a:pt x="1873" y="2351"/>
                    <a:pt x="1873" y="2346"/>
                  </a:cubicBezTo>
                  <a:cubicBezTo>
                    <a:pt x="1873" y="2352"/>
                    <a:pt x="1872" y="2361"/>
                    <a:pt x="1869" y="2365"/>
                  </a:cubicBezTo>
                  <a:cubicBezTo>
                    <a:pt x="1869" y="2365"/>
                    <a:pt x="1868" y="2355"/>
                    <a:pt x="1866" y="2354"/>
                  </a:cubicBezTo>
                  <a:cubicBezTo>
                    <a:pt x="1866" y="2348"/>
                    <a:pt x="1865" y="2342"/>
                    <a:pt x="1865" y="2336"/>
                  </a:cubicBezTo>
                  <a:cubicBezTo>
                    <a:pt x="1864" y="2350"/>
                    <a:pt x="1861" y="2355"/>
                    <a:pt x="1859" y="2355"/>
                  </a:cubicBezTo>
                  <a:cubicBezTo>
                    <a:pt x="1856" y="2355"/>
                    <a:pt x="1854" y="2350"/>
                    <a:pt x="1854" y="2341"/>
                  </a:cubicBezTo>
                  <a:lnTo>
                    <a:pt x="1854" y="2341"/>
                  </a:lnTo>
                  <a:cubicBezTo>
                    <a:pt x="1852" y="2345"/>
                    <a:pt x="1851" y="2349"/>
                    <a:pt x="1850" y="2354"/>
                  </a:cubicBezTo>
                  <a:cubicBezTo>
                    <a:pt x="1847" y="2348"/>
                    <a:pt x="1847" y="2340"/>
                    <a:pt x="1846" y="2333"/>
                  </a:cubicBezTo>
                  <a:lnTo>
                    <a:pt x="1846" y="2333"/>
                  </a:lnTo>
                  <a:cubicBezTo>
                    <a:pt x="1847" y="2338"/>
                    <a:pt x="1845" y="2345"/>
                    <a:pt x="1843" y="2349"/>
                  </a:cubicBezTo>
                  <a:cubicBezTo>
                    <a:pt x="1840" y="2345"/>
                    <a:pt x="1838" y="2340"/>
                    <a:pt x="1837" y="2336"/>
                  </a:cubicBezTo>
                  <a:cubicBezTo>
                    <a:pt x="1837" y="2342"/>
                    <a:pt x="1835" y="2349"/>
                    <a:pt x="1833" y="2355"/>
                  </a:cubicBezTo>
                  <a:cubicBezTo>
                    <a:pt x="1831" y="2351"/>
                    <a:pt x="1828" y="2345"/>
                    <a:pt x="1828" y="2339"/>
                  </a:cubicBezTo>
                  <a:lnTo>
                    <a:pt x="1828" y="2339"/>
                  </a:lnTo>
                  <a:cubicBezTo>
                    <a:pt x="1826" y="2343"/>
                    <a:pt x="1824" y="2347"/>
                    <a:pt x="1822" y="2351"/>
                  </a:cubicBezTo>
                  <a:cubicBezTo>
                    <a:pt x="1821" y="2349"/>
                    <a:pt x="1820" y="2348"/>
                    <a:pt x="1819" y="2348"/>
                  </a:cubicBezTo>
                  <a:cubicBezTo>
                    <a:pt x="1816" y="2348"/>
                    <a:pt x="1817" y="2358"/>
                    <a:pt x="1814" y="2362"/>
                  </a:cubicBezTo>
                  <a:cubicBezTo>
                    <a:pt x="1812" y="2352"/>
                    <a:pt x="1809" y="2339"/>
                    <a:pt x="1803" y="2332"/>
                  </a:cubicBezTo>
                  <a:cubicBezTo>
                    <a:pt x="1803" y="2332"/>
                    <a:pt x="1803" y="2331"/>
                    <a:pt x="1803" y="2331"/>
                  </a:cubicBezTo>
                  <a:cubicBezTo>
                    <a:pt x="1801" y="2331"/>
                    <a:pt x="1800" y="2345"/>
                    <a:pt x="1796" y="2345"/>
                  </a:cubicBezTo>
                  <a:cubicBezTo>
                    <a:pt x="1795" y="2345"/>
                    <a:pt x="1793" y="2344"/>
                    <a:pt x="1792" y="2340"/>
                  </a:cubicBezTo>
                  <a:cubicBezTo>
                    <a:pt x="1790" y="2339"/>
                    <a:pt x="1790" y="2338"/>
                    <a:pt x="1790" y="2336"/>
                  </a:cubicBezTo>
                  <a:cubicBezTo>
                    <a:pt x="1790" y="2338"/>
                    <a:pt x="1789" y="2338"/>
                    <a:pt x="1788" y="2338"/>
                  </a:cubicBezTo>
                  <a:cubicBezTo>
                    <a:pt x="1788" y="2338"/>
                    <a:pt x="1787" y="2338"/>
                    <a:pt x="1787" y="2336"/>
                  </a:cubicBezTo>
                  <a:cubicBezTo>
                    <a:pt x="1786" y="2338"/>
                    <a:pt x="1786" y="2339"/>
                    <a:pt x="1784" y="2340"/>
                  </a:cubicBezTo>
                  <a:cubicBezTo>
                    <a:pt x="1783" y="2338"/>
                    <a:pt x="1782" y="2333"/>
                    <a:pt x="1780" y="2330"/>
                  </a:cubicBezTo>
                  <a:cubicBezTo>
                    <a:pt x="1778" y="2334"/>
                    <a:pt x="1776" y="2336"/>
                    <a:pt x="1775" y="2336"/>
                  </a:cubicBezTo>
                  <a:cubicBezTo>
                    <a:pt x="1774" y="2336"/>
                    <a:pt x="1773" y="2334"/>
                    <a:pt x="1773" y="2327"/>
                  </a:cubicBezTo>
                  <a:cubicBezTo>
                    <a:pt x="1771" y="2329"/>
                    <a:pt x="1771" y="2330"/>
                    <a:pt x="1771" y="2332"/>
                  </a:cubicBezTo>
                  <a:cubicBezTo>
                    <a:pt x="1767" y="2327"/>
                    <a:pt x="1766" y="2320"/>
                    <a:pt x="1764" y="2314"/>
                  </a:cubicBezTo>
                  <a:cubicBezTo>
                    <a:pt x="1764" y="2319"/>
                    <a:pt x="1763" y="2321"/>
                    <a:pt x="1761" y="2326"/>
                  </a:cubicBezTo>
                  <a:cubicBezTo>
                    <a:pt x="1760" y="2325"/>
                    <a:pt x="1759" y="2323"/>
                    <a:pt x="1759" y="2321"/>
                  </a:cubicBezTo>
                  <a:lnTo>
                    <a:pt x="1759" y="2321"/>
                  </a:lnTo>
                  <a:cubicBezTo>
                    <a:pt x="1759" y="2323"/>
                    <a:pt x="1759" y="2324"/>
                    <a:pt x="1758" y="2326"/>
                  </a:cubicBezTo>
                  <a:cubicBezTo>
                    <a:pt x="1754" y="2322"/>
                    <a:pt x="1755" y="2314"/>
                    <a:pt x="1755" y="2308"/>
                  </a:cubicBezTo>
                  <a:lnTo>
                    <a:pt x="1755" y="2308"/>
                  </a:lnTo>
                  <a:cubicBezTo>
                    <a:pt x="1755" y="2314"/>
                    <a:pt x="1754" y="2318"/>
                    <a:pt x="1752" y="2323"/>
                  </a:cubicBezTo>
                  <a:cubicBezTo>
                    <a:pt x="1750" y="2314"/>
                    <a:pt x="1748" y="2303"/>
                    <a:pt x="1748" y="2294"/>
                  </a:cubicBezTo>
                  <a:cubicBezTo>
                    <a:pt x="1747" y="2297"/>
                    <a:pt x="1745" y="2313"/>
                    <a:pt x="1744" y="2313"/>
                  </a:cubicBezTo>
                  <a:cubicBezTo>
                    <a:pt x="1744" y="2313"/>
                    <a:pt x="1744" y="2313"/>
                    <a:pt x="1744" y="2313"/>
                  </a:cubicBezTo>
                  <a:cubicBezTo>
                    <a:pt x="1738" y="2305"/>
                    <a:pt x="1736" y="2295"/>
                    <a:pt x="1731" y="2288"/>
                  </a:cubicBezTo>
                  <a:cubicBezTo>
                    <a:pt x="1731" y="2291"/>
                    <a:pt x="1726" y="2313"/>
                    <a:pt x="1725" y="2313"/>
                  </a:cubicBezTo>
                  <a:cubicBezTo>
                    <a:pt x="1725" y="2313"/>
                    <a:pt x="1725" y="2313"/>
                    <a:pt x="1725" y="2313"/>
                  </a:cubicBezTo>
                  <a:cubicBezTo>
                    <a:pt x="1719" y="2305"/>
                    <a:pt x="1717" y="2294"/>
                    <a:pt x="1713" y="2285"/>
                  </a:cubicBezTo>
                  <a:lnTo>
                    <a:pt x="1713" y="2285"/>
                  </a:lnTo>
                  <a:cubicBezTo>
                    <a:pt x="1715" y="2289"/>
                    <a:pt x="1715" y="2295"/>
                    <a:pt x="1713" y="2300"/>
                  </a:cubicBezTo>
                  <a:cubicBezTo>
                    <a:pt x="1713" y="2305"/>
                    <a:pt x="1712" y="2307"/>
                    <a:pt x="1711" y="2307"/>
                  </a:cubicBezTo>
                  <a:cubicBezTo>
                    <a:pt x="1708" y="2307"/>
                    <a:pt x="1703" y="2282"/>
                    <a:pt x="1701" y="2281"/>
                  </a:cubicBezTo>
                  <a:lnTo>
                    <a:pt x="1701" y="2281"/>
                  </a:lnTo>
                  <a:cubicBezTo>
                    <a:pt x="1701" y="2288"/>
                    <a:pt x="1703" y="2298"/>
                    <a:pt x="1699" y="2304"/>
                  </a:cubicBezTo>
                  <a:cubicBezTo>
                    <a:pt x="1696" y="2300"/>
                    <a:pt x="1694" y="2294"/>
                    <a:pt x="1693" y="2289"/>
                  </a:cubicBezTo>
                  <a:lnTo>
                    <a:pt x="1693" y="2289"/>
                  </a:lnTo>
                  <a:cubicBezTo>
                    <a:pt x="1694" y="2294"/>
                    <a:pt x="1693" y="2309"/>
                    <a:pt x="1691" y="2309"/>
                  </a:cubicBezTo>
                  <a:cubicBezTo>
                    <a:pt x="1691" y="2309"/>
                    <a:pt x="1690" y="2309"/>
                    <a:pt x="1690" y="2307"/>
                  </a:cubicBezTo>
                  <a:cubicBezTo>
                    <a:pt x="1688" y="2302"/>
                    <a:pt x="1683" y="2281"/>
                    <a:pt x="1680" y="2281"/>
                  </a:cubicBezTo>
                  <a:cubicBezTo>
                    <a:pt x="1680" y="2281"/>
                    <a:pt x="1680" y="2282"/>
                    <a:pt x="1680" y="2282"/>
                  </a:cubicBezTo>
                  <a:cubicBezTo>
                    <a:pt x="1680" y="2289"/>
                    <a:pt x="1678" y="2297"/>
                    <a:pt x="1678" y="2304"/>
                  </a:cubicBezTo>
                  <a:cubicBezTo>
                    <a:pt x="1678" y="2305"/>
                    <a:pt x="1678" y="2310"/>
                    <a:pt x="1677" y="2310"/>
                  </a:cubicBezTo>
                  <a:cubicBezTo>
                    <a:pt x="1677" y="2310"/>
                    <a:pt x="1677" y="2310"/>
                    <a:pt x="1677" y="2310"/>
                  </a:cubicBezTo>
                  <a:cubicBezTo>
                    <a:pt x="1673" y="2307"/>
                    <a:pt x="1668" y="2291"/>
                    <a:pt x="1666" y="2291"/>
                  </a:cubicBezTo>
                  <a:lnTo>
                    <a:pt x="1666" y="2291"/>
                  </a:lnTo>
                  <a:cubicBezTo>
                    <a:pt x="1666" y="2291"/>
                    <a:pt x="1666" y="2292"/>
                    <a:pt x="1666" y="2294"/>
                  </a:cubicBezTo>
                  <a:cubicBezTo>
                    <a:pt x="1668" y="2305"/>
                    <a:pt x="1667" y="2310"/>
                    <a:pt x="1666" y="2310"/>
                  </a:cubicBezTo>
                  <a:cubicBezTo>
                    <a:pt x="1663" y="2310"/>
                    <a:pt x="1659" y="2296"/>
                    <a:pt x="1658" y="2286"/>
                  </a:cubicBezTo>
                  <a:lnTo>
                    <a:pt x="1658" y="2286"/>
                  </a:lnTo>
                  <a:cubicBezTo>
                    <a:pt x="1659" y="2295"/>
                    <a:pt x="1657" y="2312"/>
                    <a:pt x="1656" y="2312"/>
                  </a:cubicBezTo>
                  <a:cubicBezTo>
                    <a:pt x="1655" y="2312"/>
                    <a:pt x="1654" y="2310"/>
                    <a:pt x="1654" y="2305"/>
                  </a:cubicBezTo>
                  <a:lnTo>
                    <a:pt x="1654" y="2305"/>
                  </a:lnTo>
                  <a:cubicBezTo>
                    <a:pt x="1654" y="2310"/>
                    <a:pt x="1653" y="2314"/>
                    <a:pt x="1652" y="2319"/>
                  </a:cubicBezTo>
                  <a:cubicBezTo>
                    <a:pt x="1648" y="2310"/>
                    <a:pt x="1648" y="2298"/>
                    <a:pt x="1646" y="2288"/>
                  </a:cubicBezTo>
                  <a:lnTo>
                    <a:pt x="1646" y="2288"/>
                  </a:lnTo>
                  <a:cubicBezTo>
                    <a:pt x="1648" y="2300"/>
                    <a:pt x="1646" y="2308"/>
                    <a:pt x="1645" y="2319"/>
                  </a:cubicBezTo>
                  <a:cubicBezTo>
                    <a:pt x="1639" y="2311"/>
                    <a:pt x="1639" y="2300"/>
                    <a:pt x="1636" y="2291"/>
                  </a:cubicBezTo>
                  <a:lnTo>
                    <a:pt x="1636" y="2291"/>
                  </a:lnTo>
                  <a:cubicBezTo>
                    <a:pt x="1636" y="2301"/>
                    <a:pt x="1639" y="2323"/>
                    <a:pt x="1637" y="2323"/>
                  </a:cubicBezTo>
                  <a:cubicBezTo>
                    <a:pt x="1636" y="2323"/>
                    <a:pt x="1635" y="2321"/>
                    <a:pt x="1633" y="2314"/>
                  </a:cubicBezTo>
                  <a:cubicBezTo>
                    <a:pt x="1632" y="2310"/>
                    <a:pt x="1630" y="2308"/>
                    <a:pt x="1630" y="2304"/>
                  </a:cubicBezTo>
                  <a:lnTo>
                    <a:pt x="1630" y="2304"/>
                  </a:lnTo>
                  <a:cubicBezTo>
                    <a:pt x="1630" y="2309"/>
                    <a:pt x="1632" y="2314"/>
                    <a:pt x="1632" y="2319"/>
                  </a:cubicBezTo>
                  <a:cubicBezTo>
                    <a:pt x="1632" y="2323"/>
                    <a:pt x="1633" y="2327"/>
                    <a:pt x="1633" y="2332"/>
                  </a:cubicBezTo>
                  <a:cubicBezTo>
                    <a:pt x="1633" y="2333"/>
                    <a:pt x="1633" y="2336"/>
                    <a:pt x="1633" y="2336"/>
                  </a:cubicBezTo>
                  <a:cubicBezTo>
                    <a:pt x="1629" y="2330"/>
                    <a:pt x="1623" y="2316"/>
                    <a:pt x="1621" y="2310"/>
                  </a:cubicBezTo>
                  <a:lnTo>
                    <a:pt x="1621" y="2310"/>
                  </a:lnTo>
                  <a:cubicBezTo>
                    <a:pt x="1623" y="2317"/>
                    <a:pt x="1626" y="2327"/>
                    <a:pt x="1624" y="2335"/>
                  </a:cubicBezTo>
                  <a:cubicBezTo>
                    <a:pt x="1618" y="2327"/>
                    <a:pt x="1614" y="2317"/>
                    <a:pt x="1611" y="2307"/>
                  </a:cubicBezTo>
                  <a:lnTo>
                    <a:pt x="1611" y="2307"/>
                  </a:lnTo>
                  <a:cubicBezTo>
                    <a:pt x="1611" y="2313"/>
                    <a:pt x="1617" y="2335"/>
                    <a:pt x="1614" y="2338"/>
                  </a:cubicBezTo>
                  <a:cubicBezTo>
                    <a:pt x="1614" y="2338"/>
                    <a:pt x="1614" y="2338"/>
                    <a:pt x="1614" y="2338"/>
                  </a:cubicBezTo>
                  <a:cubicBezTo>
                    <a:pt x="1612" y="2338"/>
                    <a:pt x="1606" y="2323"/>
                    <a:pt x="1605" y="2322"/>
                  </a:cubicBezTo>
                  <a:lnTo>
                    <a:pt x="1605" y="2322"/>
                  </a:lnTo>
                  <a:cubicBezTo>
                    <a:pt x="1606" y="2334"/>
                    <a:pt x="1605" y="2343"/>
                    <a:pt x="1602" y="2343"/>
                  </a:cubicBezTo>
                  <a:cubicBezTo>
                    <a:pt x="1599" y="2343"/>
                    <a:pt x="1597" y="2338"/>
                    <a:pt x="1594" y="2329"/>
                  </a:cubicBezTo>
                  <a:lnTo>
                    <a:pt x="1594" y="2329"/>
                  </a:lnTo>
                  <a:cubicBezTo>
                    <a:pt x="1594" y="2332"/>
                    <a:pt x="1597" y="2354"/>
                    <a:pt x="1595" y="2354"/>
                  </a:cubicBezTo>
                  <a:cubicBezTo>
                    <a:pt x="1591" y="2354"/>
                    <a:pt x="1583" y="2332"/>
                    <a:pt x="1582" y="2329"/>
                  </a:cubicBezTo>
                  <a:lnTo>
                    <a:pt x="1582" y="2329"/>
                  </a:lnTo>
                  <a:cubicBezTo>
                    <a:pt x="1583" y="2336"/>
                    <a:pt x="1585" y="2349"/>
                    <a:pt x="1581" y="2355"/>
                  </a:cubicBezTo>
                  <a:cubicBezTo>
                    <a:pt x="1581" y="2355"/>
                    <a:pt x="1581" y="2355"/>
                    <a:pt x="1580" y="2355"/>
                  </a:cubicBezTo>
                  <a:cubicBezTo>
                    <a:pt x="1580" y="2355"/>
                    <a:pt x="1569" y="2340"/>
                    <a:pt x="1566" y="2339"/>
                  </a:cubicBezTo>
                  <a:lnTo>
                    <a:pt x="1566" y="2339"/>
                  </a:lnTo>
                  <a:cubicBezTo>
                    <a:pt x="1565" y="2349"/>
                    <a:pt x="1567" y="2362"/>
                    <a:pt x="1566" y="2362"/>
                  </a:cubicBezTo>
                  <a:cubicBezTo>
                    <a:pt x="1566" y="2362"/>
                    <a:pt x="1565" y="2359"/>
                    <a:pt x="1562" y="2349"/>
                  </a:cubicBezTo>
                  <a:cubicBezTo>
                    <a:pt x="1560" y="2346"/>
                    <a:pt x="1559" y="2342"/>
                    <a:pt x="1557" y="2339"/>
                  </a:cubicBezTo>
                  <a:lnTo>
                    <a:pt x="1557" y="2339"/>
                  </a:lnTo>
                  <a:cubicBezTo>
                    <a:pt x="1559" y="2345"/>
                    <a:pt x="1563" y="2355"/>
                    <a:pt x="1560" y="2362"/>
                  </a:cubicBezTo>
                  <a:cubicBezTo>
                    <a:pt x="1560" y="2362"/>
                    <a:pt x="1557" y="2358"/>
                    <a:pt x="1557" y="2358"/>
                  </a:cubicBezTo>
                  <a:cubicBezTo>
                    <a:pt x="1556" y="2357"/>
                    <a:pt x="1549" y="2343"/>
                    <a:pt x="1549" y="2343"/>
                  </a:cubicBezTo>
                  <a:cubicBezTo>
                    <a:pt x="1549" y="2343"/>
                    <a:pt x="1549" y="2343"/>
                    <a:pt x="1549" y="2343"/>
                  </a:cubicBezTo>
                  <a:cubicBezTo>
                    <a:pt x="1549" y="2346"/>
                    <a:pt x="1553" y="2362"/>
                    <a:pt x="1551" y="2364"/>
                  </a:cubicBezTo>
                  <a:cubicBezTo>
                    <a:pt x="1549" y="2364"/>
                    <a:pt x="1538" y="2352"/>
                    <a:pt x="1537" y="2352"/>
                  </a:cubicBezTo>
                  <a:lnTo>
                    <a:pt x="1537" y="2352"/>
                  </a:lnTo>
                  <a:cubicBezTo>
                    <a:pt x="1538" y="2357"/>
                    <a:pt x="1541" y="2365"/>
                    <a:pt x="1541" y="2365"/>
                  </a:cubicBezTo>
                  <a:cubicBezTo>
                    <a:pt x="1541" y="2365"/>
                    <a:pt x="1540" y="2364"/>
                    <a:pt x="1540" y="2364"/>
                  </a:cubicBezTo>
                  <a:cubicBezTo>
                    <a:pt x="1537" y="2359"/>
                    <a:pt x="1534" y="2355"/>
                    <a:pt x="1531" y="2351"/>
                  </a:cubicBezTo>
                  <a:cubicBezTo>
                    <a:pt x="1530" y="2349"/>
                    <a:pt x="1529" y="2347"/>
                    <a:pt x="1528" y="2347"/>
                  </a:cubicBezTo>
                  <a:cubicBezTo>
                    <a:pt x="1528" y="2347"/>
                    <a:pt x="1528" y="2347"/>
                    <a:pt x="1528" y="2348"/>
                  </a:cubicBezTo>
                  <a:cubicBezTo>
                    <a:pt x="1530" y="2355"/>
                    <a:pt x="1532" y="2362"/>
                    <a:pt x="1535" y="2368"/>
                  </a:cubicBezTo>
                  <a:cubicBezTo>
                    <a:pt x="1532" y="2364"/>
                    <a:pt x="1509" y="2361"/>
                    <a:pt x="1506" y="2358"/>
                  </a:cubicBezTo>
                  <a:lnTo>
                    <a:pt x="1506" y="2358"/>
                  </a:lnTo>
                  <a:cubicBezTo>
                    <a:pt x="1508" y="2364"/>
                    <a:pt x="1492" y="2370"/>
                    <a:pt x="1492" y="2375"/>
                  </a:cubicBezTo>
                  <a:cubicBezTo>
                    <a:pt x="1505" y="2376"/>
                    <a:pt x="1515" y="2376"/>
                    <a:pt x="1522" y="2376"/>
                  </a:cubicBezTo>
                  <a:lnTo>
                    <a:pt x="1522" y="2376"/>
                  </a:lnTo>
                  <a:cubicBezTo>
                    <a:pt x="1522" y="2377"/>
                    <a:pt x="1522" y="2378"/>
                    <a:pt x="1523" y="2379"/>
                  </a:cubicBezTo>
                  <a:lnTo>
                    <a:pt x="1523" y="2379"/>
                  </a:lnTo>
                  <a:cubicBezTo>
                    <a:pt x="1523" y="2379"/>
                    <a:pt x="1523" y="2379"/>
                    <a:pt x="1523" y="2378"/>
                  </a:cubicBezTo>
                  <a:lnTo>
                    <a:pt x="1523" y="2378"/>
                  </a:lnTo>
                  <a:cubicBezTo>
                    <a:pt x="1524" y="2380"/>
                    <a:pt x="1525" y="2382"/>
                    <a:pt x="1526" y="2384"/>
                  </a:cubicBezTo>
                  <a:lnTo>
                    <a:pt x="1526" y="2384"/>
                  </a:lnTo>
                  <a:cubicBezTo>
                    <a:pt x="1526" y="2384"/>
                    <a:pt x="1527" y="2384"/>
                    <a:pt x="1528" y="2383"/>
                  </a:cubicBezTo>
                  <a:lnTo>
                    <a:pt x="1528" y="2383"/>
                  </a:lnTo>
                  <a:cubicBezTo>
                    <a:pt x="1530" y="2387"/>
                    <a:pt x="1533" y="2391"/>
                    <a:pt x="1531" y="2391"/>
                  </a:cubicBezTo>
                  <a:cubicBezTo>
                    <a:pt x="1531" y="2391"/>
                    <a:pt x="1531" y="2391"/>
                    <a:pt x="1531" y="2391"/>
                  </a:cubicBezTo>
                  <a:cubicBezTo>
                    <a:pt x="1529" y="2391"/>
                    <a:pt x="1527" y="2388"/>
                    <a:pt x="1526" y="2384"/>
                  </a:cubicBezTo>
                  <a:lnTo>
                    <a:pt x="1526" y="2384"/>
                  </a:lnTo>
                  <a:cubicBezTo>
                    <a:pt x="1525" y="2384"/>
                    <a:pt x="1524" y="2384"/>
                    <a:pt x="1524" y="2385"/>
                  </a:cubicBezTo>
                  <a:lnTo>
                    <a:pt x="1524" y="2385"/>
                  </a:lnTo>
                  <a:cubicBezTo>
                    <a:pt x="1523" y="2383"/>
                    <a:pt x="1523" y="2381"/>
                    <a:pt x="1523" y="2379"/>
                  </a:cubicBezTo>
                  <a:lnTo>
                    <a:pt x="1523" y="2379"/>
                  </a:lnTo>
                  <a:cubicBezTo>
                    <a:pt x="1520" y="2382"/>
                    <a:pt x="1517" y="2384"/>
                    <a:pt x="1518" y="2387"/>
                  </a:cubicBezTo>
                  <a:lnTo>
                    <a:pt x="1518" y="2387"/>
                  </a:lnTo>
                  <a:cubicBezTo>
                    <a:pt x="1518" y="2386"/>
                    <a:pt x="1520" y="2385"/>
                    <a:pt x="1524" y="2385"/>
                  </a:cubicBezTo>
                  <a:lnTo>
                    <a:pt x="1524" y="2385"/>
                  </a:lnTo>
                  <a:cubicBezTo>
                    <a:pt x="1526" y="2393"/>
                    <a:pt x="1529" y="2402"/>
                    <a:pt x="1531" y="2413"/>
                  </a:cubicBezTo>
                  <a:cubicBezTo>
                    <a:pt x="1518" y="2386"/>
                    <a:pt x="1495" y="2377"/>
                    <a:pt x="1470" y="2368"/>
                  </a:cubicBezTo>
                  <a:lnTo>
                    <a:pt x="1470" y="2368"/>
                  </a:lnTo>
                  <a:cubicBezTo>
                    <a:pt x="1481" y="2374"/>
                    <a:pt x="1506" y="2390"/>
                    <a:pt x="1508" y="2406"/>
                  </a:cubicBezTo>
                  <a:cubicBezTo>
                    <a:pt x="1500" y="2394"/>
                    <a:pt x="1492" y="2393"/>
                    <a:pt x="1479" y="2390"/>
                  </a:cubicBezTo>
                  <a:lnTo>
                    <a:pt x="1479" y="2390"/>
                  </a:lnTo>
                  <a:cubicBezTo>
                    <a:pt x="1492" y="2393"/>
                    <a:pt x="1499" y="2406"/>
                    <a:pt x="1506" y="2416"/>
                  </a:cubicBezTo>
                  <a:cubicBezTo>
                    <a:pt x="1496" y="2409"/>
                    <a:pt x="1489" y="2405"/>
                    <a:pt x="1474" y="2402"/>
                  </a:cubicBezTo>
                  <a:lnTo>
                    <a:pt x="1474" y="2402"/>
                  </a:lnTo>
                  <a:cubicBezTo>
                    <a:pt x="1478" y="2405"/>
                    <a:pt x="1483" y="2410"/>
                    <a:pt x="1487" y="2414"/>
                  </a:cubicBezTo>
                  <a:lnTo>
                    <a:pt x="1487" y="2414"/>
                  </a:lnTo>
                  <a:cubicBezTo>
                    <a:pt x="1484" y="2412"/>
                    <a:pt x="1480" y="2411"/>
                    <a:pt x="1477" y="2410"/>
                  </a:cubicBezTo>
                  <a:lnTo>
                    <a:pt x="1477" y="2410"/>
                  </a:lnTo>
                  <a:cubicBezTo>
                    <a:pt x="1480" y="2413"/>
                    <a:pt x="1483" y="2418"/>
                    <a:pt x="1486" y="2421"/>
                  </a:cubicBezTo>
                  <a:cubicBezTo>
                    <a:pt x="1492" y="2427"/>
                    <a:pt x="1493" y="2430"/>
                    <a:pt x="1493" y="2430"/>
                  </a:cubicBezTo>
                  <a:cubicBezTo>
                    <a:pt x="1491" y="2430"/>
                    <a:pt x="1477" y="2418"/>
                    <a:pt x="1470" y="2415"/>
                  </a:cubicBezTo>
                  <a:lnTo>
                    <a:pt x="1470" y="2415"/>
                  </a:lnTo>
                  <a:cubicBezTo>
                    <a:pt x="1474" y="2420"/>
                    <a:pt x="1478" y="2427"/>
                    <a:pt x="1483" y="2432"/>
                  </a:cubicBezTo>
                  <a:lnTo>
                    <a:pt x="1483" y="2432"/>
                  </a:lnTo>
                  <a:cubicBezTo>
                    <a:pt x="1478" y="2428"/>
                    <a:pt x="1472" y="2423"/>
                    <a:pt x="1468" y="2423"/>
                  </a:cubicBezTo>
                  <a:cubicBezTo>
                    <a:pt x="1468" y="2423"/>
                    <a:pt x="1467" y="2423"/>
                    <a:pt x="1467" y="2423"/>
                  </a:cubicBezTo>
                  <a:cubicBezTo>
                    <a:pt x="1465" y="2423"/>
                    <a:pt x="1477" y="2439"/>
                    <a:pt x="1479" y="2441"/>
                  </a:cubicBezTo>
                  <a:cubicBezTo>
                    <a:pt x="1474" y="2437"/>
                    <a:pt x="1468" y="2432"/>
                    <a:pt x="1463" y="2431"/>
                  </a:cubicBezTo>
                  <a:lnTo>
                    <a:pt x="1463" y="2431"/>
                  </a:lnTo>
                  <a:cubicBezTo>
                    <a:pt x="1464" y="2432"/>
                    <a:pt x="1476" y="2451"/>
                    <a:pt x="1474" y="2451"/>
                  </a:cubicBezTo>
                  <a:cubicBezTo>
                    <a:pt x="1474" y="2451"/>
                    <a:pt x="1474" y="2451"/>
                    <a:pt x="1474" y="2451"/>
                  </a:cubicBezTo>
                  <a:cubicBezTo>
                    <a:pt x="1473" y="2451"/>
                    <a:pt x="1470" y="2448"/>
                    <a:pt x="1468" y="2448"/>
                  </a:cubicBezTo>
                  <a:cubicBezTo>
                    <a:pt x="1463" y="2444"/>
                    <a:pt x="1457" y="2442"/>
                    <a:pt x="1448" y="2441"/>
                  </a:cubicBezTo>
                  <a:lnTo>
                    <a:pt x="1448" y="2441"/>
                  </a:lnTo>
                  <a:cubicBezTo>
                    <a:pt x="1454" y="2444"/>
                    <a:pt x="1465" y="2456"/>
                    <a:pt x="1468" y="2461"/>
                  </a:cubicBezTo>
                  <a:cubicBezTo>
                    <a:pt x="1470" y="2464"/>
                    <a:pt x="1471" y="2470"/>
                    <a:pt x="1472" y="2471"/>
                  </a:cubicBezTo>
                  <a:lnTo>
                    <a:pt x="1472" y="2471"/>
                  </a:lnTo>
                  <a:cubicBezTo>
                    <a:pt x="1458" y="2463"/>
                    <a:pt x="1443" y="2463"/>
                    <a:pt x="1428" y="2458"/>
                  </a:cubicBezTo>
                  <a:lnTo>
                    <a:pt x="1428" y="2458"/>
                  </a:lnTo>
                  <a:cubicBezTo>
                    <a:pt x="1435" y="2464"/>
                    <a:pt x="1448" y="2470"/>
                    <a:pt x="1454" y="2477"/>
                  </a:cubicBezTo>
                  <a:cubicBezTo>
                    <a:pt x="1446" y="2476"/>
                    <a:pt x="1440" y="2473"/>
                    <a:pt x="1432" y="2473"/>
                  </a:cubicBezTo>
                  <a:cubicBezTo>
                    <a:pt x="1430" y="2473"/>
                    <a:pt x="1429" y="2473"/>
                    <a:pt x="1428" y="2473"/>
                  </a:cubicBezTo>
                  <a:cubicBezTo>
                    <a:pt x="1435" y="2477"/>
                    <a:pt x="1441" y="2482"/>
                    <a:pt x="1448" y="2486"/>
                  </a:cubicBezTo>
                  <a:cubicBezTo>
                    <a:pt x="1440" y="2485"/>
                    <a:pt x="1433" y="2481"/>
                    <a:pt x="1425" y="2481"/>
                  </a:cubicBezTo>
                  <a:cubicBezTo>
                    <a:pt x="1423" y="2481"/>
                    <a:pt x="1422" y="2482"/>
                    <a:pt x="1420" y="2482"/>
                  </a:cubicBezTo>
                  <a:cubicBezTo>
                    <a:pt x="1428" y="2484"/>
                    <a:pt x="1439" y="2494"/>
                    <a:pt x="1449" y="2494"/>
                  </a:cubicBezTo>
                  <a:cubicBezTo>
                    <a:pt x="1449" y="2494"/>
                    <a:pt x="1449" y="2494"/>
                    <a:pt x="1450" y="2493"/>
                  </a:cubicBezTo>
                  <a:lnTo>
                    <a:pt x="1450" y="2493"/>
                  </a:lnTo>
                  <a:cubicBezTo>
                    <a:pt x="1447" y="2494"/>
                    <a:pt x="1445" y="2494"/>
                    <a:pt x="1442" y="2494"/>
                  </a:cubicBezTo>
                  <a:cubicBezTo>
                    <a:pt x="1434" y="2494"/>
                    <a:pt x="1425" y="2493"/>
                    <a:pt x="1417" y="2493"/>
                  </a:cubicBezTo>
                  <a:cubicBezTo>
                    <a:pt x="1413" y="2493"/>
                    <a:pt x="1410" y="2493"/>
                    <a:pt x="1407" y="2493"/>
                  </a:cubicBezTo>
                  <a:cubicBezTo>
                    <a:pt x="1415" y="2496"/>
                    <a:pt x="1426" y="2499"/>
                    <a:pt x="1436" y="2499"/>
                  </a:cubicBezTo>
                  <a:cubicBezTo>
                    <a:pt x="1437" y="2499"/>
                    <a:pt x="1439" y="2499"/>
                    <a:pt x="1441" y="2499"/>
                  </a:cubicBezTo>
                  <a:lnTo>
                    <a:pt x="1441" y="2499"/>
                  </a:lnTo>
                  <a:cubicBezTo>
                    <a:pt x="1431" y="2501"/>
                    <a:pt x="1419" y="2499"/>
                    <a:pt x="1409" y="2504"/>
                  </a:cubicBezTo>
                  <a:cubicBezTo>
                    <a:pt x="1419" y="2505"/>
                    <a:pt x="1447" y="2513"/>
                    <a:pt x="1432" y="2513"/>
                  </a:cubicBezTo>
                  <a:cubicBezTo>
                    <a:pt x="1430" y="2513"/>
                    <a:pt x="1427" y="2513"/>
                    <a:pt x="1423" y="2512"/>
                  </a:cubicBezTo>
                  <a:lnTo>
                    <a:pt x="1416" y="2512"/>
                  </a:lnTo>
                  <a:cubicBezTo>
                    <a:pt x="1422" y="2513"/>
                    <a:pt x="1429" y="2517"/>
                    <a:pt x="1433" y="2518"/>
                  </a:cubicBezTo>
                  <a:cubicBezTo>
                    <a:pt x="1430" y="2518"/>
                    <a:pt x="1427" y="2517"/>
                    <a:pt x="1423" y="2517"/>
                  </a:cubicBezTo>
                  <a:cubicBezTo>
                    <a:pt x="1418" y="2517"/>
                    <a:pt x="1412" y="2518"/>
                    <a:pt x="1406" y="2520"/>
                  </a:cubicBezTo>
                  <a:cubicBezTo>
                    <a:pt x="1414" y="2521"/>
                    <a:pt x="1423" y="2523"/>
                    <a:pt x="1432" y="2524"/>
                  </a:cubicBezTo>
                  <a:cubicBezTo>
                    <a:pt x="1426" y="2525"/>
                    <a:pt x="1419" y="2525"/>
                    <a:pt x="1413" y="2527"/>
                  </a:cubicBezTo>
                  <a:cubicBezTo>
                    <a:pt x="1419" y="2528"/>
                    <a:pt x="1425" y="2528"/>
                    <a:pt x="1429" y="2531"/>
                  </a:cubicBezTo>
                  <a:cubicBezTo>
                    <a:pt x="1425" y="2531"/>
                    <a:pt x="1419" y="2531"/>
                    <a:pt x="1414" y="2533"/>
                  </a:cubicBezTo>
                  <a:cubicBezTo>
                    <a:pt x="1423" y="2540"/>
                    <a:pt x="1428" y="2539"/>
                    <a:pt x="1410" y="2540"/>
                  </a:cubicBezTo>
                  <a:cubicBezTo>
                    <a:pt x="1416" y="2543"/>
                    <a:pt x="1420" y="2543"/>
                    <a:pt x="1425" y="2546"/>
                  </a:cubicBezTo>
                  <a:cubicBezTo>
                    <a:pt x="1410" y="2547"/>
                    <a:pt x="1406" y="2547"/>
                    <a:pt x="1422" y="2552"/>
                  </a:cubicBezTo>
                  <a:cubicBezTo>
                    <a:pt x="1431" y="2553"/>
                    <a:pt x="1413" y="2555"/>
                    <a:pt x="1410" y="2556"/>
                  </a:cubicBezTo>
                  <a:cubicBezTo>
                    <a:pt x="1420" y="2560"/>
                    <a:pt x="1425" y="2562"/>
                    <a:pt x="1410" y="2566"/>
                  </a:cubicBezTo>
                  <a:cubicBezTo>
                    <a:pt x="1414" y="2568"/>
                    <a:pt x="1419" y="2568"/>
                    <a:pt x="1420" y="2569"/>
                  </a:cubicBezTo>
                  <a:cubicBezTo>
                    <a:pt x="1417" y="2571"/>
                    <a:pt x="1414" y="2571"/>
                    <a:pt x="1410" y="2571"/>
                  </a:cubicBezTo>
                  <a:cubicBezTo>
                    <a:pt x="1413" y="2572"/>
                    <a:pt x="1420" y="2573"/>
                    <a:pt x="1422" y="2576"/>
                  </a:cubicBezTo>
                  <a:cubicBezTo>
                    <a:pt x="1423" y="2579"/>
                    <a:pt x="1407" y="2578"/>
                    <a:pt x="1417" y="2582"/>
                  </a:cubicBezTo>
                  <a:lnTo>
                    <a:pt x="1412" y="2582"/>
                  </a:lnTo>
                  <a:cubicBezTo>
                    <a:pt x="1413" y="2584"/>
                    <a:pt x="1417" y="2588"/>
                    <a:pt x="1416" y="2588"/>
                  </a:cubicBezTo>
                  <a:cubicBezTo>
                    <a:pt x="1412" y="2591"/>
                    <a:pt x="1406" y="2592"/>
                    <a:pt x="1409" y="2598"/>
                  </a:cubicBezTo>
                  <a:cubicBezTo>
                    <a:pt x="1410" y="2600"/>
                    <a:pt x="1413" y="2603"/>
                    <a:pt x="1412" y="2604"/>
                  </a:cubicBezTo>
                  <a:cubicBezTo>
                    <a:pt x="1412" y="2607"/>
                    <a:pt x="1404" y="2604"/>
                    <a:pt x="1410" y="2608"/>
                  </a:cubicBezTo>
                  <a:cubicBezTo>
                    <a:pt x="1407" y="2613"/>
                    <a:pt x="1404" y="2611"/>
                    <a:pt x="1409" y="2617"/>
                  </a:cubicBezTo>
                  <a:cubicBezTo>
                    <a:pt x="1401" y="2649"/>
                    <a:pt x="1382" y="2740"/>
                    <a:pt x="1387" y="2777"/>
                  </a:cubicBezTo>
                  <a:cubicBezTo>
                    <a:pt x="1391" y="2815"/>
                    <a:pt x="1410" y="2871"/>
                    <a:pt x="1413" y="2871"/>
                  </a:cubicBezTo>
                  <a:cubicBezTo>
                    <a:pt x="1416" y="2871"/>
                    <a:pt x="1403" y="2882"/>
                    <a:pt x="1397" y="2888"/>
                  </a:cubicBezTo>
                  <a:cubicBezTo>
                    <a:pt x="1381" y="2898"/>
                    <a:pt x="1349" y="2920"/>
                    <a:pt x="1374" y="2974"/>
                  </a:cubicBezTo>
                  <a:cubicBezTo>
                    <a:pt x="1398" y="3028"/>
                    <a:pt x="1410" y="3037"/>
                    <a:pt x="1420" y="3044"/>
                  </a:cubicBezTo>
                  <a:cubicBezTo>
                    <a:pt x="1425" y="3048"/>
                    <a:pt x="1432" y="3049"/>
                    <a:pt x="1437" y="3049"/>
                  </a:cubicBezTo>
                  <a:cubicBezTo>
                    <a:pt x="1442" y="3049"/>
                    <a:pt x="1446" y="3048"/>
                    <a:pt x="1447" y="3048"/>
                  </a:cubicBezTo>
                  <a:cubicBezTo>
                    <a:pt x="1452" y="3047"/>
                    <a:pt x="1464" y="3045"/>
                    <a:pt x="1467" y="3045"/>
                  </a:cubicBezTo>
                  <a:cubicBezTo>
                    <a:pt x="1470" y="3044"/>
                    <a:pt x="1476" y="3044"/>
                    <a:pt x="1479" y="3044"/>
                  </a:cubicBezTo>
                  <a:cubicBezTo>
                    <a:pt x="1481" y="3051"/>
                    <a:pt x="1486" y="3066"/>
                    <a:pt x="1492" y="3078"/>
                  </a:cubicBezTo>
                  <a:cubicBezTo>
                    <a:pt x="1496" y="3088"/>
                    <a:pt x="1502" y="3096"/>
                    <a:pt x="1505" y="3101"/>
                  </a:cubicBezTo>
                  <a:cubicBezTo>
                    <a:pt x="1511" y="3124"/>
                    <a:pt x="1522" y="3172"/>
                    <a:pt x="1531" y="3214"/>
                  </a:cubicBezTo>
                  <a:cubicBezTo>
                    <a:pt x="1541" y="3255"/>
                    <a:pt x="1567" y="3350"/>
                    <a:pt x="1579" y="3389"/>
                  </a:cubicBezTo>
                  <a:cubicBezTo>
                    <a:pt x="1588" y="3420"/>
                    <a:pt x="1595" y="3431"/>
                    <a:pt x="1599" y="3439"/>
                  </a:cubicBezTo>
                  <a:lnTo>
                    <a:pt x="1599" y="3439"/>
                  </a:lnTo>
                  <a:lnTo>
                    <a:pt x="1598" y="3449"/>
                  </a:lnTo>
                  <a:cubicBezTo>
                    <a:pt x="1586" y="3455"/>
                    <a:pt x="1562" y="3472"/>
                    <a:pt x="1553" y="3484"/>
                  </a:cubicBezTo>
                  <a:cubicBezTo>
                    <a:pt x="1544" y="3497"/>
                    <a:pt x="1538" y="3529"/>
                    <a:pt x="1522" y="3539"/>
                  </a:cubicBezTo>
                  <a:cubicBezTo>
                    <a:pt x="1505" y="3549"/>
                    <a:pt x="1486" y="3554"/>
                    <a:pt x="1471" y="3555"/>
                  </a:cubicBezTo>
                  <a:cubicBezTo>
                    <a:pt x="1457" y="3557"/>
                    <a:pt x="1454" y="3564"/>
                    <a:pt x="1433" y="3577"/>
                  </a:cubicBezTo>
                  <a:cubicBezTo>
                    <a:pt x="1412" y="3592"/>
                    <a:pt x="1355" y="3580"/>
                    <a:pt x="1327" y="3600"/>
                  </a:cubicBezTo>
                  <a:cubicBezTo>
                    <a:pt x="1298" y="3621"/>
                    <a:pt x="1304" y="3622"/>
                    <a:pt x="1273" y="3624"/>
                  </a:cubicBezTo>
                  <a:cubicBezTo>
                    <a:pt x="1243" y="3624"/>
                    <a:pt x="1228" y="3627"/>
                    <a:pt x="1221" y="3627"/>
                  </a:cubicBezTo>
                  <a:cubicBezTo>
                    <a:pt x="1219" y="3631"/>
                    <a:pt x="1218" y="3635"/>
                    <a:pt x="1216" y="3640"/>
                  </a:cubicBezTo>
                  <a:cubicBezTo>
                    <a:pt x="1211" y="3638"/>
                    <a:pt x="1204" y="3638"/>
                    <a:pt x="1197" y="3638"/>
                  </a:cubicBezTo>
                  <a:cubicBezTo>
                    <a:pt x="1182" y="3638"/>
                    <a:pt x="1164" y="3641"/>
                    <a:pt x="1142" y="3646"/>
                  </a:cubicBezTo>
                  <a:cubicBezTo>
                    <a:pt x="1114" y="3660"/>
                    <a:pt x="1059" y="3688"/>
                    <a:pt x="1021" y="3737"/>
                  </a:cubicBezTo>
                  <a:cubicBezTo>
                    <a:pt x="983" y="3785"/>
                    <a:pt x="916" y="3876"/>
                    <a:pt x="894" y="3914"/>
                  </a:cubicBezTo>
                  <a:cubicBezTo>
                    <a:pt x="873" y="3953"/>
                    <a:pt x="829" y="3988"/>
                    <a:pt x="763" y="4042"/>
                  </a:cubicBezTo>
                  <a:cubicBezTo>
                    <a:pt x="696" y="4097"/>
                    <a:pt x="606" y="4161"/>
                    <a:pt x="593" y="4173"/>
                  </a:cubicBezTo>
                  <a:cubicBezTo>
                    <a:pt x="580" y="4185"/>
                    <a:pt x="514" y="4224"/>
                    <a:pt x="506" y="4227"/>
                  </a:cubicBezTo>
                  <a:cubicBezTo>
                    <a:pt x="500" y="4230"/>
                    <a:pt x="476" y="4246"/>
                    <a:pt x="457" y="4260"/>
                  </a:cubicBezTo>
                  <a:cubicBezTo>
                    <a:pt x="469" y="4233"/>
                    <a:pt x="478" y="4206"/>
                    <a:pt x="479" y="4192"/>
                  </a:cubicBezTo>
                  <a:cubicBezTo>
                    <a:pt x="484" y="4167"/>
                    <a:pt x="500" y="4126"/>
                    <a:pt x="508" y="4115"/>
                  </a:cubicBezTo>
                  <a:cubicBezTo>
                    <a:pt x="517" y="4103"/>
                    <a:pt x="516" y="4087"/>
                    <a:pt x="514" y="4087"/>
                  </a:cubicBezTo>
                  <a:lnTo>
                    <a:pt x="497" y="4075"/>
                  </a:lnTo>
                  <a:lnTo>
                    <a:pt x="476" y="4077"/>
                  </a:lnTo>
                  <a:cubicBezTo>
                    <a:pt x="459" y="4091"/>
                    <a:pt x="452" y="4078"/>
                    <a:pt x="425" y="4122"/>
                  </a:cubicBezTo>
                  <a:cubicBezTo>
                    <a:pt x="399" y="4166"/>
                    <a:pt x="385" y="4188"/>
                    <a:pt x="379" y="4198"/>
                  </a:cubicBezTo>
                  <a:cubicBezTo>
                    <a:pt x="373" y="4190"/>
                    <a:pt x="361" y="4177"/>
                    <a:pt x="351" y="4158"/>
                  </a:cubicBezTo>
                  <a:cubicBezTo>
                    <a:pt x="341" y="4138"/>
                    <a:pt x="334" y="4106"/>
                    <a:pt x="339" y="4097"/>
                  </a:cubicBezTo>
                  <a:cubicBezTo>
                    <a:pt x="344" y="4088"/>
                    <a:pt x="360" y="4061"/>
                    <a:pt x="364" y="4049"/>
                  </a:cubicBezTo>
                  <a:cubicBezTo>
                    <a:pt x="370" y="4039"/>
                    <a:pt x="415" y="4000"/>
                    <a:pt x="399" y="3992"/>
                  </a:cubicBezTo>
                  <a:cubicBezTo>
                    <a:pt x="390" y="3989"/>
                    <a:pt x="387" y="3983"/>
                    <a:pt x="379" y="3983"/>
                  </a:cubicBezTo>
                  <a:cubicBezTo>
                    <a:pt x="373" y="3983"/>
                    <a:pt x="365" y="3986"/>
                    <a:pt x="351" y="3994"/>
                  </a:cubicBezTo>
                  <a:cubicBezTo>
                    <a:pt x="316" y="4014"/>
                    <a:pt x="280" y="4035"/>
                    <a:pt x="272" y="4059"/>
                  </a:cubicBezTo>
                  <a:cubicBezTo>
                    <a:pt x="264" y="4086"/>
                    <a:pt x="252" y="4094"/>
                    <a:pt x="245" y="4099"/>
                  </a:cubicBezTo>
                  <a:cubicBezTo>
                    <a:pt x="243" y="4090"/>
                    <a:pt x="237" y="4070"/>
                    <a:pt x="249" y="4049"/>
                  </a:cubicBezTo>
                  <a:cubicBezTo>
                    <a:pt x="258" y="4030"/>
                    <a:pt x="267" y="4021"/>
                    <a:pt x="265" y="4020"/>
                  </a:cubicBezTo>
                  <a:cubicBezTo>
                    <a:pt x="265" y="4010"/>
                    <a:pt x="265" y="3992"/>
                    <a:pt x="252" y="3992"/>
                  </a:cubicBezTo>
                  <a:cubicBezTo>
                    <a:pt x="252" y="3992"/>
                    <a:pt x="251" y="3992"/>
                    <a:pt x="251" y="3992"/>
                  </a:cubicBezTo>
                  <a:cubicBezTo>
                    <a:pt x="236" y="3994"/>
                    <a:pt x="205" y="4005"/>
                    <a:pt x="203" y="4007"/>
                  </a:cubicBezTo>
                  <a:cubicBezTo>
                    <a:pt x="197" y="4007"/>
                    <a:pt x="185" y="4007"/>
                    <a:pt x="178" y="4014"/>
                  </a:cubicBezTo>
                  <a:cubicBezTo>
                    <a:pt x="169" y="4021"/>
                    <a:pt x="152" y="4048"/>
                    <a:pt x="150" y="4052"/>
                  </a:cubicBezTo>
                  <a:cubicBezTo>
                    <a:pt x="149" y="4056"/>
                    <a:pt x="128" y="4061"/>
                    <a:pt x="127" y="4061"/>
                  </a:cubicBezTo>
                  <a:cubicBezTo>
                    <a:pt x="115" y="4062"/>
                    <a:pt x="90" y="4067"/>
                    <a:pt x="87" y="4080"/>
                  </a:cubicBezTo>
                  <a:cubicBezTo>
                    <a:pt x="86" y="4091"/>
                    <a:pt x="101" y="4134"/>
                    <a:pt x="89" y="4163"/>
                  </a:cubicBezTo>
                  <a:cubicBezTo>
                    <a:pt x="77" y="4193"/>
                    <a:pt x="71" y="4209"/>
                    <a:pt x="54" y="4228"/>
                  </a:cubicBezTo>
                  <a:cubicBezTo>
                    <a:pt x="38" y="4246"/>
                    <a:pt x="20" y="4269"/>
                    <a:pt x="15" y="4288"/>
                  </a:cubicBezTo>
                  <a:cubicBezTo>
                    <a:pt x="7" y="4307"/>
                    <a:pt x="0" y="4332"/>
                    <a:pt x="13" y="4343"/>
                  </a:cubicBezTo>
                  <a:cubicBezTo>
                    <a:pt x="28" y="4354"/>
                    <a:pt x="29" y="4352"/>
                    <a:pt x="39" y="4373"/>
                  </a:cubicBezTo>
                  <a:cubicBezTo>
                    <a:pt x="50" y="4394"/>
                    <a:pt x="41" y="4426"/>
                    <a:pt x="63" y="4444"/>
                  </a:cubicBezTo>
                  <a:cubicBezTo>
                    <a:pt x="82" y="4459"/>
                    <a:pt x="78" y="4481"/>
                    <a:pt x="102" y="4481"/>
                  </a:cubicBezTo>
                  <a:cubicBezTo>
                    <a:pt x="106" y="4481"/>
                    <a:pt x="111" y="4480"/>
                    <a:pt x="117" y="4479"/>
                  </a:cubicBezTo>
                  <a:cubicBezTo>
                    <a:pt x="165" y="4536"/>
                    <a:pt x="236" y="4608"/>
                    <a:pt x="300" y="4617"/>
                  </a:cubicBezTo>
                  <a:cubicBezTo>
                    <a:pt x="346" y="4623"/>
                    <a:pt x="417" y="4630"/>
                    <a:pt x="478" y="4630"/>
                  </a:cubicBezTo>
                  <a:cubicBezTo>
                    <a:pt x="520" y="4630"/>
                    <a:pt x="557" y="4627"/>
                    <a:pt x="577" y="4617"/>
                  </a:cubicBezTo>
                  <a:cubicBezTo>
                    <a:pt x="625" y="4592"/>
                    <a:pt x="628" y="4565"/>
                    <a:pt x="676" y="4549"/>
                  </a:cubicBezTo>
                  <a:cubicBezTo>
                    <a:pt x="724" y="4534"/>
                    <a:pt x="819" y="4464"/>
                    <a:pt x="910" y="4409"/>
                  </a:cubicBezTo>
                  <a:cubicBezTo>
                    <a:pt x="1004" y="4355"/>
                    <a:pt x="1079" y="4256"/>
                    <a:pt x="1106" y="4225"/>
                  </a:cubicBezTo>
                  <a:cubicBezTo>
                    <a:pt x="1133" y="4193"/>
                    <a:pt x="1171" y="4167"/>
                    <a:pt x="1177" y="4160"/>
                  </a:cubicBezTo>
                  <a:cubicBezTo>
                    <a:pt x="1183" y="4154"/>
                    <a:pt x="1215" y="4134"/>
                    <a:pt x="1231" y="4123"/>
                  </a:cubicBezTo>
                  <a:lnTo>
                    <a:pt x="1240" y="4118"/>
                  </a:lnTo>
                  <a:cubicBezTo>
                    <a:pt x="1286" y="4186"/>
                    <a:pt x="1266" y="4176"/>
                    <a:pt x="1288" y="4212"/>
                  </a:cubicBezTo>
                  <a:cubicBezTo>
                    <a:pt x="1311" y="4252"/>
                    <a:pt x="1308" y="4275"/>
                    <a:pt x="1305" y="4294"/>
                  </a:cubicBezTo>
                  <a:cubicBezTo>
                    <a:pt x="1304" y="4314"/>
                    <a:pt x="1305" y="4365"/>
                    <a:pt x="1323" y="4407"/>
                  </a:cubicBezTo>
                  <a:cubicBezTo>
                    <a:pt x="1340" y="4448"/>
                    <a:pt x="1343" y="4457"/>
                    <a:pt x="1350" y="4508"/>
                  </a:cubicBezTo>
                  <a:cubicBezTo>
                    <a:pt x="1359" y="4559"/>
                    <a:pt x="1365" y="4582"/>
                    <a:pt x="1384" y="4625"/>
                  </a:cubicBezTo>
                  <a:cubicBezTo>
                    <a:pt x="1403" y="4665"/>
                    <a:pt x="1413" y="4696"/>
                    <a:pt x="1414" y="4718"/>
                  </a:cubicBezTo>
                  <a:cubicBezTo>
                    <a:pt x="1417" y="4740"/>
                    <a:pt x="1404" y="4802"/>
                    <a:pt x="1412" y="4898"/>
                  </a:cubicBezTo>
                  <a:cubicBezTo>
                    <a:pt x="1420" y="4995"/>
                    <a:pt x="1426" y="5142"/>
                    <a:pt x="1423" y="5194"/>
                  </a:cubicBezTo>
                  <a:cubicBezTo>
                    <a:pt x="1420" y="5248"/>
                    <a:pt x="1406" y="5292"/>
                    <a:pt x="1428" y="5359"/>
                  </a:cubicBezTo>
                  <a:cubicBezTo>
                    <a:pt x="1449" y="5427"/>
                    <a:pt x="1473" y="5433"/>
                    <a:pt x="1493" y="5475"/>
                  </a:cubicBezTo>
                  <a:cubicBezTo>
                    <a:pt x="1498" y="5487"/>
                    <a:pt x="1503" y="5497"/>
                    <a:pt x="1508" y="5506"/>
                  </a:cubicBezTo>
                  <a:cubicBezTo>
                    <a:pt x="1519" y="5532"/>
                    <a:pt x="1530" y="5554"/>
                    <a:pt x="1549" y="5558"/>
                  </a:cubicBezTo>
                  <a:cubicBezTo>
                    <a:pt x="1573" y="5566"/>
                    <a:pt x="1597" y="5557"/>
                    <a:pt x="1597" y="5573"/>
                  </a:cubicBezTo>
                  <a:cubicBezTo>
                    <a:pt x="1595" y="5589"/>
                    <a:pt x="1616" y="5596"/>
                    <a:pt x="1639" y="5599"/>
                  </a:cubicBezTo>
                  <a:cubicBezTo>
                    <a:pt x="1664" y="5601"/>
                    <a:pt x="1569" y="5638"/>
                    <a:pt x="1642" y="5640"/>
                  </a:cubicBezTo>
                  <a:cubicBezTo>
                    <a:pt x="1645" y="5640"/>
                    <a:pt x="1649" y="5640"/>
                    <a:pt x="1653" y="5640"/>
                  </a:cubicBezTo>
                  <a:cubicBezTo>
                    <a:pt x="1682" y="5640"/>
                    <a:pt x="1701" y="5635"/>
                    <a:pt x="1710" y="5635"/>
                  </a:cubicBezTo>
                  <a:cubicBezTo>
                    <a:pt x="1720" y="5635"/>
                    <a:pt x="1716" y="5642"/>
                    <a:pt x="1697" y="5669"/>
                  </a:cubicBezTo>
                  <a:cubicBezTo>
                    <a:pt x="1661" y="5723"/>
                    <a:pt x="1646" y="5768"/>
                    <a:pt x="1643" y="5783"/>
                  </a:cubicBezTo>
                  <a:cubicBezTo>
                    <a:pt x="1639" y="5796"/>
                    <a:pt x="1594" y="5826"/>
                    <a:pt x="1605" y="5895"/>
                  </a:cubicBezTo>
                  <a:cubicBezTo>
                    <a:pt x="1617" y="5962"/>
                    <a:pt x="1610" y="6008"/>
                    <a:pt x="1626" y="6081"/>
                  </a:cubicBezTo>
                  <a:cubicBezTo>
                    <a:pt x="1643" y="6153"/>
                    <a:pt x="1645" y="6231"/>
                    <a:pt x="1643" y="6236"/>
                  </a:cubicBezTo>
                  <a:cubicBezTo>
                    <a:pt x="1643" y="6241"/>
                    <a:pt x="1639" y="6403"/>
                    <a:pt x="1636" y="6428"/>
                  </a:cubicBezTo>
                  <a:cubicBezTo>
                    <a:pt x="1633" y="6453"/>
                    <a:pt x="1632" y="6463"/>
                    <a:pt x="1632" y="6467"/>
                  </a:cubicBezTo>
                  <a:cubicBezTo>
                    <a:pt x="1633" y="6464"/>
                    <a:pt x="1634" y="6461"/>
                    <a:pt x="1636" y="6458"/>
                  </a:cubicBezTo>
                  <a:lnTo>
                    <a:pt x="1636" y="6458"/>
                  </a:lnTo>
                  <a:cubicBezTo>
                    <a:pt x="1627" y="6502"/>
                    <a:pt x="1621" y="6547"/>
                    <a:pt x="1607" y="6587"/>
                  </a:cubicBezTo>
                  <a:cubicBezTo>
                    <a:pt x="1601" y="6600"/>
                    <a:pt x="1602" y="6616"/>
                    <a:pt x="1608" y="6632"/>
                  </a:cubicBezTo>
                  <a:cubicBezTo>
                    <a:pt x="1604" y="6708"/>
                    <a:pt x="1597" y="6845"/>
                    <a:pt x="1607" y="6964"/>
                  </a:cubicBezTo>
                  <a:cubicBezTo>
                    <a:pt x="1610" y="6996"/>
                    <a:pt x="1614" y="7028"/>
                    <a:pt x="1617" y="7059"/>
                  </a:cubicBezTo>
                  <a:cubicBezTo>
                    <a:pt x="1621" y="7094"/>
                    <a:pt x="1626" y="7127"/>
                    <a:pt x="1629" y="7159"/>
                  </a:cubicBezTo>
                  <a:cubicBezTo>
                    <a:pt x="1636" y="7207"/>
                    <a:pt x="1642" y="7251"/>
                    <a:pt x="1643" y="7283"/>
                  </a:cubicBezTo>
                  <a:cubicBezTo>
                    <a:pt x="1648" y="7351"/>
                    <a:pt x="1664" y="7494"/>
                    <a:pt x="1678" y="7545"/>
                  </a:cubicBezTo>
                  <a:cubicBezTo>
                    <a:pt x="1694" y="7596"/>
                    <a:pt x="1712" y="7665"/>
                    <a:pt x="1715" y="7697"/>
                  </a:cubicBezTo>
                  <a:cubicBezTo>
                    <a:pt x="1716" y="7704"/>
                    <a:pt x="1716" y="7711"/>
                    <a:pt x="1717" y="7717"/>
                  </a:cubicBezTo>
                  <a:cubicBezTo>
                    <a:pt x="1719" y="7733"/>
                    <a:pt x="1722" y="7740"/>
                    <a:pt x="1722" y="7745"/>
                  </a:cubicBezTo>
                  <a:cubicBezTo>
                    <a:pt x="1726" y="7742"/>
                    <a:pt x="1731" y="7739"/>
                    <a:pt x="1734" y="7736"/>
                  </a:cubicBezTo>
                  <a:lnTo>
                    <a:pt x="1734" y="7736"/>
                  </a:lnTo>
                  <a:cubicBezTo>
                    <a:pt x="1732" y="7758"/>
                    <a:pt x="1742" y="7793"/>
                    <a:pt x="1744" y="7810"/>
                  </a:cubicBezTo>
                  <a:cubicBezTo>
                    <a:pt x="1751" y="7877"/>
                    <a:pt x="1751" y="7943"/>
                    <a:pt x="1793" y="7989"/>
                  </a:cubicBezTo>
                  <a:cubicBezTo>
                    <a:pt x="1847" y="8046"/>
                    <a:pt x="1939" y="8080"/>
                    <a:pt x="2015" y="8119"/>
                  </a:cubicBezTo>
                  <a:cubicBezTo>
                    <a:pt x="2130" y="8180"/>
                    <a:pt x="2232" y="8243"/>
                    <a:pt x="2339" y="8316"/>
                  </a:cubicBezTo>
                  <a:cubicBezTo>
                    <a:pt x="2389" y="8348"/>
                    <a:pt x="2452" y="8357"/>
                    <a:pt x="2506" y="8386"/>
                  </a:cubicBezTo>
                  <a:cubicBezTo>
                    <a:pt x="2586" y="8432"/>
                    <a:pt x="2691" y="8435"/>
                    <a:pt x="2777" y="8476"/>
                  </a:cubicBezTo>
                  <a:cubicBezTo>
                    <a:pt x="2827" y="8501"/>
                    <a:pt x="2876" y="8528"/>
                    <a:pt x="2924" y="8559"/>
                  </a:cubicBezTo>
                  <a:cubicBezTo>
                    <a:pt x="2962" y="8581"/>
                    <a:pt x="3017" y="8598"/>
                    <a:pt x="3040" y="8632"/>
                  </a:cubicBezTo>
                  <a:cubicBezTo>
                    <a:pt x="3056" y="8654"/>
                    <a:pt x="3074" y="8674"/>
                    <a:pt x="3096" y="8692"/>
                  </a:cubicBezTo>
                  <a:cubicBezTo>
                    <a:pt x="3107" y="8703"/>
                    <a:pt x="3113" y="8721"/>
                    <a:pt x="3120" y="8738"/>
                  </a:cubicBezTo>
                  <a:cubicBezTo>
                    <a:pt x="3113" y="8735"/>
                    <a:pt x="3107" y="8731"/>
                    <a:pt x="3103" y="8729"/>
                  </a:cubicBezTo>
                  <a:lnTo>
                    <a:pt x="3059" y="8792"/>
                  </a:lnTo>
                  <a:cubicBezTo>
                    <a:pt x="3049" y="8801"/>
                    <a:pt x="3030" y="8820"/>
                    <a:pt x="3069" y="8846"/>
                  </a:cubicBezTo>
                  <a:cubicBezTo>
                    <a:pt x="3101" y="8869"/>
                    <a:pt x="3103" y="8878"/>
                    <a:pt x="3133" y="8878"/>
                  </a:cubicBezTo>
                  <a:cubicBezTo>
                    <a:pt x="3140" y="8878"/>
                    <a:pt x="3147" y="8877"/>
                    <a:pt x="3157" y="8877"/>
                  </a:cubicBezTo>
                  <a:cubicBezTo>
                    <a:pt x="3163" y="8876"/>
                    <a:pt x="3170" y="8876"/>
                    <a:pt x="3176" y="8876"/>
                  </a:cubicBezTo>
                  <a:cubicBezTo>
                    <a:pt x="3218" y="8876"/>
                    <a:pt x="3255" y="8883"/>
                    <a:pt x="3265" y="8883"/>
                  </a:cubicBezTo>
                  <a:cubicBezTo>
                    <a:pt x="3266" y="8883"/>
                    <a:pt x="3267" y="8883"/>
                    <a:pt x="3267" y="8882"/>
                  </a:cubicBezTo>
                  <a:cubicBezTo>
                    <a:pt x="3273" y="8882"/>
                    <a:pt x="3339" y="8965"/>
                    <a:pt x="3375" y="9009"/>
                  </a:cubicBezTo>
                  <a:cubicBezTo>
                    <a:pt x="3404" y="9041"/>
                    <a:pt x="3470" y="9107"/>
                    <a:pt x="3509" y="9153"/>
                  </a:cubicBezTo>
                  <a:cubicBezTo>
                    <a:pt x="3508" y="9155"/>
                    <a:pt x="3505" y="9156"/>
                    <a:pt x="3505" y="9159"/>
                  </a:cubicBezTo>
                  <a:cubicBezTo>
                    <a:pt x="3500" y="9171"/>
                    <a:pt x="3511" y="9172"/>
                    <a:pt x="3525" y="9172"/>
                  </a:cubicBezTo>
                  <a:cubicBezTo>
                    <a:pt x="3530" y="9178"/>
                    <a:pt x="3534" y="9184"/>
                    <a:pt x="3537" y="9188"/>
                  </a:cubicBezTo>
                  <a:cubicBezTo>
                    <a:pt x="3560" y="9226"/>
                    <a:pt x="3715" y="9404"/>
                    <a:pt x="3748" y="9436"/>
                  </a:cubicBezTo>
                  <a:cubicBezTo>
                    <a:pt x="3766" y="9453"/>
                    <a:pt x="3786" y="9461"/>
                    <a:pt x="3807" y="9461"/>
                  </a:cubicBezTo>
                  <a:cubicBezTo>
                    <a:pt x="3826" y="9461"/>
                    <a:pt x="3846" y="9454"/>
                    <a:pt x="3869" y="9440"/>
                  </a:cubicBezTo>
                  <a:cubicBezTo>
                    <a:pt x="3916" y="9411"/>
                    <a:pt x="4000" y="9302"/>
                    <a:pt x="3942" y="9136"/>
                  </a:cubicBezTo>
                  <a:cubicBezTo>
                    <a:pt x="3885" y="8970"/>
                    <a:pt x="3889" y="8914"/>
                    <a:pt x="3834" y="8855"/>
                  </a:cubicBezTo>
                  <a:cubicBezTo>
                    <a:pt x="3780" y="8798"/>
                    <a:pt x="3745" y="8766"/>
                    <a:pt x="3722" y="8737"/>
                  </a:cubicBezTo>
                  <a:cubicBezTo>
                    <a:pt x="3700" y="8708"/>
                    <a:pt x="3694" y="8689"/>
                    <a:pt x="3693" y="8678"/>
                  </a:cubicBezTo>
                  <a:cubicBezTo>
                    <a:pt x="3691" y="8671"/>
                    <a:pt x="3668" y="8437"/>
                    <a:pt x="3632" y="8361"/>
                  </a:cubicBezTo>
                  <a:cubicBezTo>
                    <a:pt x="3595" y="8285"/>
                    <a:pt x="3533" y="8211"/>
                    <a:pt x="3474" y="8208"/>
                  </a:cubicBezTo>
                  <a:cubicBezTo>
                    <a:pt x="3473" y="8208"/>
                    <a:pt x="3472" y="8208"/>
                    <a:pt x="3471" y="8208"/>
                  </a:cubicBezTo>
                  <a:cubicBezTo>
                    <a:pt x="3411" y="8208"/>
                    <a:pt x="3299" y="8277"/>
                    <a:pt x="3266" y="8311"/>
                  </a:cubicBezTo>
                  <a:cubicBezTo>
                    <a:pt x="3241" y="8338"/>
                    <a:pt x="3228" y="8351"/>
                    <a:pt x="3219" y="8351"/>
                  </a:cubicBezTo>
                  <a:cubicBezTo>
                    <a:pt x="3215" y="8345"/>
                    <a:pt x="3211" y="8342"/>
                    <a:pt x="3206" y="8341"/>
                  </a:cubicBezTo>
                  <a:cubicBezTo>
                    <a:pt x="3204" y="8338"/>
                    <a:pt x="3201" y="8336"/>
                    <a:pt x="3198" y="8336"/>
                  </a:cubicBezTo>
                  <a:cubicBezTo>
                    <a:pt x="3192" y="8336"/>
                    <a:pt x="3186" y="8341"/>
                    <a:pt x="3177" y="8354"/>
                  </a:cubicBezTo>
                  <a:cubicBezTo>
                    <a:pt x="3171" y="8364"/>
                    <a:pt x="3170" y="8365"/>
                    <a:pt x="3174" y="8367"/>
                  </a:cubicBezTo>
                  <a:cubicBezTo>
                    <a:pt x="3168" y="8370"/>
                    <a:pt x="3163" y="8373"/>
                    <a:pt x="3157" y="8377"/>
                  </a:cubicBezTo>
                  <a:cubicBezTo>
                    <a:pt x="3119" y="8345"/>
                    <a:pt x="3069" y="8313"/>
                    <a:pt x="3046" y="8304"/>
                  </a:cubicBezTo>
                  <a:cubicBezTo>
                    <a:pt x="3004" y="8282"/>
                    <a:pt x="2967" y="8236"/>
                    <a:pt x="2937" y="8205"/>
                  </a:cubicBezTo>
                  <a:cubicBezTo>
                    <a:pt x="2846" y="8113"/>
                    <a:pt x="2759" y="8010"/>
                    <a:pt x="2675" y="7909"/>
                  </a:cubicBezTo>
                  <a:cubicBezTo>
                    <a:pt x="2596" y="7816"/>
                    <a:pt x="2497" y="7787"/>
                    <a:pt x="2376" y="7759"/>
                  </a:cubicBezTo>
                  <a:cubicBezTo>
                    <a:pt x="2341" y="7751"/>
                    <a:pt x="2331" y="7727"/>
                    <a:pt x="2302" y="7710"/>
                  </a:cubicBezTo>
                  <a:cubicBezTo>
                    <a:pt x="2271" y="7691"/>
                    <a:pt x="2270" y="7628"/>
                    <a:pt x="2267" y="7580"/>
                  </a:cubicBezTo>
                  <a:cubicBezTo>
                    <a:pt x="2373" y="7518"/>
                    <a:pt x="2565" y="7404"/>
                    <a:pt x="2632" y="7330"/>
                  </a:cubicBezTo>
                  <a:cubicBezTo>
                    <a:pt x="2701" y="7252"/>
                    <a:pt x="2784" y="7139"/>
                    <a:pt x="2798" y="7127"/>
                  </a:cubicBezTo>
                  <a:cubicBezTo>
                    <a:pt x="2798" y="7126"/>
                    <a:pt x="2800" y="7124"/>
                    <a:pt x="2801" y="7124"/>
                  </a:cubicBezTo>
                  <a:cubicBezTo>
                    <a:pt x="2809" y="7118"/>
                    <a:pt x="2827" y="7094"/>
                    <a:pt x="2842" y="7075"/>
                  </a:cubicBezTo>
                  <a:cubicBezTo>
                    <a:pt x="2861" y="7114"/>
                    <a:pt x="2881" y="7162"/>
                    <a:pt x="2886" y="7190"/>
                  </a:cubicBezTo>
                  <a:cubicBezTo>
                    <a:pt x="2892" y="7229"/>
                    <a:pt x="2909" y="7318"/>
                    <a:pt x="2909" y="7319"/>
                  </a:cubicBezTo>
                  <a:cubicBezTo>
                    <a:pt x="2938" y="7416"/>
                    <a:pt x="3010" y="7605"/>
                    <a:pt x="3020" y="7653"/>
                  </a:cubicBezTo>
                  <a:cubicBezTo>
                    <a:pt x="3021" y="7660"/>
                    <a:pt x="3037" y="7668"/>
                    <a:pt x="3037" y="7676"/>
                  </a:cubicBezTo>
                  <a:cubicBezTo>
                    <a:pt x="3037" y="7719"/>
                    <a:pt x="3066" y="7771"/>
                    <a:pt x="3130" y="7771"/>
                  </a:cubicBezTo>
                  <a:cubicBezTo>
                    <a:pt x="3136" y="7771"/>
                    <a:pt x="3143" y="7771"/>
                    <a:pt x="3149" y="7770"/>
                  </a:cubicBezTo>
                  <a:cubicBezTo>
                    <a:pt x="3241" y="7755"/>
                    <a:pt x="3365" y="7660"/>
                    <a:pt x="3393" y="7551"/>
                  </a:cubicBezTo>
                  <a:cubicBezTo>
                    <a:pt x="3422" y="7442"/>
                    <a:pt x="3454" y="7343"/>
                    <a:pt x="3445" y="7260"/>
                  </a:cubicBezTo>
                  <a:cubicBezTo>
                    <a:pt x="3436" y="7175"/>
                    <a:pt x="3416" y="7121"/>
                    <a:pt x="3406" y="7095"/>
                  </a:cubicBezTo>
                  <a:lnTo>
                    <a:pt x="3375" y="7081"/>
                  </a:lnTo>
                  <a:lnTo>
                    <a:pt x="3313" y="6930"/>
                  </a:lnTo>
                  <a:cubicBezTo>
                    <a:pt x="3314" y="6878"/>
                    <a:pt x="3315" y="6772"/>
                    <a:pt x="3301" y="6703"/>
                  </a:cubicBezTo>
                  <a:cubicBezTo>
                    <a:pt x="3288" y="6633"/>
                    <a:pt x="3257" y="6531"/>
                    <a:pt x="3174" y="6499"/>
                  </a:cubicBezTo>
                  <a:cubicBezTo>
                    <a:pt x="3091" y="6469"/>
                    <a:pt x="3056" y="6466"/>
                    <a:pt x="3039" y="6466"/>
                  </a:cubicBezTo>
                  <a:lnTo>
                    <a:pt x="2951" y="6488"/>
                  </a:lnTo>
                  <a:lnTo>
                    <a:pt x="2873" y="6517"/>
                  </a:lnTo>
                  <a:lnTo>
                    <a:pt x="2855" y="6523"/>
                  </a:lnTo>
                  <a:lnTo>
                    <a:pt x="2811" y="6531"/>
                  </a:lnTo>
                  <a:lnTo>
                    <a:pt x="2760" y="6550"/>
                  </a:lnTo>
                  <a:lnTo>
                    <a:pt x="2762" y="6552"/>
                  </a:lnTo>
                  <a:cubicBezTo>
                    <a:pt x="2744" y="6547"/>
                    <a:pt x="2728" y="6542"/>
                    <a:pt x="2715" y="6533"/>
                  </a:cubicBezTo>
                  <a:cubicBezTo>
                    <a:pt x="2701" y="6524"/>
                    <a:pt x="2686" y="6512"/>
                    <a:pt x="2670" y="6501"/>
                  </a:cubicBezTo>
                  <a:cubicBezTo>
                    <a:pt x="2672" y="6477"/>
                    <a:pt x="2675" y="6435"/>
                    <a:pt x="2692" y="6400"/>
                  </a:cubicBezTo>
                  <a:cubicBezTo>
                    <a:pt x="2709" y="6364"/>
                    <a:pt x="2794" y="6310"/>
                    <a:pt x="2860" y="6279"/>
                  </a:cubicBezTo>
                  <a:cubicBezTo>
                    <a:pt x="2924" y="6247"/>
                    <a:pt x="2932" y="6279"/>
                    <a:pt x="2976" y="6144"/>
                  </a:cubicBezTo>
                  <a:cubicBezTo>
                    <a:pt x="3021" y="6008"/>
                    <a:pt x="2978" y="5985"/>
                    <a:pt x="3023" y="5915"/>
                  </a:cubicBezTo>
                  <a:cubicBezTo>
                    <a:pt x="3068" y="5845"/>
                    <a:pt x="3123" y="5829"/>
                    <a:pt x="3113" y="5749"/>
                  </a:cubicBezTo>
                  <a:cubicBezTo>
                    <a:pt x="3104" y="5668"/>
                    <a:pt x="3123" y="5615"/>
                    <a:pt x="3094" y="5564"/>
                  </a:cubicBezTo>
                  <a:cubicBezTo>
                    <a:pt x="3065" y="5513"/>
                    <a:pt x="3036" y="5480"/>
                    <a:pt x="2994" y="5448"/>
                  </a:cubicBezTo>
                  <a:cubicBezTo>
                    <a:pt x="2962" y="5424"/>
                    <a:pt x="2951" y="5413"/>
                    <a:pt x="2951" y="5389"/>
                  </a:cubicBezTo>
                  <a:cubicBezTo>
                    <a:pt x="2951" y="5382"/>
                    <a:pt x="2951" y="5372"/>
                    <a:pt x="2954" y="5362"/>
                  </a:cubicBezTo>
                  <a:cubicBezTo>
                    <a:pt x="2963" y="5315"/>
                    <a:pt x="2979" y="5283"/>
                    <a:pt x="2963" y="5223"/>
                  </a:cubicBezTo>
                  <a:cubicBezTo>
                    <a:pt x="2947" y="5163"/>
                    <a:pt x="2927" y="5130"/>
                    <a:pt x="2903" y="5063"/>
                  </a:cubicBezTo>
                  <a:cubicBezTo>
                    <a:pt x="2880" y="4996"/>
                    <a:pt x="2836" y="4847"/>
                    <a:pt x="2829" y="4782"/>
                  </a:cubicBezTo>
                  <a:cubicBezTo>
                    <a:pt x="2822" y="4716"/>
                    <a:pt x="2804" y="4633"/>
                    <a:pt x="2774" y="4540"/>
                  </a:cubicBezTo>
                  <a:cubicBezTo>
                    <a:pt x="2743" y="4447"/>
                    <a:pt x="2727" y="4375"/>
                    <a:pt x="2714" y="4335"/>
                  </a:cubicBezTo>
                  <a:cubicBezTo>
                    <a:pt x="2701" y="4292"/>
                    <a:pt x="2676" y="4135"/>
                    <a:pt x="2675" y="4058"/>
                  </a:cubicBezTo>
                  <a:cubicBezTo>
                    <a:pt x="2673" y="3982"/>
                    <a:pt x="2682" y="3936"/>
                    <a:pt x="2698" y="3867"/>
                  </a:cubicBezTo>
                  <a:cubicBezTo>
                    <a:pt x="2715" y="3799"/>
                    <a:pt x="2711" y="3727"/>
                    <a:pt x="2676" y="3628"/>
                  </a:cubicBezTo>
                  <a:cubicBezTo>
                    <a:pt x="2640" y="3528"/>
                    <a:pt x="2624" y="3490"/>
                    <a:pt x="2610" y="3464"/>
                  </a:cubicBezTo>
                  <a:cubicBezTo>
                    <a:pt x="2600" y="3446"/>
                    <a:pt x="2589" y="3420"/>
                    <a:pt x="2577" y="3391"/>
                  </a:cubicBezTo>
                  <a:cubicBezTo>
                    <a:pt x="2578" y="3385"/>
                    <a:pt x="2580" y="3379"/>
                    <a:pt x="2583" y="3372"/>
                  </a:cubicBezTo>
                  <a:cubicBezTo>
                    <a:pt x="2583" y="3372"/>
                    <a:pt x="2701" y="3032"/>
                    <a:pt x="2726" y="2917"/>
                  </a:cubicBezTo>
                  <a:cubicBezTo>
                    <a:pt x="2752" y="2802"/>
                    <a:pt x="2798" y="2587"/>
                    <a:pt x="2809" y="2521"/>
                  </a:cubicBezTo>
                  <a:cubicBezTo>
                    <a:pt x="2820" y="2456"/>
                    <a:pt x="2807" y="2405"/>
                    <a:pt x="2810" y="2368"/>
                  </a:cubicBezTo>
                  <a:cubicBezTo>
                    <a:pt x="2814" y="2333"/>
                    <a:pt x="2829" y="2240"/>
                    <a:pt x="2827" y="2222"/>
                  </a:cubicBezTo>
                  <a:cubicBezTo>
                    <a:pt x="2826" y="2205"/>
                    <a:pt x="2835" y="2061"/>
                    <a:pt x="2762" y="1861"/>
                  </a:cubicBezTo>
                  <a:cubicBezTo>
                    <a:pt x="2689" y="1662"/>
                    <a:pt x="2632" y="1466"/>
                    <a:pt x="2626" y="1411"/>
                  </a:cubicBezTo>
                  <a:cubicBezTo>
                    <a:pt x="2621" y="1357"/>
                    <a:pt x="2594" y="1265"/>
                    <a:pt x="2594" y="1264"/>
                  </a:cubicBezTo>
                  <a:lnTo>
                    <a:pt x="2589" y="1235"/>
                  </a:lnTo>
                  <a:cubicBezTo>
                    <a:pt x="2589" y="1233"/>
                    <a:pt x="2573" y="935"/>
                    <a:pt x="2546" y="805"/>
                  </a:cubicBezTo>
                  <a:cubicBezTo>
                    <a:pt x="2520" y="677"/>
                    <a:pt x="2524" y="658"/>
                    <a:pt x="2491" y="601"/>
                  </a:cubicBezTo>
                  <a:cubicBezTo>
                    <a:pt x="2459" y="544"/>
                    <a:pt x="2433" y="509"/>
                    <a:pt x="2420" y="493"/>
                  </a:cubicBezTo>
                  <a:cubicBezTo>
                    <a:pt x="2405" y="493"/>
                    <a:pt x="2376" y="493"/>
                    <a:pt x="2380" y="515"/>
                  </a:cubicBezTo>
                  <a:cubicBezTo>
                    <a:pt x="2385" y="536"/>
                    <a:pt x="2405" y="587"/>
                    <a:pt x="2415" y="613"/>
                  </a:cubicBezTo>
                  <a:lnTo>
                    <a:pt x="2428" y="648"/>
                  </a:lnTo>
                  <a:lnTo>
                    <a:pt x="2439" y="686"/>
                  </a:lnTo>
                  <a:cubicBezTo>
                    <a:pt x="2417" y="655"/>
                    <a:pt x="2374" y="594"/>
                    <a:pt x="2373" y="591"/>
                  </a:cubicBezTo>
                  <a:cubicBezTo>
                    <a:pt x="2370" y="587"/>
                    <a:pt x="2319" y="527"/>
                    <a:pt x="2312" y="521"/>
                  </a:cubicBezTo>
                  <a:cubicBezTo>
                    <a:pt x="2310" y="520"/>
                    <a:pt x="2307" y="518"/>
                    <a:pt x="2306" y="517"/>
                  </a:cubicBezTo>
                  <a:cubicBezTo>
                    <a:pt x="2271" y="252"/>
                    <a:pt x="2061" y="34"/>
                    <a:pt x="1783" y="4"/>
                  </a:cubicBezTo>
                  <a:cubicBezTo>
                    <a:pt x="1761" y="2"/>
                    <a:pt x="1740" y="0"/>
                    <a:pt x="171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" name="Google Shape;186;p17"/>
            <p:cNvSpPr/>
            <p:nvPr/>
          </p:nvSpPr>
          <p:spPr>
            <a:xfrm>
              <a:off x="8119285" y="1553798"/>
              <a:ext cx="98810" cy="103149"/>
            </a:xfrm>
            <a:custGeom>
              <a:rect b="b" l="l" r="r" t="t"/>
              <a:pathLst>
                <a:path extrusionOk="0" h="1355" w="1298">
                  <a:moveTo>
                    <a:pt x="649" y="0"/>
                  </a:moveTo>
                  <a:cubicBezTo>
                    <a:pt x="290" y="0"/>
                    <a:pt x="1" y="303"/>
                    <a:pt x="1" y="678"/>
                  </a:cubicBezTo>
                  <a:cubicBezTo>
                    <a:pt x="1" y="1052"/>
                    <a:pt x="290" y="1355"/>
                    <a:pt x="649" y="1355"/>
                  </a:cubicBezTo>
                  <a:cubicBezTo>
                    <a:pt x="1007" y="1355"/>
                    <a:pt x="1297" y="1052"/>
                    <a:pt x="1297" y="678"/>
                  </a:cubicBezTo>
                  <a:cubicBezTo>
                    <a:pt x="1297" y="303"/>
                    <a:pt x="1007" y="0"/>
                    <a:pt x="6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7" name="Google Shape;187;p17"/>
          <p:cNvSpPr txBox="1"/>
          <p:nvPr/>
        </p:nvSpPr>
        <p:spPr>
          <a:xfrm>
            <a:off x="713225" y="1254850"/>
            <a:ext cx="6800400" cy="26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rPr>
              <a:t>Model Choice:</a:t>
            </a:r>
            <a:r>
              <a:rPr lang="en" sz="1800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rPr>
              <a:t> We opted for a supervised machine learning model, a classification algorithm such as Random Forest based on its ability to handle complex feature interactions and its historical success in sports analytics.</a:t>
            </a:r>
            <a:endParaRPr sz="1800">
              <a:solidFill>
                <a:schemeClr val="lt1"/>
              </a:solidFill>
              <a:latin typeface="Dosis"/>
              <a:ea typeface="Dosis"/>
              <a:cs typeface="Dosis"/>
              <a:sym typeface="Dosi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lt1"/>
              </a:solidFill>
              <a:latin typeface="Dosis"/>
              <a:ea typeface="Dosis"/>
              <a:cs typeface="Dosis"/>
              <a:sym typeface="Dosi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rPr>
              <a:t>Model Goals: </a:t>
            </a:r>
            <a:r>
              <a:rPr lang="en" sz="1800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rPr>
              <a:t>The model predicts the optimal fifth player, maximizing team performance based on historical data.</a:t>
            </a:r>
            <a:endParaRPr sz="1800">
              <a:solidFill>
                <a:schemeClr val="lt1"/>
              </a:solidFill>
              <a:latin typeface="Dosis"/>
              <a:ea typeface="Dosis"/>
              <a:cs typeface="Dosis"/>
              <a:sym typeface="Dosi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lt1"/>
              </a:solidFill>
              <a:latin typeface="Dosis"/>
              <a:ea typeface="Dosis"/>
              <a:cs typeface="Dosis"/>
              <a:sym typeface="Dosi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Dosis"/>
              <a:ea typeface="Dosis"/>
              <a:cs typeface="Dosis"/>
              <a:sym typeface="Dosi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grpSp>
        <p:nvGrpSpPr>
          <p:cNvPr id="188" name="Google Shape;188;p17"/>
          <p:cNvGrpSpPr/>
          <p:nvPr/>
        </p:nvGrpSpPr>
        <p:grpSpPr>
          <a:xfrm>
            <a:off x="6760095" y="3083659"/>
            <a:ext cx="573425" cy="1366340"/>
            <a:chOff x="8016390" y="1553798"/>
            <a:chExt cx="304576" cy="725735"/>
          </a:xfrm>
        </p:grpSpPr>
        <p:sp>
          <p:nvSpPr>
            <p:cNvPr id="189" name="Google Shape;189;p17"/>
            <p:cNvSpPr/>
            <p:nvPr/>
          </p:nvSpPr>
          <p:spPr>
            <a:xfrm>
              <a:off x="8016390" y="1559237"/>
              <a:ext cx="304576" cy="720295"/>
            </a:xfrm>
            <a:custGeom>
              <a:rect b="b" l="l" r="r" t="t"/>
              <a:pathLst>
                <a:path extrusionOk="0" h="9462" w="4001">
                  <a:moveTo>
                    <a:pt x="2309" y="648"/>
                  </a:moveTo>
                  <a:cubicBezTo>
                    <a:pt x="2323" y="674"/>
                    <a:pt x="2342" y="707"/>
                    <a:pt x="2348" y="722"/>
                  </a:cubicBezTo>
                  <a:cubicBezTo>
                    <a:pt x="2356" y="741"/>
                    <a:pt x="2369" y="767"/>
                    <a:pt x="2372" y="791"/>
                  </a:cubicBezTo>
                  <a:cubicBezTo>
                    <a:pt x="2374" y="814"/>
                    <a:pt x="2382" y="882"/>
                    <a:pt x="2385" y="917"/>
                  </a:cubicBezTo>
                  <a:cubicBezTo>
                    <a:pt x="2373" y="894"/>
                    <a:pt x="2348" y="844"/>
                    <a:pt x="2328" y="824"/>
                  </a:cubicBezTo>
                  <a:cubicBezTo>
                    <a:pt x="2316" y="811"/>
                    <a:pt x="2300" y="789"/>
                    <a:pt x="2284" y="770"/>
                  </a:cubicBezTo>
                  <a:cubicBezTo>
                    <a:pt x="2296" y="734"/>
                    <a:pt x="2303" y="697"/>
                    <a:pt x="2307" y="659"/>
                  </a:cubicBezTo>
                  <a:cubicBezTo>
                    <a:pt x="2307" y="655"/>
                    <a:pt x="2307" y="651"/>
                    <a:pt x="2309" y="648"/>
                  </a:cubicBezTo>
                  <a:close/>
                  <a:moveTo>
                    <a:pt x="2246" y="865"/>
                  </a:moveTo>
                  <a:cubicBezTo>
                    <a:pt x="2267" y="897"/>
                    <a:pt x="2296" y="941"/>
                    <a:pt x="2296" y="943"/>
                  </a:cubicBezTo>
                  <a:cubicBezTo>
                    <a:pt x="2297" y="946"/>
                    <a:pt x="2312" y="976"/>
                    <a:pt x="2297" y="978"/>
                  </a:cubicBezTo>
                  <a:cubicBezTo>
                    <a:pt x="2295" y="979"/>
                    <a:pt x="2293" y="979"/>
                    <a:pt x="2291" y="979"/>
                  </a:cubicBezTo>
                  <a:cubicBezTo>
                    <a:pt x="2277" y="979"/>
                    <a:pt x="2263" y="971"/>
                    <a:pt x="2256" y="964"/>
                  </a:cubicBezTo>
                  <a:cubicBezTo>
                    <a:pt x="2249" y="957"/>
                    <a:pt x="2222" y="938"/>
                    <a:pt x="2207" y="929"/>
                  </a:cubicBezTo>
                  <a:cubicBezTo>
                    <a:pt x="2222" y="908"/>
                    <a:pt x="2235" y="887"/>
                    <a:pt x="2246" y="865"/>
                  </a:cubicBezTo>
                  <a:close/>
                  <a:moveTo>
                    <a:pt x="1658" y="2285"/>
                  </a:moveTo>
                  <a:cubicBezTo>
                    <a:pt x="1658" y="2285"/>
                    <a:pt x="1658" y="2286"/>
                    <a:pt x="1658" y="2286"/>
                  </a:cubicBezTo>
                  <a:lnTo>
                    <a:pt x="1658" y="2286"/>
                  </a:lnTo>
                  <a:cubicBezTo>
                    <a:pt x="1658" y="2286"/>
                    <a:pt x="1658" y="2285"/>
                    <a:pt x="1658" y="2285"/>
                  </a:cubicBezTo>
                  <a:close/>
                  <a:moveTo>
                    <a:pt x="1693" y="2288"/>
                  </a:moveTo>
                  <a:lnTo>
                    <a:pt x="1693" y="2288"/>
                  </a:lnTo>
                  <a:cubicBezTo>
                    <a:pt x="1693" y="2288"/>
                    <a:pt x="1693" y="2288"/>
                    <a:pt x="1693" y="2289"/>
                  </a:cubicBezTo>
                  <a:lnTo>
                    <a:pt x="1693" y="2289"/>
                  </a:lnTo>
                  <a:cubicBezTo>
                    <a:pt x="1693" y="2288"/>
                    <a:pt x="1693" y="2288"/>
                    <a:pt x="1693" y="2288"/>
                  </a:cubicBezTo>
                  <a:close/>
                  <a:moveTo>
                    <a:pt x="1653" y="2291"/>
                  </a:moveTo>
                  <a:cubicBezTo>
                    <a:pt x="1653" y="2295"/>
                    <a:pt x="1653" y="2298"/>
                    <a:pt x="1653" y="2303"/>
                  </a:cubicBezTo>
                  <a:cubicBezTo>
                    <a:pt x="1654" y="2304"/>
                    <a:pt x="1654" y="2305"/>
                    <a:pt x="1654" y="2305"/>
                  </a:cubicBezTo>
                  <a:lnTo>
                    <a:pt x="1654" y="2305"/>
                  </a:lnTo>
                  <a:cubicBezTo>
                    <a:pt x="1654" y="2301"/>
                    <a:pt x="1653" y="2296"/>
                    <a:pt x="1653" y="2291"/>
                  </a:cubicBezTo>
                  <a:close/>
                  <a:moveTo>
                    <a:pt x="1755" y="2306"/>
                  </a:moveTo>
                  <a:cubicBezTo>
                    <a:pt x="1755" y="2306"/>
                    <a:pt x="1755" y="2307"/>
                    <a:pt x="1755" y="2308"/>
                  </a:cubicBezTo>
                  <a:lnTo>
                    <a:pt x="1755" y="2308"/>
                  </a:lnTo>
                  <a:cubicBezTo>
                    <a:pt x="1755" y="2307"/>
                    <a:pt x="1755" y="2306"/>
                    <a:pt x="1755" y="2306"/>
                  </a:cubicBezTo>
                  <a:close/>
                  <a:moveTo>
                    <a:pt x="1758" y="2313"/>
                  </a:moveTo>
                  <a:cubicBezTo>
                    <a:pt x="1758" y="2315"/>
                    <a:pt x="1758" y="2319"/>
                    <a:pt x="1759" y="2321"/>
                  </a:cubicBezTo>
                  <a:lnTo>
                    <a:pt x="1759" y="2321"/>
                  </a:lnTo>
                  <a:cubicBezTo>
                    <a:pt x="1759" y="2318"/>
                    <a:pt x="1758" y="2316"/>
                    <a:pt x="1758" y="2313"/>
                  </a:cubicBezTo>
                  <a:close/>
                  <a:moveTo>
                    <a:pt x="1605" y="2321"/>
                  </a:moveTo>
                  <a:cubicBezTo>
                    <a:pt x="1605" y="2322"/>
                    <a:pt x="1605" y="2322"/>
                    <a:pt x="1605" y="2322"/>
                  </a:cubicBezTo>
                  <a:lnTo>
                    <a:pt x="1605" y="2322"/>
                  </a:lnTo>
                  <a:cubicBezTo>
                    <a:pt x="1605" y="2322"/>
                    <a:pt x="1605" y="2322"/>
                    <a:pt x="1605" y="2321"/>
                  </a:cubicBezTo>
                  <a:close/>
                  <a:moveTo>
                    <a:pt x="1846" y="2330"/>
                  </a:moveTo>
                  <a:cubicBezTo>
                    <a:pt x="1846" y="2331"/>
                    <a:pt x="1846" y="2332"/>
                    <a:pt x="1846" y="2333"/>
                  </a:cubicBezTo>
                  <a:lnTo>
                    <a:pt x="1846" y="2333"/>
                  </a:lnTo>
                  <a:cubicBezTo>
                    <a:pt x="1846" y="2332"/>
                    <a:pt x="1846" y="2331"/>
                    <a:pt x="1846" y="2330"/>
                  </a:cubicBezTo>
                  <a:close/>
                  <a:moveTo>
                    <a:pt x="1828" y="2329"/>
                  </a:moveTo>
                  <a:cubicBezTo>
                    <a:pt x="1827" y="2332"/>
                    <a:pt x="1827" y="2335"/>
                    <a:pt x="1828" y="2339"/>
                  </a:cubicBezTo>
                  <a:lnTo>
                    <a:pt x="1828" y="2339"/>
                  </a:lnTo>
                  <a:cubicBezTo>
                    <a:pt x="1828" y="2336"/>
                    <a:pt x="1829" y="2332"/>
                    <a:pt x="1828" y="2329"/>
                  </a:cubicBezTo>
                  <a:close/>
                  <a:moveTo>
                    <a:pt x="1854" y="2330"/>
                  </a:moveTo>
                  <a:lnTo>
                    <a:pt x="1854" y="2330"/>
                  </a:lnTo>
                  <a:cubicBezTo>
                    <a:pt x="1854" y="2334"/>
                    <a:pt x="1853" y="2338"/>
                    <a:pt x="1854" y="2341"/>
                  </a:cubicBezTo>
                  <a:lnTo>
                    <a:pt x="1854" y="2341"/>
                  </a:lnTo>
                  <a:cubicBezTo>
                    <a:pt x="1855" y="2338"/>
                    <a:pt x="1855" y="2334"/>
                    <a:pt x="1854" y="2330"/>
                  </a:cubicBezTo>
                  <a:close/>
                  <a:moveTo>
                    <a:pt x="1524" y="2376"/>
                  </a:moveTo>
                  <a:lnTo>
                    <a:pt x="1524" y="2376"/>
                  </a:lnTo>
                  <a:cubicBezTo>
                    <a:pt x="1524" y="2376"/>
                    <a:pt x="1524" y="2376"/>
                    <a:pt x="1524" y="2377"/>
                  </a:cubicBezTo>
                  <a:lnTo>
                    <a:pt x="1524" y="2377"/>
                  </a:lnTo>
                  <a:cubicBezTo>
                    <a:pt x="1524" y="2377"/>
                    <a:pt x="1524" y="2377"/>
                    <a:pt x="1524" y="2377"/>
                  </a:cubicBezTo>
                  <a:lnTo>
                    <a:pt x="1524" y="2377"/>
                  </a:lnTo>
                  <a:cubicBezTo>
                    <a:pt x="1524" y="2377"/>
                    <a:pt x="1524" y="2378"/>
                    <a:pt x="1523" y="2378"/>
                  </a:cubicBezTo>
                  <a:lnTo>
                    <a:pt x="1523" y="2378"/>
                  </a:lnTo>
                  <a:cubicBezTo>
                    <a:pt x="1523" y="2378"/>
                    <a:pt x="1523" y="2377"/>
                    <a:pt x="1522" y="2376"/>
                  </a:cubicBezTo>
                  <a:lnTo>
                    <a:pt x="1522" y="2376"/>
                  </a:lnTo>
                  <a:cubicBezTo>
                    <a:pt x="1523" y="2377"/>
                    <a:pt x="1523" y="2377"/>
                    <a:pt x="1524" y="2377"/>
                  </a:cubicBezTo>
                  <a:lnTo>
                    <a:pt x="1524" y="2377"/>
                  </a:lnTo>
                  <a:cubicBezTo>
                    <a:pt x="1524" y="2376"/>
                    <a:pt x="1524" y="2376"/>
                    <a:pt x="1524" y="2376"/>
                  </a:cubicBezTo>
                  <a:close/>
                  <a:moveTo>
                    <a:pt x="1904" y="2371"/>
                  </a:moveTo>
                  <a:cubicBezTo>
                    <a:pt x="1904" y="2372"/>
                    <a:pt x="1904" y="2376"/>
                    <a:pt x="1905" y="2380"/>
                  </a:cubicBezTo>
                  <a:lnTo>
                    <a:pt x="1905" y="2380"/>
                  </a:lnTo>
                  <a:cubicBezTo>
                    <a:pt x="1905" y="2376"/>
                    <a:pt x="1905" y="2372"/>
                    <a:pt x="1904" y="2371"/>
                  </a:cubicBezTo>
                  <a:close/>
                  <a:moveTo>
                    <a:pt x="1524" y="2377"/>
                  </a:moveTo>
                  <a:cubicBezTo>
                    <a:pt x="1546" y="2378"/>
                    <a:pt x="1537" y="2381"/>
                    <a:pt x="1528" y="2383"/>
                  </a:cubicBezTo>
                  <a:lnTo>
                    <a:pt x="1528" y="2383"/>
                  </a:lnTo>
                  <a:cubicBezTo>
                    <a:pt x="1527" y="2381"/>
                    <a:pt x="1525" y="2378"/>
                    <a:pt x="1524" y="2377"/>
                  </a:cubicBezTo>
                  <a:close/>
                  <a:moveTo>
                    <a:pt x="1518" y="2387"/>
                  </a:moveTo>
                  <a:cubicBezTo>
                    <a:pt x="1518" y="2387"/>
                    <a:pt x="1518" y="2387"/>
                    <a:pt x="1518" y="2387"/>
                  </a:cubicBezTo>
                  <a:cubicBezTo>
                    <a:pt x="1518" y="2387"/>
                    <a:pt x="1518" y="2387"/>
                    <a:pt x="1518" y="2387"/>
                  </a:cubicBezTo>
                  <a:close/>
                  <a:moveTo>
                    <a:pt x="1961" y="2418"/>
                  </a:moveTo>
                  <a:cubicBezTo>
                    <a:pt x="1960" y="2419"/>
                    <a:pt x="1960" y="2420"/>
                    <a:pt x="1960" y="2422"/>
                  </a:cubicBezTo>
                  <a:lnTo>
                    <a:pt x="1960" y="2422"/>
                  </a:lnTo>
                  <a:cubicBezTo>
                    <a:pt x="1960" y="2420"/>
                    <a:pt x="1961" y="2418"/>
                    <a:pt x="1961" y="2418"/>
                  </a:cubicBezTo>
                  <a:close/>
                  <a:moveTo>
                    <a:pt x="1984" y="2444"/>
                  </a:moveTo>
                  <a:lnTo>
                    <a:pt x="1984" y="2444"/>
                  </a:lnTo>
                  <a:cubicBezTo>
                    <a:pt x="1984" y="2447"/>
                    <a:pt x="1983" y="2449"/>
                    <a:pt x="1983" y="2452"/>
                  </a:cubicBezTo>
                  <a:lnTo>
                    <a:pt x="1983" y="2452"/>
                  </a:lnTo>
                  <a:cubicBezTo>
                    <a:pt x="1984" y="2450"/>
                    <a:pt x="1984" y="2447"/>
                    <a:pt x="1984" y="2444"/>
                  </a:cubicBezTo>
                  <a:close/>
                  <a:moveTo>
                    <a:pt x="1999" y="2466"/>
                  </a:moveTo>
                  <a:cubicBezTo>
                    <a:pt x="1999" y="2470"/>
                    <a:pt x="1999" y="2473"/>
                    <a:pt x="1999" y="2476"/>
                  </a:cubicBezTo>
                  <a:lnTo>
                    <a:pt x="1999" y="2476"/>
                  </a:lnTo>
                  <a:cubicBezTo>
                    <a:pt x="2000" y="2473"/>
                    <a:pt x="1999" y="2469"/>
                    <a:pt x="1999" y="2466"/>
                  </a:cubicBezTo>
                  <a:close/>
                  <a:moveTo>
                    <a:pt x="2010" y="2474"/>
                  </a:moveTo>
                  <a:lnTo>
                    <a:pt x="2010" y="2474"/>
                  </a:lnTo>
                  <a:cubicBezTo>
                    <a:pt x="2010" y="2476"/>
                    <a:pt x="2010" y="2477"/>
                    <a:pt x="2010" y="2479"/>
                  </a:cubicBezTo>
                  <a:lnTo>
                    <a:pt x="2010" y="2479"/>
                  </a:lnTo>
                  <a:cubicBezTo>
                    <a:pt x="2010" y="2477"/>
                    <a:pt x="2010" y="2476"/>
                    <a:pt x="2010" y="2474"/>
                  </a:cubicBezTo>
                  <a:close/>
                  <a:moveTo>
                    <a:pt x="1414" y="2512"/>
                  </a:moveTo>
                  <a:cubicBezTo>
                    <a:pt x="1413" y="2512"/>
                    <a:pt x="1412" y="2512"/>
                    <a:pt x="1412" y="2512"/>
                  </a:cubicBezTo>
                  <a:lnTo>
                    <a:pt x="1416" y="2512"/>
                  </a:lnTo>
                  <a:cubicBezTo>
                    <a:pt x="1415" y="2512"/>
                    <a:pt x="1414" y="2512"/>
                    <a:pt x="1414" y="2512"/>
                  </a:cubicBezTo>
                  <a:close/>
                  <a:moveTo>
                    <a:pt x="1601" y="3443"/>
                  </a:moveTo>
                  <a:cubicBezTo>
                    <a:pt x="1602" y="3444"/>
                    <a:pt x="1602" y="3445"/>
                    <a:pt x="1602" y="3446"/>
                  </a:cubicBezTo>
                  <a:cubicBezTo>
                    <a:pt x="1602" y="3446"/>
                    <a:pt x="1602" y="3447"/>
                    <a:pt x="1602" y="3447"/>
                  </a:cubicBezTo>
                  <a:cubicBezTo>
                    <a:pt x="1602" y="3447"/>
                    <a:pt x="1602" y="3445"/>
                    <a:pt x="1601" y="3443"/>
                  </a:cubicBezTo>
                  <a:close/>
                  <a:moveTo>
                    <a:pt x="2272" y="6021"/>
                  </a:moveTo>
                  <a:lnTo>
                    <a:pt x="2272" y="6021"/>
                  </a:lnTo>
                  <a:cubicBezTo>
                    <a:pt x="2256" y="6029"/>
                    <a:pt x="2239" y="6035"/>
                    <a:pt x="2220" y="6040"/>
                  </a:cubicBezTo>
                  <a:cubicBezTo>
                    <a:pt x="2238" y="6033"/>
                    <a:pt x="2256" y="6027"/>
                    <a:pt x="2272" y="6021"/>
                  </a:cubicBezTo>
                  <a:close/>
                  <a:moveTo>
                    <a:pt x="2520" y="6342"/>
                  </a:moveTo>
                  <a:lnTo>
                    <a:pt x="2520" y="6342"/>
                  </a:lnTo>
                  <a:cubicBezTo>
                    <a:pt x="2519" y="6346"/>
                    <a:pt x="2517" y="6351"/>
                    <a:pt x="2516" y="6354"/>
                  </a:cubicBezTo>
                  <a:lnTo>
                    <a:pt x="2508" y="6384"/>
                  </a:lnTo>
                  <a:cubicBezTo>
                    <a:pt x="2504" y="6381"/>
                    <a:pt x="2514" y="6357"/>
                    <a:pt x="2520" y="6342"/>
                  </a:cubicBezTo>
                  <a:close/>
                  <a:moveTo>
                    <a:pt x="2717" y="6881"/>
                  </a:moveTo>
                  <a:cubicBezTo>
                    <a:pt x="2715" y="6882"/>
                    <a:pt x="2715" y="6882"/>
                    <a:pt x="2714" y="6884"/>
                  </a:cubicBezTo>
                  <a:lnTo>
                    <a:pt x="2712" y="6881"/>
                  </a:lnTo>
                  <a:close/>
                  <a:moveTo>
                    <a:pt x="1905" y="7611"/>
                  </a:moveTo>
                  <a:cubicBezTo>
                    <a:pt x="1900" y="7617"/>
                    <a:pt x="1894" y="7623"/>
                    <a:pt x="1889" y="7623"/>
                  </a:cubicBezTo>
                  <a:cubicBezTo>
                    <a:pt x="1889" y="7623"/>
                    <a:pt x="1888" y="7623"/>
                    <a:pt x="1888" y="7622"/>
                  </a:cubicBezTo>
                  <a:cubicBezTo>
                    <a:pt x="1894" y="7618"/>
                    <a:pt x="1900" y="7615"/>
                    <a:pt x="1905" y="7611"/>
                  </a:cubicBezTo>
                  <a:close/>
                  <a:moveTo>
                    <a:pt x="1719" y="0"/>
                  </a:moveTo>
                  <a:cubicBezTo>
                    <a:pt x="1419" y="0"/>
                    <a:pt x="1162" y="225"/>
                    <a:pt x="1128" y="530"/>
                  </a:cubicBezTo>
                  <a:cubicBezTo>
                    <a:pt x="1093" y="856"/>
                    <a:pt x="1327" y="1149"/>
                    <a:pt x="1653" y="1185"/>
                  </a:cubicBezTo>
                  <a:cubicBezTo>
                    <a:pt x="1675" y="1188"/>
                    <a:pt x="1697" y="1189"/>
                    <a:pt x="1718" y="1189"/>
                  </a:cubicBezTo>
                  <a:cubicBezTo>
                    <a:pt x="1884" y="1189"/>
                    <a:pt x="2036" y="1120"/>
                    <a:pt x="2146" y="1006"/>
                  </a:cubicBezTo>
                  <a:cubicBezTo>
                    <a:pt x="2163" y="1016"/>
                    <a:pt x="2176" y="1024"/>
                    <a:pt x="2178" y="1024"/>
                  </a:cubicBezTo>
                  <a:lnTo>
                    <a:pt x="2245" y="1070"/>
                  </a:lnTo>
                  <a:cubicBezTo>
                    <a:pt x="2254" y="1105"/>
                    <a:pt x="2270" y="1175"/>
                    <a:pt x="2277" y="1206"/>
                  </a:cubicBezTo>
                  <a:cubicBezTo>
                    <a:pt x="2284" y="1238"/>
                    <a:pt x="2313" y="1332"/>
                    <a:pt x="2345" y="1376"/>
                  </a:cubicBezTo>
                  <a:cubicBezTo>
                    <a:pt x="2376" y="1418"/>
                    <a:pt x="2393" y="1433"/>
                    <a:pt x="2393" y="1434"/>
                  </a:cubicBezTo>
                  <a:cubicBezTo>
                    <a:pt x="2408" y="1528"/>
                    <a:pt x="2434" y="1713"/>
                    <a:pt x="2437" y="1750"/>
                  </a:cubicBezTo>
                  <a:cubicBezTo>
                    <a:pt x="2439" y="1787"/>
                    <a:pt x="2409" y="2035"/>
                    <a:pt x="2427" y="2120"/>
                  </a:cubicBezTo>
                  <a:cubicBezTo>
                    <a:pt x="2446" y="2206"/>
                    <a:pt x="2476" y="2365"/>
                    <a:pt x="2481" y="2415"/>
                  </a:cubicBezTo>
                  <a:cubicBezTo>
                    <a:pt x="2484" y="2464"/>
                    <a:pt x="2463" y="2518"/>
                    <a:pt x="2450" y="2536"/>
                  </a:cubicBezTo>
                  <a:cubicBezTo>
                    <a:pt x="2439" y="2553"/>
                    <a:pt x="2360" y="2642"/>
                    <a:pt x="2342" y="2726"/>
                  </a:cubicBezTo>
                  <a:cubicBezTo>
                    <a:pt x="2323" y="2809"/>
                    <a:pt x="2303" y="2876"/>
                    <a:pt x="2293" y="2898"/>
                  </a:cubicBezTo>
                  <a:cubicBezTo>
                    <a:pt x="2283" y="2922"/>
                    <a:pt x="2249" y="2945"/>
                    <a:pt x="2216" y="2970"/>
                  </a:cubicBezTo>
                  <a:cubicBezTo>
                    <a:pt x="2182" y="2994"/>
                    <a:pt x="2141" y="3035"/>
                    <a:pt x="2124" y="3072"/>
                  </a:cubicBezTo>
                  <a:cubicBezTo>
                    <a:pt x="2117" y="3080"/>
                    <a:pt x="2112" y="3089"/>
                    <a:pt x="2106" y="3098"/>
                  </a:cubicBezTo>
                  <a:cubicBezTo>
                    <a:pt x="2105" y="3099"/>
                    <a:pt x="2104" y="3099"/>
                    <a:pt x="2102" y="3101"/>
                  </a:cubicBezTo>
                  <a:cubicBezTo>
                    <a:pt x="2086" y="3130"/>
                    <a:pt x="2063" y="3155"/>
                    <a:pt x="2055" y="3185"/>
                  </a:cubicBezTo>
                  <a:cubicBezTo>
                    <a:pt x="2054" y="3194"/>
                    <a:pt x="2051" y="3201"/>
                    <a:pt x="2045" y="3207"/>
                  </a:cubicBezTo>
                  <a:cubicBezTo>
                    <a:pt x="2044" y="3210"/>
                    <a:pt x="2042" y="3213"/>
                    <a:pt x="2039" y="3216"/>
                  </a:cubicBezTo>
                  <a:lnTo>
                    <a:pt x="2015" y="2999"/>
                  </a:lnTo>
                  <a:cubicBezTo>
                    <a:pt x="2015" y="2994"/>
                    <a:pt x="2013" y="2987"/>
                    <a:pt x="2019" y="2973"/>
                  </a:cubicBezTo>
                  <a:cubicBezTo>
                    <a:pt x="2025" y="2957"/>
                    <a:pt x="2032" y="2955"/>
                    <a:pt x="2035" y="2955"/>
                  </a:cubicBezTo>
                  <a:cubicBezTo>
                    <a:pt x="2036" y="2955"/>
                    <a:pt x="2038" y="2955"/>
                    <a:pt x="2040" y="2955"/>
                  </a:cubicBezTo>
                  <a:cubicBezTo>
                    <a:pt x="2058" y="2955"/>
                    <a:pt x="2087" y="2954"/>
                    <a:pt x="2099" y="2923"/>
                  </a:cubicBezTo>
                  <a:cubicBezTo>
                    <a:pt x="2111" y="2888"/>
                    <a:pt x="2121" y="2840"/>
                    <a:pt x="2115" y="2826"/>
                  </a:cubicBezTo>
                  <a:cubicBezTo>
                    <a:pt x="2109" y="2809"/>
                    <a:pt x="2095" y="2793"/>
                    <a:pt x="2093" y="2792"/>
                  </a:cubicBezTo>
                  <a:cubicBezTo>
                    <a:pt x="2089" y="2788"/>
                    <a:pt x="2083" y="2779"/>
                    <a:pt x="2083" y="2776"/>
                  </a:cubicBezTo>
                  <a:cubicBezTo>
                    <a:pt x="2083" y="2773"/>
                    <a:pt x="2086" y="2747"/>
                    <a:pt x="2083" y="2728"/>
                  </a:cubicBezTo>
                  <a:cubicBezTo>
                    <a:pt x="2080" y="2710"/>
                    <a:pt x="2070" y="2662"/>
                    <a:pt x="2057" y="2630"/>
                  </a:cubicBezTo>
                  <a:cubicBezTo>
                    <a:pt x="2044" y="2598"/>
                    <a:pt x="2038" y="2565"/>
                    <a:pt x="2022" y="2544"/>
                  </a:cubicBezTo>
                  <a:cubicBezTo>
                    <a:pt x="2023" y="2539"/>
                    <a:pt x="2026" y="2534"/>
                    <a:pt x="2029" y="2530"/>
                  </a:cubicBezTo>
                  <a:cubicBezTo>
                    <a:pt x="2029" y="2528"/>
                    <a:pt x="2034" y="2524"/>
                    <a:pt x="2032" y="2524"/>
                  </a:cubicBezTo>
                  <a:lnTo>
                    <a:pt x="2032" y="2524"/>
                  </a:lnTo>
                  <a:cubicBezTo>
                    <a:pt x="2028" y="2524"/>
                    <a:pt x="2020" y="2530"/>
                    <a:pt x="2019" y="2531"/>
                  </a:cubicBezTo>
                  <a:cubicBezTo>
                    <a:pt x="2018" y="2517"/>
                    <a:pt x="2026" y="2505"/>
                    <a:pt x="2025" y="2492"/>
                  </a:cubicBezTo>
                  <a:lnTo>
                    <a:pt x="2025" y="2492"/>
                  </a:lnTo>
                  <a:cubicBezTo>
                    <a:pt x="2020" y="2495"/>
                    <a:pt x="2010" y="2504"/>
                    <a:pt x="2007" y="2509"/>
                  </a:cubicBezTo>
                  <a:cubicBezTo>
                    <a:pt x="2007" y="2510"/>
                    <a:pt x="2007" y="2511"/>
                    <a:pt x="2007" y="2511"/>
                  </a:cubicBezTo>
                  <a:cubicBezTo>
                    <a:pt x="2006" y="2511"/>
                    <a:pt x="2006" y="2505"/>
                    <a:pt x="2006" y="2504"/>
                  </a:cubicBezTo>
                  <a:cubicBezTo>
                    <a:pt x="2007" y="2495"/>
                    <a:pt x="2010" y="2487"/>
                    <a:pt x="2010" y="2479"/>
                  </a:cubicBezTo>
                  <a:lnTo>
                    <a:pt x="2010" y="2479"/>
                  </a:lnTo>
                  <a:cubicBezTo>
                    <a:pt x="2010" y="2480"/>
                    <a:pt x="2010" y="2482"/>
                    <a:pt x="2009" y="2483"/>
                  </a:cubicBezTo>
                  <a:cubicBezTo>
                    <a:pt x="2009" y="2485"/>
                    <a:pt x="2005" y="2489"/>
                    <a:pt x="2003" y="2489"/>
                  </a:cubicBezTo>
                  <a:cubicBezTo>
                    <a:pt x="2002" y="2489"/>
                    <a:pt x="2001" y="2488"/>
                    <a:pt x="2000" y="2486"/>
                  </a:cubicBezTo>
                  <a:cubicBezTo>
                    <a:pt x="1999" y="2483"/>
                    <a:pt x="1999" y="2480"/>
                    <a:pt x="1999" y="2476"/>
                  </a:cubicBezTo>
                  <a:lnTo>
                    <a:pt x="1999" y="2476"/>
                  </a:lnTo>
                  <a:cubicBezTo>
                    <a:pt x="1999" y="2480"/>
                    <a:pt x="1998" y="2484"/>
                    <a:pt x="1996" y="2486"/>
                  </a:cubicBezTo>
                  <a:cubicBezTo>
                    <a:pt x="1995" y="2486"/>
                    <a:pt x="1995" y="2486"/>
                    <a:pt x="1995" y="2486"/>
                  </a:cubicBezTo>
                  <a:cubicBezTo>
                    <a:pt x="1992" y="2486"/>
                    <a:pt x="1991" y="2481"/>
                    <a:pt x="1990" y="2476"/>
                  </a:cubicBezTo>
                  <a:cubicBezTo>
                    <a:pt x="1990" y="2479"/>
                    <a:pt x="1988" y="2483"/>
                    <a:pt x="1987" y="2483"/>
                  </a:cubicBezTo>
                  <a:cubicBezTo>
                    <a:pt x="1984" y="2483"/>
                    <a:pt x="1984" y="2473"/>
                    <a:pt x="1984" y="2472"/>
                  </a:cubicBezTo>
                  <a:cubicBezTo>
                    <a:pt x="1984" y="2464"/>
                    <a:pt x="1983" y="2458"/>
                    <a:pt x="1983" y="2452"/>
                  </a:cubicBezTo>
                  <a:lnTo>
                    <a:pt x="1983" y="2452"/>
                  </a:lnTo>
                  <a:cubicBezTo>
                    <a:pt x="1983" y="2453"/>
                    <a:pt x="1983" y="2453"/>
                    <a:pt x="1983" y="2454"/>
                  </a:cubicBezTo>
                  <a:cubicBezTo>
                    <a:pt x="1981" y="2458"/>
                    <a:pt x="1981" y="2465"/>
                    <a:pt x="1979" y="2465"/>
                  </a:cubicBezTo>
                  <a:cubicBezTo>
                    <a:pt x="1979" y="2465"/>
                    <a:pt x="1979" y="2465"/>
                    <a:pt x="1978" y="2464"/>
                  </a:cubicBezTo>
                  <a:cubicBezTo>
                    <a:pt x="1975" y="2458"/>
                    <a:pt x="1977" y="2447"/>
                    <a:pt x="1975" y="2441"/>
                  </a:cubicBezTo>
                  <a:cubicBezTo>
                    <a:pt x="1975" y="2449"/>
                    <a:pt x="1972" y="2454"/>
                    <a:pt x="1971" y="2454"/>
                  </a:cubicBezTo>
                  <a:cubicBezTo>
                    <a:pt x="1969" y="2454"/>
                    <a:pt x="1968" y="2451"/>
                    <a:pt x="1968" y="2442"/>
                  </a:cubicBezTo>
                  <a:cubicBezTo>
                    <a:pt x="1967" y="2437"/>
                    <a:pt x="1969" y="2429"/>
                    <a:pt x="1968" y="2423"/>
                  </a:cubicBezTo>
                  <a:lnTo>
                    <a:pt x="1968" y="2423"/>
                  </a:lnTo>
                  <a:cubicBezTo>
                    <a:pt x="1969" y="2429"/>
                    <a:pt x="1962" y="2447"/>
                    <a:pt x="1962" y="2447"/>
                  </a:cubicBezTo>
                  <a:cubicBezTo>
                    <a:pt x="1957" y="2441"/>
                    <a:pt x="1959" y="2429"/>
                    <a:pt x="1960" y="2422"/>
                  </a:cubicBezTo>
                  <a:lnTo>
                    <a:pt x="1960" y="2422"/>
                  </a:lnTo>
                  <a:cubicBezTo>
                    <a:pt x="1958" y="2427"/>
                    <a:pt x="1956" y="2435"/>
                    <a:pt x="1954" y="2435"/>
                  </a:cubicBezTo>
                  <a:cubicBezTo>
                    <a:pt x="1954" y="2435"/>
                    <a:pt x="1954" y="2435"/>
                    <a:pt x="1953" y="2435"/>
                  </a:cubicBezTo>
                  <a:cubicBezTo>
                    <a:pt x="1951" y="2434"/>
                    <a:pt x="1951" y="2421"/>
                    <a:pt x="1951" y="2418"/>
                  </a:cubicBezTo>
                  <a:cubicBezTo>
                    <a:pt x="1948" y="2422"/>
                    <a:pt x="1940" y="2432"/>
                    <a:pt x="1940" y="2438"/>
                  </a:cubicBezTo>
                  <a:cubicBezTo>
                    <a:pt x="1940" y="2438"/>
                    <a:pt x="1940" y="2437"/>
                    <a:pt x="1940" y="2437"/>
                  </a:cubicBezTo>
                  <a:cubicBezTo>
                    <a:pt x="1942" y="2423"/>
                    <a:pt x="1943" y="2403"/>
                    <a:pt x="1936" y="2393"/>
                  </a:cubicBezTo>
                  <a:cubicBezTo>
                    <a:pt x="1935" y="2400"/>
                    <a:pt x="1933" y="2407"/>
                    <a:pt x="1932" y="2415"/>
                  </a:cubicBezTo>
                  <a:cubicBezTo>
                    <a:pt x="1930" y="2417"/>
                    <a:pt x="1931" y="2422"/>
                    <a:pt x="1930" y="2422"/>
                  </a:cubicBezTo>
                  <a:cubicBezTo>
                    <a:pt x="1929" y="2422"/>
                    <a:pt x="1929" y="2422"/>
                    <a:pt x="1929" y="2422"/>
                  </a:cubicBezTo>
                  <a:cubicBezTo>
                    <a:pt x="1923" y="2421"/>
                    <a:pt x="1924" y="2402"/>
                    <a:pt x="1924" y="2397"/>
                  </a:cubicBezTo>
                  <a:lnTo>
                    <a:pt x="1924" y="2397"/>
                  </a:lnTo>
                  <a:cubicBezTo>
                    <a:pt x="1923" y="2405"/>
                    <a:pt x="1921" y="2408"/>
                    <a:pt x="1920" y="2408"/>
                  </a:cubicBezTo>
                  <a:cubicBezTo>
                    <a:pt x="1917" y="2408"/>
                    <a:pt x="1917" y="2379"/>
                    <a:pt x="1916" y="2371"/>
                  </a:cubicBezTo>
                  <a:cubicBezTo>
                    <a:pt x="1916" y="2377"/>
                    <a:pt x="1914" y="2391"/>
                    <a:pt x="1910" y="2394"/>
                  </a:cubicBezTo>
                  <a:cubicBezTo>
                    <a:pt x="1910" y="2394"/>
                    <a:pt x="1910" y="2394"/>
                    <a:pt x="1909" y="2394"/>
                  </a:cubicBezTo>
                  <a:cubicBezTo>
                    <a:pt x="1907" y="2394"/>
                    <a:pt x="1905" y="2387"/>
                    <a:pt x="1905" y="2380"/>
                  </a:cubicBezTo>
                  <a:lnTo>
                    <a:pt x="1905" y="2380"/>
                  </a:lnTo>
                  <a:cubicBezTo>
                    <a:pt x="1904" y="2384"/>
                    <a:pt x="1903" y="2388"/>
                    <a:pt x="1901" y="2388"/>
                  </a:cubicBezTo>
                  <a:cubicBezTo>
                    <a:pt x="1898" y="2388"/>
                    <a:pt x="1897" y="2361"/>
                    <a:pt x="1897" y="2358"/>
                  </a:cubicBezTo>
                  <a:cubicBezTo>
                    <a:pt x="1896" y="2371"/>
                    <a:pt x="1895" y="2376"/>
                    <a:pt x="1893" y="2376"/>
                  </a:cubicBezTo>
                  <a:cubicBezTo>
                    <a:pt x="1890" y="2376"/>
                    <a:pt x="1885" y="2356"/>
                    <a:pt x="1884" y="2343"/>
                  </a:cubicBezTo>
                  <a:cubicBezTo>
                    <a:pt x="1884" y="2351"/>
                    <a:pt x="1881" y="2367"/>
                    <a:pt x="1876" y="2372"/>
                  </a:cubicBezTo>
                  <a:cubicBezTo>
                    <a:pt x="1876" y="2373"/>
                    <a:pt x="1876" y="2373"/>
                    <a:pt x="1876" y="2373"/>
                  </a:cubicBezTo>
                  <a:cubicBezTo>
                    <a:pt x="1875" y="2373"/>
                    <a:pt x="1875" y="2370"/>
                    <a:pt x="1875" y="2370"/>
                  </a:cubicBezTo>
                  <a:cubicBezTo>
                    <a:pt x="1875" y="2367"/>
                    <a:pt x="1875" y="2362"/>
                    <a:pt x="1873" y="2359"/>
                  </a:cubicBezTo>
                  <a:cubicBezTo>
                    <a:pt x="1873" y="2355"/>
                    <a:pt x="1873" y="2351"/>
                    <a:pt x="1873" y="2346"/>
                  </a:cubicBezTo>
                  <a:cubicBezTo>
                    <a:pt x="1873" y="2352"/>
                    <a:pt x="1872" y="2361"/>
                    <a:pt x="1869" y="2365"/>
                  </a:cubicBezTo>
                  <a:cubicBezTo>
                    <a:pt x="1869" y="2365"/>
                    <a:pt x="1868" y="2355"/>
                    <a:pt x="1866" y="2354"/>
                  </a:cubicBezTo>
                  <a:cubicBezTo>
                    <a:pt x="1866" y="2348"/>
                    <a:pt x="1865" y="2342"/>
                    <a:pt x="1865" y="2336"/>
                  </a:cubicBezTo>
                  <a:cubicBezTo>
                    <a:pt x="1864" y="2350"/>
                    <a:pt x="1861" y="2355"/>
                    <a:pt x="1859" y="2355"/>
                  </a:cubicBezTo>
                  <a:cubicBezTo>
                    <a:pt x="1856" y="2355"/>
                    <a:pt x="1854" y="2350"/>
                    <a:pt x="1854" y="2341"/>
                  </a:cubicBezTo>
                  <a:lnTo>
                    <a:pt x="1854" y="2341"/>
                  </a:lnTo>
                  <a:cubicBezTo>
                    <a:pt x="1852" y="2345"/>
                    <a:pt x="1851" y="2349"/>
                    <a:pt x="1850" y="2354"/>
                  </a:cubicBezTo>
                  <a:cubicBezTo>
                    <a:pt x="1847" y="2348"/>
                    <a:pt x="1847" y="2340"/>
                    <a:pt x="1846" y="2333"/>
                  </a:cubicBezTo>
                  <a:lnTo>
                    <a:pt x="1846" y="2333"/>
                  </a:lnTo>
                  <a:cubicBezTo>
                    <a:pt x="1847" y="2338"/>
                    <a:pt x="1845" y="2345"/>
                    <a:pt x="1843" y="2349"/>
                  </a:cubicBezTo>
                  <a:cubicBezTo>
                    <a:pt x="1840" y="2345"/>
                    <a:pt x="1838" y="2340"/>
                    <a:pt x="1837" y="2336"/>
                  </a:cubicBezTo>
                  <a:cubicBezTo>
                    <a:pt x="1837" y="2342"/>
                    <a:pt x="1835" y="2349"/>
                    <a:pt x="1833" y="2355"/>
                  </a:cubicBezTo>
                  <a:cubicBezTo>
                    <a:pt x="1831" y="2351"/>
                    <a:pt x="1828" y="2345"/>
                    <a:pt x="1828" y="2339"/>
                  </a:cubicBezTo>
                  <a:lnTo>
                    <a:pt x="1828" y="2339"/>
                  </a:lnTo>
                  <a:cubicBezTo>
                    <a:pt x="1826" y="2343"/>
                    <a:pt x="1824" y="2347"/>
                    <a:pt x="1822" y="2351"/>
                  </a:cubicBezTo>
                  <a:cubicBezTo>
                    <a:pt x="1821" y="2349"/>
                    <a:pt x="1820" y="2348"/>
                    <a:pt x="1819" y="2348"/>
                  </a:cubicBezTo>
                  <a:cubicBezTo>
                    <a:pt x="1816" y="2348"/>
                    <a:pt x="1817" y="2358"/>
                    <a:pt x="1814" y="2362"/>
                  </a:cubicBezTo>
                  <a:cubicBezTo>
                    <a:pt x="1812" y="2352"/>
                    <a:pt x="1809" y="2339"/>
                    <a:pt x="1803" y="2332"/>
                  </a:cubicBezTo>
                  <a:cubicBezTo>
                    <a:pt x="1803" y="2332"/>
                    <a:pt x="1803" y="2331"/>
                    <a:pt x="1803" y="2331"/>
                  </a:cubicBezTo>
                  <a:cubicBezTo>
                    <a:pt x="1801" y="2331"/>
                    <a:pt x="1800" y="2345"/>
                    <a:pt x="1796" y="2345"/>
                  </a:cubicBezTo>
                  <a:cubicBezTo>
                    <a:pt x="1795" y="2345"/>
                    <a:pt x="1793" y="2344"/>
                    <a:pt x="1792" y="2340"/>
                  </a:cubicBezTo>
                  <a:cubicBezTo>
                    <a:pt x="1790" y="2339"/>
                    <a:pt x="1790" y="2338"/>
                    <a:pt x="1790" y="2336"/>
                  </a:cubicBezTo>
                  <a:cubicBezTo>
                    <a:pt x="1790" y="2338"/>
                    <a:pt x="1789" y="2338"/>
                    <a:pt x="1788" y="2338"/>
                  </a:cubicBezTo>
                  <a:cubicBezTo>
                    <a:pt x="1788" y="2338"/>
                    <a:pt x="1787" y="2338"/>
                    <a:pt x="1787" y="2336"/>
                  </a:cubicBezTo>
                  <a:cubicBezTo>
                    <a:pt x="1786" y="2338"/>
                    <a:pt x="1786" y="2339"/>
                    <a:pt x="1784" y="2340"/>
                  </a:cubicBezTo>
                  <a:cubicBezTo>
                    <a:pt x="1783" y="2338"/>
                    <a:pt x="1782" y="2333"/>
                    <a:pt x="1780" y="2330"/>
                  </a:cubicBezTo>
                  <a:cubicBezTo>
                    <a:pt x="1778" y="2334"/>
                    <a:pt x="1776" y="2336"/>
                    <a:pt x="1775" y="2336"/>
                  </a:cubicBezTo>
                  <a:cubicBezTo>
                    <a:pt x="1774" y="2336"/>
                    <a:pt x="1773" y="2334"/>
                    <a:pt x="1773" y="2327"/>
                  </a:cubicBezTo>
                  <a:cubicBezTo>
                    <a:pt x="1771" y="2329"/>
                    <a:pt x="1771" y="2330"/>
                    <a:pt x="1771" y="2332"/>
                  </a:cubicBezTo>
                  <a:cubicBezTo>
                    <a:pt x="1767" y="2327"/>
                    <a:pt x="1766" y="2320"/>
                    <a:pt x="1764" y="2314"/>
                  </a:cubicBezTo>
                  <a:cubicBezTo>
                    <a:pt x="1764" y="2319"/>
                    <a:pt x="1763" y="2321"/>
                    <a:pt x="1761" y="2326"/>
                  </a:cubicBezTo>
                  <a:cubicBezTo>
                    <a:pt x="1760" y="2325"/>
                    <a:pt x="1759" y="2323"/>
                    <a:pt x="1759" y="2321"/>
                  </a:cubicBezTo>
                  <a:lnTo>
                    <a:pt x="1759" y="2321"/>
                  </a:lnTo>
                  <a:cubicBezTo>
                    <a:pt x="1759" y="2323"/>
                    <a:pt x="1759" y="2324"/>
                    <a:pt x="1758" y="2326"/>
                  </a:cubicBezTo>
                  <a:cubicBezTo>
                    <a:pt x="1754" y="2322"/>
                    <a:pt x="1755" y="2314"/>
                    <a:pt x="1755" y="2308"/>
                  </a:cubicBezTo>
                  <a:lnTo>
                    <a:pt x="1755" y="2308"/>
                  </a:lnTo>
                  <a:cubicBezTo>
                    <a:pt x="1755" y="2314"/>
                    <a:pt x="1754" y="2318"/>
                    <a:pt x="1752" y="2323"/>
                  </a:cubicBezTo>
                  <a:cubicBezTo>
                    <a:pt x="1750" y="2314"/>
                    <a:pt x="1748" y="2303"/>
                    <a:pt x="1748" y="2294"/>
                  </a:cubicBezTo>
                  <a:cubicBezTo>
                    <a:pt x="1747" y="2297"/>
                    <a:pt x="1745" y="2313"/>
                    <a:pt x="1744" y="2313"/>
                  </a:cubicBezTo>
                  <a:cubicBezTo>
                    <a:pt x="1744" y="2313"/>
                    <a:pt x="1744" y="2313"/>
                    <a:pt x="1744" y="2313"/>
                  </a:cubicBezTo>
                  <a:cubicBezTo>
                    <a:pt x="1738" y="2305"/>
                    <a:pt x="1736" y="2295"/>
                    <a:pt x="1731" y="2288"/>
                  </a:cubicBezTo>
                  <a:cubicBezTo>
                    <a:pt x="1731" y="2291"/>
                    <a:pt x="1726" y="2313"/>
                    <a:pt x="1725" y="2313"/>
                  </a:cubicBezTo>
                  <a:cubicBezTo>
                    <a:pt x="1725" y="2313"/>
                    <a:pt x="1725" y="2313"/>
                    <a:pt x="1725" y="2313"/>
                  </a:cubicBezTo>
                  <a:cubicBezTo>
                    <a:pt x="1719" y="2305"/>
                    <a:pt x="1717" y="2294"/>
                    <a:pt x="1713" y="2285"/>
                  </a:cubicBezTo>
                  <a:lnTo>
                    <a:pt x="1713" y="2285"/>
                  </a:lnTo>
                  <a:cubicBezTo>
                    <a:pt x="1715" y="2289"/>
                    <a:pt x="1715" y="2295"/>
                    <a:pt x="1713" y="2300"/>
                  </a:cubicBezTo>
                  <a:cubicBezTo>
                    <a:pt x="1713" y="2305"/>
                    <a:pt x="1712" y="2307"/>
                    <a:pt x="1711" y="2307"/>
                  </a:cubicBezTo>
                  <a:cubicBezTo>
                    <a:pt x="1708" y="2307"/>
                    <a:pt x="1703" y="2282"/>
                    <a:pt x="1701" y="2281"/>
                  </a:cubicBezTo>
                  <a:lnTo>
                    <a:pt x="1701" y="2281"/>
                  </a:lnTo>
                  <a:cubicBezTo>
                    <a:pt x="1701" y="2288"/>
                    <a:pt x="1703" y="2298"/>
                    <a:pt x="1699" y="2304"/>
                  </a:cubicBezTo>
                  <a:cubicBezTo>
                    <a:pt x="1696" y="2300"/>
                    <a:pt x="1694" y="2294"/>
                    <a:pt x="1693" y="2289"/>
                  </a:cubicBezTo>
                  <a:lnTo>
                    <a:pt x="1693" y="2289"/>
                  </a:lnTo>
                  <a:cubicBezTo>
                    <a:pt x="1694" y="2294"/>
                    <a:pt x="1693" y="2309"/>
                    <a:pt x="1691" y="2309"/>
                  </a:cubicBezTo>
                  <a:cubicBezTo>
                    <a:pt x="1691" y="2309"/>
                    <a:pt x="1690" y="2309"/>
                    <a:pt x="1690" y="2307"/>
                  </a:cubicBezTo>
                  <a:cubicBezTo>
                    <a:pt x="1688" y="2302"/>
                    <a:pt x="1683" y="2281"/>
                    <a:pt x="1680" y="2281"/>
                  </a:cubicBezTo>
                  <a:cubicBezTo>
                    <a:pt x="1680" y="2281"/>
                    <a:pt x="1680" y="2282"/>
                    <a:pt x="1680" y="2282"/>
                  </a:cubicBezTo>
                  <a:cubicBezTo>
                    <a:pt x="1680" y="2289"/>
                    <a:pt x="1678" y="2297"/>
                    <a:pt x="1678" y="2304"/>
                  </a:cubicBezTo>
                  <a:cubicBezTo>
                    <a:pt x="1678" y="2305"/>
                    <a:pt x="1678" y="2310"/>
                    <a:pt x="1677" y="2310"/>
                  </a:cubicBezTo>
                  <a:cubicBezTo>
                    <a:pt x="1677" y="2310"/>
                    <a:pt x="1677" y="2310"/>
                    <a:pt x="1677" y="2310"/>
                  </a:cubicBezTo>
                  <a:cubicBezTo>
                    <a:pt x="1673" y="2307"/>
                    <a:pt x="1668" y="2291"/>
                    <a:pt x="1666" y="2291"/>
                  </a:cubicBezTo>
                  <a:lnTo>
                    <a:pt x="1666" y="2291"/>
                  </a:lnTo>
                  <a:cubicBezTo>
                    <a:pt x="1666" y="2291"/>
                    <a:pt x="1666" y="2292"/>
                    <a:pt x="1666" y="2294"/>
                  </a:cubicBezTo>
                  <a:cubicBezTo>
                    <a:pt x="1668" y="2305"/>
                    <a:pt x="1667" y="2310"/>
                    <a:pt x="1666" y="2310"/>
                  </a:cubicBezTo>
                  <a:cubicBezTo>
                    <a:pt x="1663" y="2310"/>
                    <a:pt x="1659" y="2296"/>
                    <a:pt x="1658" y="2286"/>
                  </a:cubicBezTo>
                  <a:lnTo>
                    <a:pt x="1658" y="2286"/>
                  </a:lnTo>
                  <a:cubicBezTo>
                    <a:pt x="1659" y="2295"/>
                    <a:pt x="1657" y="2312"/>
                    <a:pt x="1656" y="2312"/>
                  </a:cubicBezTo>
                  <a:cubicBezTo>
                    <a:pt x="1655" y="2312"/>
                    <a:pt x="1654" y="2310"/>
                    <a:pt x="1654" y="2305"/>
                  </a:cubicBezTo>
                  <a:lnTo>
                    <a:pt x="1654" y="2305"/>
                  </a:lnTo>
                  <a:cubicBezTo>
                    <a:pt x="1654" y="2310"/>
                    <a:pt x="1653" y="2314"/>
                    <a:pt x="1652" y="2319"/>
                  </a:cubicBezTo>
                  <a:cubicBezTo>
                    <a:pt x="1648" y="2310"/>
                    <a:pt x="1648" y="2298"/>
                    <a:pt x="1646" y="2288"/>
                  </a:cubicBezTo>
                  <a:lnTo>
                    <a:pt x="1646" y="2288"/>
                  </a:lnTo>
                  <a:cubicBezTo>
                    <a:pt x="1648" y="2300"/>
                    <a:pt x="1646" y="2308"/>
                    <a:pt x="1645" y="2319"/>
                  </a:cubicBezTo>
                  <a:cubicBezTo>
                    <a:pt x="1639" y="2311"/>
                    <a:pt x="1639" y="2300"/>
                    <a:pt x="1636" y="2291"/>
                  </a:cubicBezTo>
                  <a:lnTo>
                    <a:pt x="1636" y="2291"/>
                  </a:lnTo>
                  <a:cubicBezTo>
                    <a:pt x="1636" y="2301"/>
                    <a:pt x="1639" y="2323"/>
                    <a:pt x="1637" y="2323"/>
                  </a:cubicBezTo>
                  <a:cubicBezTo>
                    <a:pt x="1636" y="2323"/>
                    <a:pt x="1635" y="2321"/>
                    <a:pt x="1633" y="2314"/>
                  </a:cubicBezTo>
                  <a:cubicBezTo>
                    <a:pt x="1632" y="2310"/>
                    <a:pt x="1630" y="2308"/>
                    <a:pt x="1630" y="2304"/>
                  </a:cubicBezTo>
                  <a:lnTo>
                    <a:pt x="1630" y="2304"/>
                  </a:lnTo>
                  <a:cubicBezTo>
                    <a:pt x="1630" y="2309"/>
                    <a:pt x="1632" y="2314"/>
                    <a:pt x="1632" y="2319"/>
                  </a:cubicBezTo>
                  <a:cubicBezTo>
                    <a:pt x="1632" y="2323"/>
                    <a:pt x="1633" y="2327"/>
                    <a:pt x="1633" y="2332"/>
                  </a:cubicBezTo>
                  <a:cubicBezTo>
                    <a:pt x="1633" y="2333"/>
                    <a:pt x="1633" y="2336"/>
                    <a:pt x="1633" y="2336"/>
                  </a:cubicBezTo>
                  <a:cubicBezTo>
                    <a:pt x="1629" y="2330"/>
                    <a:pt x="1623" y="2316"/>
                    <a:pt x="1621" y="2310"/>
                  </a:cubicBezTo>
                  <a:lnTo>
                    <a:pt x="1621" y="2310"/>
                  </a:lnTo>
                  <a:cubicBezTo>
                    <a:pt x="1623" y="2317"/>
                    <a:pt x="1626" y="2327"/>
                    <a:pt x="1624" y="2335"/>
                  </a:cubicBezTo>
                  <a:cubicBezTo>
                    <a:pt x="1618" y="2327"/>
                    <a:pt x="1614" y="2317"/>
                    <a:pt x="1611" y="2307"/>
                  </a:cubicBezTo>
                  <a:lnTo>
                    <a:pt x="1611" y="2307"/>
                  </a:lnTo>
                  <a:cubicBezTo>
                    <a:pt x="1611" y="2313"/>
                    <a:pt x="1617" y="2335"/>
                    <a:pt x="1614" y="2338"/>
                  </a:cubicBezTo>
                  <a:cubicBezTo>
                    <a:pt x="1614" y="2338"/>
                    <a:pt x="1614" y="2338"/>
                    <a:pt x="1614" y="2338"/>
                  </a:cubicBezTo>
                  <a:cubicBezTo>
                    <a:pt x="1612" y="2338"/>
                    <a:pt x="1606" y="2323"/>
                    <a:pt x="1605" y="2322"/>
                  </a:cubicBezTo>
                  <a:lnTo>
                    <a:pt x="1605" y="2322"/>
                  </a:lnTo>
                  <a:cubicBezTo>
                    <a:pt x="1606" y="2334"/>
                    <a:pt x="1605" y="2343"/>
                    <a:pt x="1602" y="2343"/>
                  </a:cubicBezTo>
                  <a:cubicBezTo>
                    <a:pt x="1599" y="2343"/>
                    <a:pt x="1597" y="2338"/>
                    <a:pt x="1594" y="2329"/>
                  </a:cubicBezTo>
                  <a:lnTo>
                    <a:pt x="1594" y="2329"/>
                  </a:lnTo>
                  <a:cubicBezTo>
                    <a:pt x="1594" y="2332"/>
                    <a:pt x="1597" y="2354"/>
                    <a:pt x="1595" y="2354"/>
                  </a:cubicBezTo>
                  <a:cubicBezTo>
                    <a:pt x="1591" y="2354"/>
                    <a:pt x="1583" y="2332"/>
                    <a:pt x="1582" y="2329"/>
                  </a:cubicBezTo>
                  <a:lnTo>
                    <a:pt x="1582" y="2329"/>
                  </a:lnTo>
                  <a:cubicBezTo>
                    <a:pt x="1583" y="2336"/>
                    <a:pt x="1585" y="2349"/>
                    <a:pt x="1581" y="2355"/>
                  </a:cubicBezTo>
                  <a:cubicBezTo>
                    <a:pt x="1581" y="2355"/>
                    <a:pt x="1581" y="2355"/>
                    <a:pt x="1580" y="2355"/>
                  </a:cubicBezTo>
                  <a:cubicBezTo>
                    <a:pt x="1580" y="2355"/>
                    <a:pt x="1569" y="2340"/>
                    <a:pt x="1566" y="2339"/>
                  </a:cubicBezTo>
                  <a:lnTo>
                    <a:pt x="1566" y="2339"/>
                  </a:lnTo>
                  <a:cubicBezTo>
                    <a:pt x="1565" y="2349"/>
                    <a:pt x="1567" y="2362"/>
                    <a:pt x="1566" y="2362"/>
                  </a:cubicBezTo>
                  <a:cubicBezTo>
                    <a:pt x="1566" y="2362"/>
                    <a:pt x="1565" y="2359"/>
                    <a:pt x="1562" y="2349"/>
                  </a:cubicBezTo>
                  <a:cubicBezTo>
                    <a:pt x="1560" y="2346"/>
                    <a:pt x="1559" y="2342"/>
                    <a:pt x="1557" y="2339"/>
                  </a:cubicBezTo>
                  <a:lnTo>
                    <a:pt x="1557" y="2339"/>
                  </a:lnTo>
                  <a:cubicBezTo>
                    <a:pt x="1559" y="2345"/>
                    <a:pt x="1563" y="2355"/>
                    <a:pt x="1560" y="2362"/>
                  </a:cubicBezTo>
                  <a:cubicBezTo>
                    <a:pt x="1560" y="2362"/>
                    <a:pt x="1557" y="2358"/>
                    <a:pt x="1557" y="2358"/>
                  </a:cubicBezTo>
                  <a:cubicBezTo>
                    <a:pt x="1556" y="2357"/>
                    <a:pt x="1549" y="2343"/>
                    <a:pt x="1549" y="2343"/>
                  </a:cubicBezTo>
                  <a:cubicBezTo>
                    <a:pt x="1549" y="2343"/>
                    <a:pt x="1549" y="2343"/>
                    <a:pt x="1549" y="2343"/>
                  </a:cubicBezTo>
                  <a:cubicBezTo>
                    <a:pt x="1549" y="2346"/>
                    <a:pt x="1553" y="2362"/>
                    <a:pt x="1551" y="2364"/>
                  </a:cubicBezTo>
                  <a:cubicBezTo>
                    <a:pt x="1549" y="2364"/>
                    <a:pt x="1538" y="2352"/>
                    <a:pt x="1537" y="2352"/>
                  </a:cubicBezTo>
                  <a:lnTo>
                    <a:pt x="1537" y="2352"/>
                  </a:lnTo>
                  <a:cubicBezTo>
                    <a:pt x="1538" y="2357"/>
                    <a:pt x="1541" y="2365"/>
                    <a:pt x="1541" y="2365"/>
                  </a:cubicBezTo>
                  <a:cubicBezTo>
                    <a:pt x="1541" y="2365"/>
                    <a:pt x="1540" y="2364"/>
                    <a:pt x="1540" y="2364"/>
                  </a:cubicBezTo>
                  <a:cubicBezTo>
                    <a:pt x="1537" y="2359"/>
                    <a:pt x="1534" y="2355"/>
                    <a:pt x="1531" y="2351"/>
                  </a:cubicBezTo>
                  <a:cubicBezTo>
                    <a:pt x="1530" y="2349"/>
                    <a:pt x="1529" y="2347"/>
                    <a:pt x="1528" y="2347"/>
                  </a:cubicBezTo>
                  <a:cubicBezTo>
                    <a:pt x="1528" y="2347"/>
                    <a:pt x="1528" y="2347"/>
                    <a:pt x="1528" y="2348"/>
                  </a:cubicBezTo>
                  <a:cubicBezTo>
                    <a:pt x="1530" y="2355"/>
                    <a:pt x="1532" y="2362"/>
                    <a:pt x="1535" y="2368"/>
                  </a:cubicBezTo>
                  <a:cubicBezTo>
                    <a:pt x="1532" y="2364"/>
                    <a:pt x="1509" y="2361"/>
                    <a:pt x="1506" y="2358"/>
                  </a:cubicBezTo>
                  <a:lnTo>
                    <a:pt x="1506" y="2358"/>
                  </a:lnTo>
                  <a:cubicBezTo>
                    <a:pt x="1508" y="2364"/>
                    <a:pt x="1492" y="2370"/>
                    <a:pt x="1492" y="2375"/>
                  </a:cubicBezTo>
                  <a:cubicBezTo>
                    <a:pt x="1505" y="2376"/>
                    <a:pt x="1515" y="2376"/>
                    <a:pt x="1522" y="2376"/>
                  </a:cubicBezTo>
                  <a:lnTo>
                    <a:pt x="1522" y="2376"/>
                  </a:lnTo>
                  <a:cubicBezTo>
                    <a:pt x="1522" y="2377"/>
                    <a:pt x="1522" y="2378"/>
                    <a:pt x="1523" y="2379"/>
                  </a:cubicBezTo>
                  <a:lnTo>
                    <a:pt x="1523" y="2379"/>
                  </a:lnTo>
                  <a:cubicBezTo>
                    <a:pt x="1523" y="2379"/>
                    <a:pt x="1523" y="2379"/>
                    <a:pt x="1523" y="2378"/>
                  </a:cubicBezTo>
                  <a:lnTo>
                    <a:pt x="1523" y="2378"/>
                  </a:lnTo>
                  <a:cubicBezTo>
                    <a:pt x="1524" y="2380"/>
                    <a:pt x="1525" y="2382"/>
                    <a:pt x="1526" y="2384"/>
                  </a:cubicBezTo>
                  <a:lnTo>
                    <a:pt x="1526" y="2384"/>
                  </a:lnTo>
                  <a:cubicBezTo>
                    <a:pt x="1526" y="2384"/>
                    <a:pt x="1527" y="2384"/>
                    <a:pt x="1528" y="2383"/>
                  </a:cubicBezTo>
                  <a:lnTo>
                    <a:pt x="1528" y="2383"/>
                  </a:lnTo>
                  <a:cubicBezTo>
                    <a:pt x="1530" y="2387"/>
                    <a:pt x="1533" y="2391"/>
                    <a:pt x="1531" y="2391"/>
                  </a:cubicBezTo>
                  <a:cubicBezTo>
                    <a:pt x="1531" y="2391"/>
                    <a:pt x="1531" y="2391"/>
                    <a:pt x="1531" y="2391"/>
                  </a:cubicBezTo>
                  <a:cubicBezTo>
                    <a:pt x="1529" y="2391"/>
                    <a:pt x="1527" y="2388"/>
                    <a:pt x="1526" y="2384"/>
                  </a:cubicBezTo>
                  <a:lnTo>
                    <a:pt x="1526" y="2384"/>
                  </a:lnTo>
                  <a:cubicBezTo>
                    <a:pt x="1525" y="2384"/>
                    <a:pt x="1524" y="2384"/>
                    <a:pt x="1524" y="2385"/>
                  </a:cubicBezTo>
                  <a:lnTo>
                    <a:pt x="1524" y="2385"/>
                  </a:lnTo>
                  <a:cubicBezTo>
                    <a:pt x="1523" y="2383"/>
                    <a:pt x="1523" y="2381"/>
                    <a:pt x="1523" y="2379"/>
                  </a:cubicBezTo>
                  <a:lnTo>
                    <a:pt x="1523" y="2379"/>
                  </a:lnTo>
                  <a:cubicBezTo>
                    <a:pt x="1520" y="2382"/>
                    <a:pt x="1517" y="2384"/>
                    <a:pt x="1518" y="2387"/>
                  </a:cubicBezTo>
                  <a:lnTo>
                    <a:pt x="1518" y="2387"/>
                  </a:lnTo>
                  <a:cubicBezTo>
                    <a:pt x="1518" y="2386"/>
                    <a:pt x="1520" y="2385"/>
                    <a:pt x="1524" y="2385"/>
                  </a:cubicBezTo>
                  <a:lnTo>
                    <a:pt x="1524" y="2385"/>
                  </a:lnTo>
                  <a:cubicBezTo>
                    <a:pt x="1526" y="2393"/>
                    <a:pt x="1529" y="2402"/>
                    <a:pt x="1531" y="2413"/>
                  </a:cubicBezTo>
                  <a:cubicBezTo>
                    <a:pt x="1518" y="2386"/>
                    <a:pt x="1495" y="2377"/>
                    <a:pt x="1470" y="2368"/>
                  </a:cubicBezTo>
                  <a:lnTo>
                    <a:pt x="1470" y="2368"/>
                  </a:lnTo>
                  <a:cubicBezTo>
                    <a:pt x="1481" y="2374"/>
                    <a:pt x="1506" y="2390"/>
                    <a:pt x="1508" y="2406"/>
                  </a:cubicBezTo>
                  <a:cubicBezTo>
                    <a:pt x="1500" y="2394"/>
                    <a:pt x="1492" y="2393"/>
                    <a:pt x="1479" y="2390"/>
                  </a:cubicBezTo>
                  <a:lnTo>
                    <a:pt x="1479" y="2390"/>
                  </a:lnTo>
                  <a:cubicBezTo>
                    <a:pt x="1492" y="2393"/>
                    <a:pt x="1499" y="2406"/>
                    <a:pt x="1506" y="2416"/>
                  </a:cubicBezTo>
                  <a:cubicBezTo>
                    <a:pt x="1496" y="2409"/>
                    <a:pt x="1489" y="2405"/>
                    <a:pt x="1474" y="2402"/>
                  </a:cubicBezTo>
                  <a:lnTo>
                    <a:pt x="1474" y="2402"/>
                  </a:lnTo>
                  <a:cubicBezTo>
                    <a:pt x="1478" y="2405"/>
                    <a:pt x="1483" y="2410"/>
                    <a:pt x="1487" y="2414"/>
                  </a:cubicBezTo>
                  <a:lnTo>
                    <a:pt x="1487" y="2414"/>
                  </a:lnTo>
                  <a:cubicBezTo>
                    <a:pt x="1484" y="2412"/>
                    <a:pt x="1480" y="2411"/>
                    <a:pt x="1477" y="2410"/>
                  </a:cubicBezTo>
                  <a:lnTo>
                    <a:pt x="1477" y="2410"/>
                  </a:lnTo>
                  <a:cubicBezTo>
                    <a:pt x="1480" y="2413"/>
                    <a:pt x="1483" y="2418"/>
                    <a:pt x="1486" y="2421"/>
                  </a:cubicBezTo>
                  <a:cubicBezTo>
                    <a:pt x="1492" y="2427"/>
                    <a:pt x="1493" y="2430"/>
                    <a:pt x="1493" y="2430"/>
                  </a:cubicBezTo>
                  <a:cubicBezTo>
                    <a:pt x="1491" y="2430"/>
                    <a:pt x="1477" y="2418"/>
                    <a:pt x="1470" y="2415"/>
                  </a:cubicBezTo>
                  <a:lnTo>
                    <a:pt x="1470" y="2415"/>
                  </a:lnTo>
                  <a:cubicBezTo>
                    <a:pt x="1474" y="2420"/>
                    <a:pt x="1478" y="2427"/>
                    <a:pt x="1483" y="2432"/>
                  </a:cubicBezTo>
                  <a:lnTo>
                    <a:pt x="1483" y="2432"/>
                  </a:lnTo>
                  <a:cubicBezTo>
                    <a:pt x="1478" y="2428"/>
                    <a:pt x="1472" y="2423"/>
                    <a:pt x="1468" y="2423"/>
                  </a:cubicBezTo>
                  <a:cubicBezTo>
                    <a:pt x="1468" y="2423"/>
                    <a:pt x="1467" y="2423"/>
                    <a:pt x="1467" y="2423"/>
                  </a:cubicBezTo>
                  <a:cubicBezTo>
                    <a:pt x="1465" y="2423"/>
                    <a:pt x="1477" y="2439"/>
                    <a:pt x="1479" y="2441"/>
                  </a:cubicBezTo>
                  <a:cubicBezTo>
                    <a:pt x="1474" y="2437"/>
                    <a:pt x="1468" y="2432"/>
                    <a:pt x="1463" y="2431"/>
                  </a:cubicBezTo>
                  <a:lnTo>
                    <a:pt x="1463" y="2431"/>
                  </a:lnTo>
                  <a:cubicBezTo>
                    <a:pt x="1464" y="2432"/>
                    <a:pt x="1476" y="2451"/>
                    <a:pt x="1474" y="2451"/>
                  </a:cubicBezTo>
                  <a:cubicBezTo>
                    <a:pt x="1474" y="2451"/>
                    <a:pt x="1474" y="2451"/>
                    <a:pt x="1474" y="2451"/>
                  </a:cubicBezTo>
                  <a:cubicBezTo>
                    <a:pt x="1473" y="2451"/>
                    <a:pt x="1470" y="2448"/>
                    <a:pt x="1468" y="2448"/>
                  </a:cubicBezTo>
                  <a:cubicBezTo>
                    <a:pt x="1463" y="2444"/>
                    <a:pt x="1457" y="2442"/>
                    <a:pt x="1448" y="2441"/>
                  </a:cubicBezTo>
                  <a:lnTo>
                    <a:pt x="1448" y="2441"/>
                  </a:lnTo>
                  <a:cubicBezTo>
                    <a:pt x="1454" y="2444"/>
                    <a:pt x="1465" y="2456"/>
                    <a:pt x="1468" y="2461"/>
                  </a:cubicBezTo>
                  <a:cubicBezTo>
                    <a:pt x="1470" y="2464"/>
                    <a:pt x="1471" y="2470"/>
                    <a:pt x="1472" y="2471"/>
                  </a:cubicBezTo>
                  <a:lnTo>
                    <a:pt x="1472" y="2471"/>
                  </a:lnTo>
                  <a:cubicBezTo>
                    <a:pt x="1458" y="2463"/>
                    <a:pt x="1443" y="2463"/>
                    <a:pt x="1428" y="2458"/>
                  </a:cubicBezTo>
                  <a:lnTo>
                    <a:pt x="1428" y="2458"/>
                  </a:lnTo>
                  <a:cubicBezTo>
                    <a:pt x="1435" y="2464"/>
                    <a:pt x="1448" y="2470"/>
                    <a:pt x="1454" y="2477"/>
                  </a:cubicBezTo>
                  <a:cubicBezTo>
                    <a:pt x="1446" y="2476"/>
                    <a:pt x="1440" y="2473"/>
                    <a:pt x="1432" y="2473"/>
                  </a:cubicBezTo>
                  <a:cubicBezTo>
                    <a:pt x="1430" y="2473"/>
                    <a:pt x="1429" y="2473"/>
                    <a:pt x="1428" y="2473"/>
                  </a:cubicBezTo>
                  <a:cubicBezTo>
                    <a:pt x="1435" y="2477"/>
                    <a:pt x="1441" y="2482"/>
                    <a:pt x="1448" y="2486"/>
                  </a:cubicBezTo>
                  <a:cubicBezTo>
                    <a:pt x="1440" y="2485"/>
                    <a:pt x="1433" y="2481"/>
                    <a:pt x="1425" y="2481"/>
                  </a:cubicBezTo>
                  <a:cubicBezTo>
                    <a:pt x="1423" y="2481"/>
                    <a:pt x="1422" y="2482"/>
                    <a:pt x="1420" y="2482"/>
                  </a:cubicBezTo>
                  <a:cubicBezTo>
                    <a:pt x="1428" y="2484"/>
                    <a:pt x="1439" y="2494"/>
                    <a:pt x="1449" y="2494"/>
                  </a:cubicBezTo>
                  <a:cubicBezTo>
                    <a:pt x="1449" y="2494"/>
                    <a:pt x="1449" y="2494"/>
                    <a:pt x="1450" y="2493"/>
                  </a:cubicBezTo>
                  <a:lnTo>
                    <a:pt x="1450" y="2493"/>
                  </a:lnTo>
                  <a:cubicBezTo>
                    <a:pt x="1447" y="2494"/>
                    <a:pt x="1445" y="2494"/>
                    <a:pt x="1442" y="2494"/>
                  </a:cubicBezTo>
                  <a:cubicBezTo>
                    <a:pt x="1434" y="2494"/>
                    <a:pt x="1425" y="2493"/>
                    <a:pt x="1417" y="2493"/>
                  </a:cubicBezTo>
                  <a:cubicBezTo>
                    <a:pt x="1413" y="2493"/>
                    <a:pt x="1410" y="2493"/>
                    <a:pt x="1407" y="2493"/>
                  </a:cubicBezTo>
                  <a:cubicBezTo>
                    <a:pt x="1415" y="2496"/>
                    <a:pt x="1426" y="2499"/>
                    <a:pt x="1436" y="2499"/>
                  </a:cubicBezTo>
                  <a:cubicBezTo>
                    <a:pt x="1437" y="2499"/>
                    <a:pt x="1439" y="2499"/>
                    <a:pt x="1441" y="2499"/>
                  </a:cubicBezTo>
                  <a:lnTo>
                    <a:pt x="1441" y="2499"/>
                  </a:lnTo>
                  <a:cubicBezTo>
                    <a:pt x="1431" y="2501"/>
                    <a:pt x="1419" y="2499"/>
                    <a:pt x="1409" y="2504"/>
                  </a:cubicBezTo>
                  <a:cubicBezTo>
                    <a:pt x="1419" y="2505"/>
                    <a:pt x="1447" y="2513"/>
                    <a:pt x="1432" y="2513"/>
                  </a:cubicBezTo>
                  <a:cubicBezTo>
                    <a:pt x="1430" y="2513"/>
                    <a:pt x="1427" y="2513"/>
                    <a:pt x="1423" y="2512"/>
                  </a:cubicBezTo>
                  <a:lnTo>
                    <a:pt x="1416" y="2512"/>
                  </a:lnTo>
                  <a:cubicBezTo>
                    <a:pt x="1422" y="2513"/>
                    <a:pt x="1429" y="2517"/>
                    <a:pt x="1433" y="2518"/>
                  </a:cubicBezTo>
                  <a:cubicBezTo>
                    <a:pt x="1430" y="2518"/>
                    <a:pt x="1427" y="2517"/>
                    <a:pt x="1423" y="2517"/>
                  </a:cubicBezTo>
                  <a:cubicBezTo>
                    <a:pt x="1418" y="2517"/>
                    <a:pt x="1412" y="2518"/>
                    <a:pt x="1406" y="2520"/>
                  </a:cubicBezTo>
                  <a:cubicBezTo>
                    <a:pt x="1414" y="2521"/>
                    <a:pt x="1423" y="2523"/>
                    <a:pt x="1432" y="2524"/>
                  </a:cubicBezTo>
                  <a:cubicBezTo>
                    <a:pt x="1426" y="2525"/>
                    <a:pt x="1419" y="2525"/>
                    <a:pt x="1413" y="2527"/>
                  </a:cubicBezTo>
                  <a:cubicBezTo>
                    <a:pt x="1419" y="2528"/>
                    <a:pt x="1425" y="2528"/>
                    <a:pt x="1429" y="2531"/>
                  </a:cubicBezTo>
                  <a:cubicBezTo>
                    <a:pt x="1425" y="2531"/>
                    <a:pt x="1419" y="2531"/>
                    <a:pt x="1414" y="2533"/>
                  </a:cubicBezTo>
                  <a:cubicBezTo>
                    <a:pt x="1423" y="2540"/>
                    <a:pt x="1428" y="2539"/>
                    <a:pt x="1410" y="2540"/>
                  </a:cubicBezTo>
                  <a:cubicBezTo>
                    <a:pt x="1416" y="2543"/>
                    <a:pt x="1420" y="2543"/>
                    <a:pt x="1425" y="2546"/>
                  </a:cubicBezTo>
                  <a:cubicBezTo>
                    <a:pt x="1410" y="2547"/>
                    <a:pt x="1406" y="2547"/>
                    <a:pt x="1422" y="2552"/>
                  </a:cubicBezTo>
                  <a:cubicBezTo>
                    <a:pt x="1431" y="2553"/>
                    <a:pt x="1413" y="2555"/>
                    <a:pt x="1410" y="2556"/>
                  </a:cubicBezTo>
                  <a:cubicBezTo>
                    <a:pt x="1420" y="2560"/>
                    <a:pt x="1425" y="2562"/>
                    <a:pt x="1410" y="2566"/>
                  </a:cubicBezTo>
                  <a:cubicBezTo>
                    <a:pt x="1414" y="2568"/>
                    <a:pt x="1419" y="2568"/>
                    <a:pt x="1420" y="2569"/>
                  </a:cubicBezTo>
                  <a:cubicBezTo>
                    <a:pt x="1417" y="2571"/>
                    <a:pt x="1414" y="2571"/>
                    <a:pt x="1410" y="2571"/>
                  </a:cubicBezTo>
                  <a:cubicBezTo>
                    <a:pt x="1413" y="2572"/>
                    <a:pt x="1420" y="2573"/>
                    <a:pt x="1422" y="2576"/>
                  </a:cubicBezTo>
                  <a:cubicBezTo>
                    <a:pt x="1423" y="2579"/>
                    <a:pt x="1407" y="2578"/>
                    <a:pt x="1417" y="2582"/>
                  </a:cubicBezTo>
                  <a:lnTo>
                    <a:pt x="1412" y="2582"/>
                  </a:lnTo>
                  <a:cubicBezTo>
                    <a:pt x="1413" y="2584"/>
                    <a:pt x="1417" y="2588"/>
                    <a:pt x="1416" y="2588"/>
                  </a:cubicBezTo>
                  <a:cubicBezTo>
                    <a:pt x="1412" y="2591"/>
                    <a:pt x="1406" y="2592"/>
                    <a:pt x="1409" y="2598"/>
                  </a:cubicBezTo>
                  <a:cubicBezTo>
                    <a:pt x="1410" y="2600"/>
                    <a:pt x="1413" y="2603"/>
                    <a:pt x="1412" y="2604"/>
                  </a:cubicBezTo>
                  <a:cubicBezTo>
                    <a:pt x="1412" y="2607"/>
                    <a:pt x="1404" y="2604"/>
                    <a:pt x="1410" y="2608"/>
                  </a:cubicBezTo>
                  <a:cubicBezTo>
                    <a:pt x="1407" y="2613"/>
                    <a:pt x="1404" y="2611"/>
                    <a:pt x="1409" y="2617"/>
                  </a:cubicBezTo>
                  <a:cubicBezTo>
                    <a:pt x="1401" y="2649"/>
                    <a:pt x="1382" y="2740"/>
                    <a:pt x="1387" y="2777"/>
                  </a:cubicBezTo>
                  <a:cubicBezTo>
                    <a:pt x="1391" y="2815"/>
                    <a:pt x="1410" y="2871"/>
                    <a:pt x="1413" y="2871"/>
                  </a:cubicBezTo>
                  <a:cubicBezTo>
                    <a:pt x="1416" y="2871"/>
                    <a:pt x="1403" y="2882"/>
                    <a:pt x="1397" y="2888"/>
                  </a:cubicBezTo>
                  <a:cubicBezTo>
                    <a:pt x="1381" y="2898"/>
                    <a:pt x="1349" y="2920"/>
                    <a:pt x="1374" y="2974"/>
                  </a:cubicBezTo>
                  <a:cubicBezTo>
                    <a:pt x="1398" y="3028"/>
                    <a:pt x="1410" y="3037"/>
                    <a:pt x="1420" y="3044"/>
                  </a:cubicBezTo>
                  <a:cubicBezTo>
                    <a:pt x="1425" y="3048"/>
                    <a:pt x="1432" y="3049"/>
                    <a:pt x="1437" y="3049"/>
                  </a:cubicBezTo>
                  <a:cubicBezTo>
                    <a:pt x="1442" y="3049"/>
                    <a:pt x="1446" y="3048"/>
                    <a:pt x="1447" y="3048"/>
                  </a:cubicBezTo>
                  <a:cubicBezTo>
                    <a:pt x="1452" y="3047"/>
                    <a:pt x="1464" y="3045"/>
                    <a:pt x="1467" y="3045"/>
                  </a:cubicBezTo>
                  <a:cubicBezTo>
                    <a:pt x="1470" y="3044"/>
                    <a:pt x="1476" y="3044"/>
                    <a:pt x="1479" y="3044"/>
                  </a:cubicBezTo>
                  <a:cubicBezTo>
                    <a:pt x="1481" y="3051"/>
                    <a:pt x="1486" y="3066"/>
                    <a:pt x="1492" y="3078"/>
                  </a:cubicBezTo>
                  <a:cubicBezTo>
                    <a:pt x="1496" y="3088"/>
                    <a:pt x="1502" y="3096"/>
                    <a:pt x="1505" y="3101"/>
                  </a:cubicBezTo>
                  <a:cubicBezTo>
                    <a:pt x="1511" y="3124"/>
                    <a:pt x="1522" y="3172"/>
                    <a:pt x="1531" y="3214"/>
                  </a:cubicBezTo>
                  <a:cubicBezTo>
                    <a:pt x="1541" y="3255"/>
                    <a:pt x="1567" y="3350"/>
                    <a:pt x="1579" y="3389"/>
                  </a:cubicBezTo>
                  <a:cubicBezTo>
                    <a:pt x="1588" y="3420"/>
                    <a:pt x="1595" y="3431"/>
                    <a:pt x="1599" y="3439"/>
                  </a:cubicBezTo>
                  <a:lnTo>
                    <a:pt x="1599" y="3439"/>
                  </a:lnTo>
                  <a:lnTo>
                    <a:pt x="1598" y="3449"/>
                  </a:lnTo>
                  <a:cubicBezTo>
                    <a:pt x="1586" y="3455"/>
                    <a:pt x="1562" y="3472"/>
                    <a:pt x="1553" y="3484"/>
                  </a:cubicBezTo>
                  <a:cubicBezTo>
                    <a:pt x="1544" y="3497"/>
                    <a:pt x="1538" y="3529"/>
                    <a:pt x="1522" y="3539"/>
                  </a:cubicBezTo>
                  <a:cubicBezTo>
                    <a:pt x="1505" y="3549"/>
                    <a:pt x="1486" y="3554"/>
                    <a:pt x="1471" y="3555"/>
                  </a:cubicBezTo>
                  <a:cubicBezTo>
                    <a:pt x="1457" y="3557"/>
                    <a:pt x="1454" y="3564"/>
                    <a:pt x="1433" y="3577"/>
                  </a:cubicBezTo>
                  <a:cubicBezTo>
                    <a:pt x="1412" y="3592"/>
                    <a:pt x="1355" y="3580"/>
                    <a:pt x="1327" y="3600"/>
                  </a:cubicBezTo>
                  <a:cubicBezTo>
                    <a:pt x="1298" y="3621"/>
                    <a:pt x="1304" y="3622"/>
                    <a:pt x="1273" y="3624"/>
                  </a:cubicBezTo>
                  <a:cubicBezTo>
                    <a:pt x="1243" y="3624"/>
                    <a:pt x="1228" y="3627"/>
                    <a:pt x="1221" y="3627"/>
                  </a:cubicBezTo>
                  <a:cubicBezTo>
                    <a:pt x="1219" y="3631"/>
                    <a:pt x="1218" y="3635"/>
                    <a:pt x="1216" y="3640"/>
                  </a:cubicBezTo>
                  <a:cubicBezTo>
                    <a:pt x="1211" y="3638"/>
                    <a:pt x="1204" y="3638"/>
                    <a:pt x="1197" y="3638"/>
                  </a:cubicBezTo>
                  <a:cubicBezTo>
                    <a:pt x="1182" y="3638"/>
                    <a:pt x="1164" y="3641"/>
                    <a:pt x="1142" y="3646"/>
                  </a:cubicBezTo>
                  <a:cubicBezTo>
                    <a:pt x="1114" y="3660"/>
                    <a:pt x="1059" y="3688"/>
                    <a:pt x="1021" y="3737"/>
                  </a:cubicBezTo>
                  <a:cubicBezTo>
                    <a:pt x="983" y="3785"/>
                    <a:pt x="916" y="3876"/>
                    <a:pt x="894" y="3914"/>
                  </a:cubicBezTo>
                  <a:cubicBezTo>
                    <a:pt x="873" y="3953"/>
                    <a:pt x="829" y="3988"/>
                    <a:pt x="763" y="4042"/>
                  </a:cubicBezTo>
                  <a:cubicBezTo>
                    <a:pt x="696" y="4097"/>
                    <a:pt x="606" y="4161"/>
                    <a:pt x="593" y="4173"/>
                  </a:cubicBezTo>
                  <a:cubicBezTo>
                    <a:pt x="580" y="4185"/>
                    <a:pt x="514" y="4224"/>
                    <a:pt x="506" y="4227"/>
                  </a:cubicBezTo>
                  <a:cubicBezTo>
                    <a:pt x="500" y="4230"/>
                    <a:pt x="476" y="4246"/>
                    <a:pt x="457" y="4260"/>
                  </a:cubicBezTo>
                  <a:cubicBezTo>
                    <a:pt x="469" y="4233"/>
                    <a:pt x="478" y="4206"/>
                    <a:pt x="479" y="4192"/>
                  </a:cubicBezTo>
                  <a:cubicBezTo>
                    <a:pt x="484" y="4167"/>
                    <a:pt x="500" y="4126"/>
                    <a:pt x="508" y="4115"/>
                  </a:cubicBezTo>
                  <a:cubicBezTo>
                    <a:pt x="517" y="4103"/>
                    <a:pt x="516" y="4087"/>
                    <a:pt x="514" y="4087"/>
                  </a:cubicBezTo>
                  <a:lnTo>
                    <a:pt x="497" y="4075"/>
                  </a:lnTo>
                  <a:lnTo>
                    <a:pt x="476" y="4077"/>
                  </a:lnTo>
                  <a:cubicBezTo>
                    <a:pt x="459" y="4091"/>
                    <a:pt x="452" y="4078"/>
                    <a:pt x="425" y="4122"/>
                  </a:cubicBezTo>
                  <a:cubicBezTo>
                    <a:pt x="399" y="4166"/>
                    <a:pt x="385" y="4188"/>
                    <a:pt x="379" y="4198"/>
                  </a:cubicBezTo>
                  <a:cubicBezTo>
                    <a:pt x="373" y="4190"/>
                    <a:pt x="361" y="4177"/>
                    <a:pt x="351" y="4158"/>
                  </a:cubicBezTo>
                  <a:cubicBezTo>
                    <a:pt x="341" y="4138"/>
                    <a:pt x="334" y="4106"/>
                    <a:pt x="339" y="4097"/>
                  </a:cubicBezTo>
                  <a:cubicBezTo>
                    <a:pt x="344" y="4088"/>
                    <a:pt x="360" y="4061"/>
                    <a:pt x="364" y="4049"/>
                  </a:cubicBezTo>
                  <a:cubicBezTo>
                    <a:pt x="370" y="4039"/>
                    <a:pt x="415" y="4000"/>
                    <a:pt x="399" y="3992"/>
                  </a:cubicBezTo>
                  <a:cubicBezTo>
                    <a:pt x="390" y="3989"/>
                    <a:pt x="387" y="3983"/>
                    <a:pt x="379" y="3983"/>
                  </a:cubicBezTo>
                  <a:cubicBezTo>
                    <a:pt x="373" y="3983"/>
                    <a:pt x="365" y="3986"/>
                    <a:pt x="351" y="3994"/>
                  </a:cubicBezTo>
                  <a:cubicBezTo>
                    <a:pt x="316" y="4014"/>
                    <a:pt x="280" y="4035"/>
                    <a:pt x="272" y="4059"/>
                  </a:cubicBezTo>
                  <a:cubicBezTo>
                    <a:pt x="264" y="4086"/>
                    <a:pt x="252" y="4094"/>
                    <a:pt x="245" y="4099"/>
                  </a:cubicBezTo>
                  <a:cubicBezTo>
                    <a:pt x="243" y="4090"/>
                    <a:pt x="237" y="4070"/>
                    <a:pt x="249" y="4049"/>
                  </a:cubicBezTo>
                  <a:cubicBezTo>
                    <a:pt x="258" y="4030"/>
                    <a:pt x="267" y="4021"/>
                    <a:pt x="265" y="4020"/>
                  </a:cubicBezTo>
                  <a:cubicBezTo>
                    <a:pt x="265" y="4010"/>
                    <a:pt x="265" y="3992"/>
                    <a:pt x="252" y="3992"/>
                  </a:cubicBezTo>
                  <a:cubicBezTo>
                    <a:pt x="252" y="3992"/>
                    <a:pt x="251" y="3992"/>
                    <a:pt x="251" y="3992"/>
                  </a:cubicBezTo>
                  <a:cubicBezTo>
                    <a:pt x="236" y="3994"/>
                    <a:pt x="205" y="4005"/>
                    <a:pt x="203" y="4007"/>
                  </a:cubicBezTo>
                  <a:cubicBezTo>
                    <a:pt x="197" y="4007"/>
                    <a:pt x="185" y="4007"/>
                    <a:pt x="178" y="4014"/>
                  </a:cubicBezTo>
                  <a:cubicBezTo>
                    <a:pt x="169" y="4021"/>
                    <a:pt x="152" y="4048"/>
                    <a:pt x="150" y="4052"/>
                  </a:cubicBezTo>
                  <a:cubicBezTo>
                    <a:pt x="149" y="4056"/>
                    <a:pt x="128" y="4061"/>
                    <a:pt x="127" y="4061"/>
                  </a:cubicBezTo>
                  <a:cubicBezTo>
                    <a:pt x="115" y="4062"/>
                    <a:pt x="90" y="4067"/>
                    <a:pt x="87" y="4080"/>
                  </a:cubicBezTo>
                  <a:cubicBezTo>
                    <a:pt x="86" y="4091"/>
                    <a:pt x="101" y="4134"/>
                    <a:pt x="89" y="4163"/>
                  </a:cubicBezTo>
                  <a:cubicBezTo>
                    <a:pt x="77" y="4193"/>
                    <a:pt x="71" y="4209"/>
                    <a:pt x="54" y="4228"/>
                  </a:cubicBezTo>
                  <a:cubicBezTo>
                    <a:pt x="38" y="4246"/>
                    <a:pt x="20" y="4269"/>
                    <a:pt x="15" y="4288"/>
                  </a:cubicBezTo>
                  <a:cubicBezTo>
                    <a:pt x="7" y="4307"/>
                    <a:pt x="0" y="4332"/>
                    <a:pt x="13" y="4343"/>
                  </a:cubicBezTo>
                  <a:cubicBezTo>
                    <a:pt x="28" y="4354"/>
                    <a:pt x="29" y="4352"/>
                    <a:pt x="39" y="4373"/>
                  </a:cubicBezTo>
                  <a:cubicBezTo>
                    <a:pt x="50" y="4394"/>
                    <a:pt x="41" y="4426"/>
                    <a:pt x="63" y="4444"/>
                  </a:cubicBezTo>
                  <a:cubicBezTo>
                    <a:pt x="82" y="4459"/>
                    <a:pt x="78" y="4481"/>
                    <a:pt x="102" y="4481"/>
                  </a:cubicBezTo>
                  <a:cubicBezTo>
                    <a:pt x="106" y="4481"/>
                    <a:pt x="111" y="4480"/>
                    <a:pt x="117" y="4479"/>
                  </a:cubicBezTo>
                  <a:cubicBezTo>
                    <a:pt x="165" y="4536"/>
                    <a:pt x="236" y="4608"/>
                    <a:pt x="300" y="4617"/>
                  </a:cubicBezTo>
                  <a:cubicBezTo>
                    <a:pt x="346" y="4623"/>
                    <a:pt x="417" y="4630"/>
                    <a:pt x="478" y="4630"/>
                  </a:cubicBezTo>
                  <a:cubicBezTo>
                    <a:pt x="520" y="4630"/>
                    <a:pt x="557" y="4627"/>
                    <a:pt x="577" y="4617"/>
                  </a:cubicBezTo>
                  <a:cubicBezTo>
                    <a:pt x="625" y="4592"/>
                    <a:pt x="628" y="4565"/>
                    <a:pt x="676" y="4549"/>
                  </a:cubicBezTo>
                  <a:cubicBezTo>
                    <a:pt x="724" y="4534"/>
                    <a:pt x="819" y="4464"/>
                    <a:pt x="910" y="4409"/>
                  </a:cubicBezTo>
                  <a:cubicBezTo>
                    <a:pt x="1004" y="4355"/>
                    <a:pt x="1079" y="4256"/>
                    <a:pt x="1106" y="4225"/>
                  </a:cubicBezTo>
                  <a:cubicBezTo>
                    <a:pt x="1133" y="4193"/>
                    <a:pt x="1171" y="4167"/>
                    <a:pt x="1177" y="4160"/>
                  </a:cubicBezTo>
                  <a:cubicBezTo>
                    <a:pt x="1183" y="4154"/>
                    <a:pt x="1215" y="4134"/>
                    <a:pt x="1231" y="4123"/>
                  </a:cubicBezTo>
                  <a:lnTo>
                    <a:pt x="1240" y="4118"/>
                  </a:lnTo>
                  <a:cubicBezTo>
                    <a:pt x="1286" y="4186"/>
                    <a:pt x="1266" y="4176"/>
                    <a:pt x="1288" y="4212"/>
                  </a:cubicBezTo>
                  <a:cubicBezTo>
                    <a:pt x="1311" y="4252"/>
                    <a:pt x="1308" y="4275"/>
                    <a:pt x="1305" y="4294"/>
                  </a:cubicBezTo>
                  <a:cubicBezTo>
                    <a:pt x="1304" y="4314"/>
                    <a:pt x="1305" y="4365"/>
                    <a:pt x="1323" y="4407"/>
                  </a:cubicBezTo>
                  <a:cubicBezTo>
                    <a:pt x="1340" y="4448"/>
                    <a:pt x="1343" y="4457"/>
                    <a:pt x="1350" y="4508"/>
                  </a:cubicBezTo>
                  <a:cubicBezTo>
                    <a:pt x="1359" y="4559"/>
                    <a:pt x="1365" y="4582"/>
                    <a:pt x="1384" y="4625"/>
                  </a:cubicBezTo>
                  <a:cubicBezTo>
                    <a:pt x="1403" y="4665"/>
                    <a:pt x="1413" y="4696"/>
                    <a:pt x="1414" y="4718"/>
                  </a:cubicBezTo>
                  <a:cubicBezTo>
                    <a:pt x="1417" y="4740"/>
                    <a:pt x="1404" y="4802"/>
                    <a:pt x="1412" y="4898"/>
                  </a:cubicBezTo>
                  <a:cubicBezTo>
                    <a:pt x="1420" y="4995"/>
                    <a:pt x="1426" y="5142"/>
                    <a:pt x="1423" y="5194"/>
                  </a:cubicBezTo>
                  <a:cubicBezTo>
                    <a:pt x="1420" y="5248"/>
                    <a:pt x="1406" y="5292"/>
                    <a:pt x="1428" y="5359"/>
                  </a:cubicBezTo>
                  <a:cubicBezTo>
                    <a:pt x="1449" y="5427"/>
                    <a:pt x="1473" y="5433"/>
                    <a:pt x="1493" y="5475"/>
                  </a:cubicBezTo>
                  <a:cubicBezTo>
                    <a:pt x="1498" y="5487"/>
                    <a:pt x="1503" y="5497"/>
                    <a:pt x="1508" y="5506"/>
                  </a:cubicBezTo>
                  <a:cubicBezTo>
                    <a:pt x="1519" y="5532"/>
                    <a:pt x="1530" y="5554"/>
                    <a:pt x="1549" y="5558"/>
                  </a:cubicBezTo>
                  <a:cubicBezTo>
                    <a:pt x="1573" y="5566"/>
                    <a:pt x="1597" y="5557"/>
                    <a:pt x="1597" y="5573"/>
                  </a:cubicBezTo>
                  <a:cubicBezTo>
                    <a:pt x="1595" y="5589"/>
                    <a:pt x="1616" y="5596"/>
                    <a:pt x="1639" y="5599"/>
                  </a:cubicBezTo>
                  <a:cubicBezTo>
                    <a:pt x="1664" y="5601"/>
                    <a:pt x="1569" y="5638"/>
                    <a:pt x="1642" y="5640"/>
                  </a:cubicBezTo>
                  <a:cubicBezTo>
                    <a:pt x="1645" y="5640"/>
                    <a:pt x="1649" y="5640"/>
                    <a:pt x="1653" y="5640"/>
                  </a:cubicBezTo>
                  <a:cubicBezTo>
                    <a:pt x="1682" y="5640"/>
                    <a:pt x="1701" y="5635"/>
                    <a:pt x="1710" y="5635"/>
                  </a:cubicBezTo>
                  <a:cubicBezTo>
                    <a:pt x="1720" y="5635"/>
                    <a:pt x="1716" y="5642"/>
                    <a:pt x="1697" y="5669"/>
                  </a:cubicBezTo>
                  <a:cubicBezTo>
                    <a:pt x="1661" y="5723"/>
                    <a:pt x="1646" y="5768"/>
                    <a:pt x="1643" y="5783"/>
                  </a:cubicBezTo>
                  <a:cubicBezTo>
                    <a:pt x="1639" y="5796"/>
                    <a:pt x="1594" y="5826"/>
                    <a:pt x="1605" y="5895"/>
                  </a:cubicBezTo>
                  <a:cubicBezTo>
                    <a:pt x="1617" y="5962"/>
                    <a:pt x="1610" y="6008"/>
                    <a:pt x="1626" y="6081"/>
                  </a:cubicBezTo>
                  <a:cubicBezTo>
                    <a:pt x="1643" y="6153"/>
                    <a:pt x="1645" y="6231"/>
                    <a:pt x="1643" y="6236"/>
                  </a:cubicBezTo>
                  <a:cubicBezTo>
                    <a:pt x="1643" y="6241"/>
                    <a:pt x="1639" y="6403"/>
                    <a:pt x="1636" y="6428"/>
                  </a:cubicBezTo>
                  <a:cubicBezTo>
                    <a:pt x="1633" y="6453"/>
                    <a:pt x="1632" y="6463"/>
                    <a:pt x="1632" y="6467"/>
                  </a:cubicBezTo>
                  <a:cubicBezTo>
                    <a:pt x="1633" y="6464"/>
                    <a:pt x="1634" y="6461"/>
                    <a:pt x="1636" y="6458"/>
                  </a:cubicBezTo>
                  <a:lnTo>
                    <a:pt x="1636" y="6458"/>
                  </a:lnTo>
                  <a:cubicBezTo>
                    <a:pt x="1627" y="6502"/>
                    <a:pt x="1621" y="6547"/>
                    <a:pt x="1607" y="6587"/>
                  </a:cubicBezTo>
                  <a:cubicBezTo>
                    <a:pt x="1601" y="6600"/>
                    <a:pt x="1602" y="6616"/>
                    <a:pt x="1608" y="6632"/>
                  </a:cubicBezTo>
                  <a:cubicBezTo>
                    <a:pt x="1604" y="6708"/>
                    <a:pt x="1597" y="6845"/>
                    <a:pt x="1607" y="6964"/>
                  </a:cubicBezTo>
                  <a:cubicBezTo>
                    <a:pt x="1610" y="6996"/>
                    <a:pt x="1614" y="7028"/>
                    <a:pt x="1617" y="7059"/>
                  </a:cubicBezTo>
                  <a:cubicBezTo>
                    <a:pt x="1621" y="7094"/>
                    <a:pt x="1626" y="7127"/>
                    <a:pt x="1629" y="7159"/>
                  </a:cubicBezTo>
                  <a:cubicBezTo>
                    <a:pt x="1636" y="7207"/>
                    <a:pt x="1642" y="7251"/>
                    <a:pt x="1643" y="7283"/>
                  </a:cubicBezTo>
                  <a:cubicBezTo>
                    <a:pt x="1648" y="7351"/>
                    <a:pt x="1664" y="7494"/>
                    <a:pt x="1678" y="7545"/>
                  </a:cubicBezTo>
                  <a:cubicBezTo>
                    <a:pt x="1694" y="7596"/>
                    <a:pt x="1712" y="7665"/>
                    <a:pt x="1715" y="7697"/>
                  </a:cubicBezTo>
                  <a:cubicBezTo>
                    <a:pt x="1716" y="7704"/>
                    <a:pt x="1716" y="7711"/>
                    <a:pt x="1717" y="7717"/>
                  </a:cubicBezTo>
                  <a:cubicBezTo>
                    <a:pt x="1719" y="7733"/>
                    <a:pt x="1722" y="7740"/>
                    <a:pt x="1722" y="7745"/>
                  </a:cubicBezTo>
                  <a:cubicBezTo>
                    <a:pt x="1726" y="7742"/>
                    <a:pt x="1731" y="7739"/>
                    <a:pt x="1734" y="7736"/>
                  </a:cubicBezTo>
                  <a:lnTo>
                    <a:pt x="1734" y="7736"/>
                  </a:lnTo>
                  <a:cubicBezTo>
                    <a:pt x="1732" y="7758"/>
                    <a:pt x="1742" y="7793"/>
                    <a:pt x="1744" y="7810"/>
                  </a:cubicBezTo>
                  <a:cubicBezTo>
                    <a:pt x="1751" y="7877"/>
                    <a:pt x="1751" y="7943"/>
                    <a:pt x="1793" y="7989"/>
                  </a:cubicBezTo>
                  <a:cubicBezTo>
                    <a:pt x="1847" y="8046"/>
                    <a:pt x="1939" y="8080"/>
                    <a:pt x="2015" y="8119"/>
                  </a:cubicBezTo>
                  <a:cubicBezTo>
                    <a:pt x="2130" y="8180"/>
                    <a:pt x="2232" y="8243"/>
                    <a:pt x="2339" y="8316"/>
                  </a:cubicBezTo>
                  <a:cubicBezTo>
                    <a:pt x="2389" y="8348"/>
                    <a:pt x="2452" y="8357"/>
                    <a:pt x="2506" y="8386"/>
                  </a:cubicBezTo>
                  <a:cubicBezTo>
                    <a:pt x="2586" y="8432"/>
                    <a:pt x="2691" y="8435"/>
                    <a:pt x="2777" y="8476"/>
                  </a:cubicBezTo>
                  <a:cubicBezTo>
                    <a:pt x="2827" y="8501"/>
                    <a:pt x="2876" y="8528"/>
                    <a:pt x="2924" y="8559"/>
                  </a:cubicBezTo>
                  <a:cubicBezTo>
                    <a:pt x="2962" y="8581"/>
                    <a:pt x="3017" y="8598"/>
                    <a:pt x="3040" y="8632"/>
                  </a:cubicBezTo>
                  <a:cubicBezTo>
                    <a:pt x="3056" y="8654"/>
                    <a:pt x="3074" y="8674"/>
                    <a:pt x="3096" y="8692"/>
                  </a:cubicBezTo>
                  <a:cubicBezTo>
                    <a:pt x="3107" y="8703"/>
                    <a:pt x="3113" y="8721"/>
                    <a:pt x="3120" y="8738"/>
                  </a:cubicBezTo>
                  <a:cubicBezTo>
                    <a:pt x="3113" y="8735"/>
                    <a:pt x="3107" y="8731"/>
                    <a:pt x="3103" y="8729"/>
                  </a:cubicBezTo>
                  <a:lnTo>
                    <a:pt x="3059" y="8792"/>
                  </a:lnTo>
                  <a:cubicBezTo>
                    <a:pt x="3049" y="8801"/>
                    <a:pt x="3030" y="8820"/>
                    <a:pt x="3069" y="8846"/>
                  </a:cubicBezTo>
                  <a:cubicBezTo>
                    <a:pt x="3101" y="8869"/>
                    <a:pt x="3103" y="8878"/>
                    <a:pt x="3133" y="8878"/>
                  </a:cubicBezTo>
                  <a:cubicBezTo>
                    <a:pt x="3140" y="8878"/>
                    <a:pt x="3147" y="8877"/>
                    <a:pt x="3157" y="8877"/>
                  </a:cubicBezTo>
                  <a:cubicBezTo>
                    <a:pt x="3163" y="8876"/>
                    <a:pt x="3170" y="8876"/>
                    <a:pt x="3176" y="8876"/>
                  </a:cubicBezTo>
                  <a:cubicBezTo>
                    <a:pt x="3218" y="8876"/>
                    <a:pt x="3255" y="8883"/>
                    <a:pt x="3265" y="8883"/>
                  </a:cubicBezTo>
                  <a:cubicBezTo>
                    <a:pt x="3266" y="8883"/>
                    <a:pt x="3267" y="8883"/>
                    <a:pt x="3267" y="8882"/>
                  </a:cubicBezTo>
                  <a:cubicBezTo>
                    <a:pt x="3273" y="8882"/>
                    <a:pt x="3339" y="8965"/>
                    <a:pt x="3375" y="9009"/>
                  </a:cubicBezTo>
                  <a:cubicBezTo>
                    <a:pt x="3404" y="9041"/>
                    <a:pt x="3470" y="9107"/>
                    <a:pt x="3509" y="9153"/>
                  </a:cubicBezTo>
                  <a:cubicBezTo>
                    <a:pt x="3508" y="9155"/>
                    <a:pt x="3505" y="9156"/>
                    <a:pt x="3505" y="9159"/>
                  </a:cubicBezTo>
                  <a:cubicBezTo>
                    <a:pt x="3500" y="9171"/>
                    <a:pt x="3511" y="9172"/>
                    <a:pt x="3525" y="9172"/>
                  </a:cubicBezTo>
                  <a:cubicBezTo>
                    <a:pt x="3530" y="9178"/>
                    <a:pt x="3534" y="9184"/>
                    <a:pt x="3537" y="9188"/>
                  </a:cubicBezTo>
                  <a:cubicBezTo>
                    <a:pt x="3560" y="9226"/>
                    <a:pt x="3715" y="9404"/>
                    <a:pt x="3748" y="9436"/>
                  </a:cubicBezTo>
                  <a:cubicBezTo>
                    <a:pt x="3766" y="9453"/>
                    <a:pt x="3786" y="9461"/>
                    <a:pt x="3807" y="9461"/>
                  </a:cubicBezTo>
                  <a:cubicBezTo>
                    <a:pt x="3826" y="9461"/>
                    <a:pt x="3846" y="9454"/>
                    <a:pt x="3869" y="9440"/>
                  </a:cubicBezTo>
                  <a:cubicBezTo>
                    <a:pt x="3916" y="9411"/>
                    <a:pt x="4000" y="9302"/>
                    <a:pt x="3942" y="9136"/>
                  </a:cubicBezTo>
                  <a:cubicBezTo>
                    <a:pt x="3885" y="8970"/>
                    <a:pt x="3889" y="8914"/>
                    <a:pt x="3834" y="8855"/>
                  </a:cubicBezTo>
                  <a:cubicBezTo>
                    <a:pt x="3780" y="8798"/>
                    <a:pt x="3745" y="8766"/>
                    <a:pt x="3722" y="8737"/>
                  </a:cubicBezTo>
                  <a:cubicBezTo>
                    <a:pt x="3700" y="8708"/>
                    <a:pt x="3694" y="8689"/>
                    <a:pt x="3693" y="8678"/>
                  </a:cubicBezTo>
                  <a:cubicBezTo>
                    <a:pt x="3691" y="8671"/>
                    <a:pt x="3668" y="8437"/>
                    <a:pt x="3632" y="8361"/>
                  </a:cubicBezTo>
                  <a:cubicBezTo>
                    <a:pt x="3595" y="8285"/>
                    <a:pt x="3533" y="8211"/>
                    <a:pt x="3474" y="8208"/>
                  </a:cubicBezTo>
                  <a:cubicBezTo>
                    <a:pt x="3473" y="8208"/>
                    <a:pt x="3472" y="8208"/>
                    <a:pt x="3471" y="8208"/>
                  </a:cubicBezTo>
                  <a:cubicBezTo>
                    <a:pt x="3411" y="8208"/>
                    <a:pt x="3299" y="8277"/>
                    <a:pt x="3266" y="8311"/>
                  </a:cubicBezTo>
                  <a:cubicBezTo>
                    <a:pt x="3241" y="8338"/>
                    <a:pt x="3228" y="8351"/>
                    <a:pt x="3219" y="8351"/>
                  </a:cubicBezTo>
                  <a:cubicBezTo>
                    <a:pt x="3215" y="8345"/>
                    <a:pt x="3211" y="8342"/>
                    <a:pt x="3206" y="8341"/>
                  </a:cubicBezTo>
                  <a:cubicBezTo>
                    <a:pt x="3204" y="8338"/>
                    <a:pt x="3201" y="8336"/>
                    <a:pt x="3198" y="8336"/>
                  </a:cubicBezTo>
                  <a:cubicBezTo>
                    <a:pt x="3192" y="8336"/>
                    <a:pt x="3186" y="8341"/>
                    <a:pt x="3177" y="8354"/>
                  </a:cubicBezTo>
                  <a:cubicBezTo>
                    <a:pt x="3171" y="8364"/>
                    <a:pt x="3170" y="8365"/>
                    <a:pt x="3174" y="8367"/>
                  </a:cubicBezTo>
                  <a:cubicBezTo>
                    <a:pt x="3168" y="8370"/>
                    <a:pt x="3163" y="8373"/>
                    <a:pt x="3157" y="8377"/>
                  </a:cubicBezTo>
                  <a:cubicBezTo>
                    <a:pt x="3119" y="8345"/>
                    <a:pt x="3069" y="8313"/>
                    <a:pt x="3046" y="8304"/>
                  </a:cubicBezTo>
                  <a:cubicBezTo>
                    <a:pt x="3004" y="8282"/>
                    <a:pt x="2967" y="8236"/>
                    <a:pt x="2937" y="8205"/>
                  </a:cubicBezTo>
                  <a:cubicBezTo>
                    <a:pt x="2846" y="8113"/>
                    <a:pt x="2759" y="8010"/>
                    <a:pt x="2675" y="7909"/>
                  </a:cubicBezTo>
                  <a:cubicBezTo>
                    <a:pt x="2596" y="7816"/>
                    <a:pt x="2497" y="7787"/>
                    <a:pt x="2376" y="7759"/>
                  </a:cubicBezTo>
                  <a:cubicBezTo>
                    <a:pt x="2341" y="7751"/>
                    <a:pt x="2331" y="7727"/>
                    <a:pt x="2302" y="7710"/>
                  </a:cubicBezTo>
                  <a:cubicBezTo>
                    <a:pt x="2271" y="7691"/>
                    <a:pt x="2270" y="7628"/>
                    <a:pt x="2267" y="7580"/>
                  </a:cubicBezTo>
                  <a:cubicBezTo>
                    <a:pt x="2373" y="7518"/>
                    <a:pt x="2565" y="7404"/>
                    <a:pt x="2632" y="7330"/>
                  </a:cubicBezTo>
                  <a:cubicBezTo>
                    <a:pt x="2701" y="7252"/>
                    <a:pt x="2784" y="7139"/>
                    <a:pt x="2798" y="7127"/>
                  </a:cubicBezTo>
                  <a:cubicBezTo>
                    <a:pt x="2798" y="7126"/>
                    <a:pt x="2800" y="7124"/>
                    <a:pt x="2801" y="7124"/>
                  </a:cubicBezTo>
                  <a:cubicBezTo>
                    <a:pt x="2809" y="7118"/>
                    <a:pt x="2827" y="7094"/>
                    <a:pt x="2842" y="7075"/>
                  </a:cubicBezTo>
                  <a:cubicBezTo>
                    <a:pt x="2861" y="7114"/>
                    <a:pt x="2881" y="7162"/>
                    <a:pt x="2886" y="7190"/>
                  </a:cubicBezTo>
                  <a:cubicBezTo>
                    <a:pt x="2892" y="7229"/>
                    <a:pt x="2909" y="7318"/>
                    <a:pt x="2909" y="7319"/>
                  </a:cubicBezTo>
                  <a:cubicBezTo>
                    <a:pt x="2938" y="7416"/>
                    <a:pt x="3010" y="7605"/>
                    <a:pt x="3020" y="7653"/>
                  </a:cubicBezTo>
                  <a:cubicBezTo>
                    <a:pt x="3021" y="7660"/>
                    <a:pt x="3037" y="7668"/>
                    <a:pt x="3037" y="7676"/>
                  </a:cubicBezTo>
                  <a:cubicBezTo>
                    <a:pt x="3037" y="7719"/>
                    <a:pt x="3066" y="7771"/>
                    <a:pt x="3130" y="7771"/>
                  </a:cubicBezTo>
                  <a:cubicBezTo>
                    <a:pt x="3136" y="7771"/>
                    <a:pt x="3143" y="7771"/>
                    <a:pt x="3149" y="7770"/>
                  </a:cubicBezTo>
                  <a:cubicBezTo>
                    <a:pt x="3241" y="7755"/>
                    <a:pt x="3365" y="7660"/>
                    <a:pt x="3393" y="7551"/>
                  </a:cubicBezTo>
                  <a:cubicBezTo>
                    <a:pt x="3422" y="7442"/>
                    <a:pt x="3454" y="7343"/>
                    <a:pt x="3445" y="7260"/>
                  </a:cubicBezTo>
                  <a:cubicBezTo>
                    <a:pt x="3436" y="7175"/>
                    <a:pt x="3416" y="7121"/>
                    <a:pt x="3406" y="7095"/>
                  </a:cubicBezTo>
                  <a:lnTo>
                    <a:pt x="3375" y="7081"/>
                  </a:lnTo>
                  <a:lnTo>
                    <a:pt x="3313" y="6930"/>
                  </a:lnTo>
                  <a:cubicBezTo>
                    <a:pt x="3314" y="6878"/>
                    <a:pt x="3315" y="6772"/>
                    <a:pt x="3301" y="6703"/>
                  </a:cubicBezTo>
                  <a:cubicBezTo>
                    <a:pt x="3288" y="6633"/>
                    <a:pt x="3257" y="6531"/>
                    <a:pt x="3174" y="6499"/>
                  </a:cubicBezTo>
                  <a:cubicBezTo>
                    <a:pt x="3091" y="6469"/>
                    <a:pt x="3056" y="6466"/>
                    <a:pt x="3039" y="6466"/>
                  </a:cubicBezTo>
                  <a:lnTo>
                    <a:pt x="2951" y="6488"/>
                  </a:lnTo>
                  <a:lnTo>
                    <a:pt x="2873" y="6517"/>
                  </a:lnTo>
                  <a:lnTo>
                    <a:pt x="2855" y="6523"/>
                  </a:lnTo>
                  <a:lnTo>
                    <a:pt x="2811" y="6531"/>
                  </a:lnTo>
                  <a:lnTo>
                    <a:pt x="2760" y="6550"/>
                  </a:lnTo>
                  <a:lnTo>
                    <a:pt x="2762" y="6552"/>
                  </a:lnTo>
                  <a:cubicBezTo>
                    <a:pt x="2744" y="6547"/>
                    <a:pt x="2728" y="6542"/>
                    <a:pt x="2715" y="6533"/>
                  </a:cubicBezTo>
                  <a:cubicBezTo>
                    <a:pt x="2701" y="6524"/>
                    <a:pt x="2686" y="6512"/>
                    <a:pt x="2670" y="6501"/>
                  </a:cubicBezTo>
                  <a:cubicBezTo>
                    <a:pt x="2672" y="6477"/>
                    <a:pt x="2675" y="6435"/>
                    <a:pt x="2692" y="6400"/>
                  </a:cubicBezTo>
                  <a:cubicBezTo>
                    <a:pt x="2709" y="6364"/>
                    <a:pt x="2794" y="6310"/>
                    <a:pt x="2860" y="6279"/>
                  </a:cubicBezTo>
                  <a:cubicBezTo>
                    <a:pt x="2924" y="6247"/>
                    <a:pt x="2932" y="6279"/>
                    <a:pt x="2976" y="6144"/>
                  </a:cubicBezTo>
                  <a:cubicBezTo>
                    <a:pt x="3021" y="6008"/>
                    <a:pt x="2978" y="5985"/>
                    <a:pt x="3023" y="5915"/>
                  </a:cubicBezTo>
                  <a:cubicBezTo>
                    <a:pt x="3068" y="5845"/>
                    <a:pt x="3123" y="5829"/>
                    <a:pt x="3113" y="5749"/>
                  </a:cubicBezTo>
                  <a:cubicBezTo>
                    <a:pt x="3104" y="5668"/>
                    <a:pt x="3123" y="5615"/>
                    <a:pt x="3094" y="5564"/>
                  </a:cubicBezTo>
                  <a:cubicBezTo>
                    <a:pt x="3065" y="5513"/>
                    <a:pt x="3036" y="5480"/>
                    <a:pt x="2994" y="5448"/>
                  </a:cubicBezTo>
                  <a:cubicBezTo>
                    <a:pt x="2962" y="5424"/>
                    <a:pt x="2951" y="5413"/>
                    <a:pt x="2951" y="5389"/>
                  </a:cubicBezTo>
                  <a:cubicBezTo>
                    <a:pt x="2951" y="5382"/>
                    <a:pt x="2951" y="5372"/>
                    <a:pt x="2954" y="5362"/>
                  </a:cubicBezTo>
                  <a:cubicBezTo>
                    <a:pt x="2963" y="5315"/>
                    <a:pt x="2979" y="5283"/>
                    <a:pt x="2963" y="5223"/>
                  </a:cubicBezTo>
                  <a:cubicBezTo>
                    <a:pt x="2947" y="5163"/>
                    <a:pt x="2927" y="5130"/>
                    <a:pt x="2903" y="5063"/>
                  </a:cubicBezTo>
                  <a:cubicBezTo>
                    <a:pt x="2880" y="4996"/>
                    <a:pt x="2836" y="4847"/>
                    <a:pt x="2829" y="4782"/>
                  </a:cubicBezTo>
                  <a:cubicBezTo>
                    <a:pt x="2822" y="4716"/>
                    <a:pt x="2804" y="4633"/>
                    <a:pt x="2774" y="4540"/>
                  </a:cubicBezTo>
                  <a:cubicBezTo>
                    <a:pt x="2743" y="4447"/>
                    <a:pt x="2727" y="4375"/>
                    <a:pt x="2714" y="4335"/>
                  </a:cubicBezTo>
                  <a:cubicBezTo>
                    <a:pt x="2701" y="4292"/>
                    <a:pt x="2676" y="4135"/>
                    <a:pt x="2675" y="4058"/>
                  </a:cubicBezTo>
                  <a:cubicBezTo>
                    <a:pt x="2673" y="3982"/>
                    <a:pt x="2682" y="3936"/>
                    <a:pt x="2698" y="3867"/>
                  </a:cubicBezTo>
                  <a:cubicBezTo>
                    <a:pt x="2715" y="3799"/>
                    <a:pt x="2711" y="3727"/>
                    <a:pt x="2676" y="3628"/>
                  </a:cubicBezTo>
                  <a:cubicBezTo>
                    <a:pt x="2640" y="3528"/>
                    <a:pt x="2624" y="3490"/>
                    <a:pt x="2610" y="3464"/>
                  </a:cubicBezTo>
                  <a:cubicBezTo>
                    <a:pt x="2600" y="3446"/>
                    <a:pt x="2589" y="3420"/>
                    <a:pt x="2577" y="3391"/>
                  </a:cubicBezTo>
                  <a:cubicBezTo>
                    <a:pt x="2578" y="3385"/>
                    <a:pt x="2580" y="3379"/>
                    <a:pt x="2583" y="3372"/>
                  </a:cubicBezTo>
                  <a:cubicBezTo>
                    <a:pt x="2583" y="3372"/>
                    <a:pt x="2701" y="3032"/>
                    <a:pt x="2726" y="2917"/>
                  </a:cubicBezTo>
                  <a:cubicBezTo>
                    <a:pt x="2752" y="2802"/>
                    <a:pt x="2798" y="2587"/>
                    <a:pt x="2809" y="2521"/>
                  </a:cubicBezTo>
                  <a:cubicBezTo>
                    <a:pt x="2820" y="2456"/>
                    <a:pt x="2807" y="2405"/>
                    <a:pt x="2810" y="2368"/>
                  </a:cubicBezTo>
                  <a:cubicBezTo>
                    <a:pt x="2814" y="2333"/>
                    <a:pt x="2829" y="2240"/>
                    <a:pt x="2827" y="2222"/>
                  </a:cubicBezTo>
                  <a:cubicBezTo>
                    <a:pt x="2826" y="2205"/>
                    <a:pt x="2835" y="2061"/>
                    <a:pt x="2762" y="1861"/>
                  </a:cubicBezTo>
                  <a:cubicBezTo>
                    <a:pt x="2689" y="1662"/>
                    <a:pt x="2632" y="1466"/>
                    <a:pt x="2626" y="1411"/>
                  </a:cubicBezTo>
                  <a:cubicBezTo>
                    <a:pt x="2621" y="1357"/>
                    <a:pt x="2594" y="1265"/>
                    <a:pt x="2594" y="1264"/>
                  </a:cubicBezTo>
                  <a:lnTo>
                    <a:pt x="2589" y="1235"/>
                  </a:lnTo>
                  <a:cubicBezTo>
                    <a:pt x="2589" y="1233"/>
                    <a:pt x="2573" y="935"/>
                    <a:pt x="2546" y="805"/>
                  </a:cubicBezTo>
                  <a:cubicBezTo>
                    <a:pt x="2520" y="677"/>
                    <a:pt x="2524" y="658"/>
                    <a:pt x="2491" y="601"/>
                  </a:cubicBezTo>
                  <a:cubicBezTo>
                    <a:pt x="2459" y="544"/>
                    <a:pt x="2433" y="509"/>
                    <a:pt x="2420" y="493"/>
                  </a:cubicBezTo>
                  <a:cubicBezTo>
                    <a:pt x="2405" y="493"/>
                    <a:pt x="2376" y="493"/>
                    <a:pt x="2380" y="515"/>
                  </a:cubicBezTo>
                  <a:cubicBezTo>
                    <a:pt x="2385" y="536"/>
                    <a:pt x="2405" y="587"/>
                    <a:pt x="2415" y="613"/>
                  </a:cubicBezTo>
                  <a:lnTo>
                    <a:pt x="2428" y="648"/>
                  </a:lnTo>
                  <a:lnTo>
                    <a:pt x="2439" y="686"/>
                  </a:lnTo>
                  <a:cubicBezTo>
                    <a:pt x="2417" y="655"/>
                    <a:pt x="2374" y="594"/>
                    <a:pt x="2373" y="591"/>
                  </a:cubicBezTo>
                  <a:cubicBezTo>
                    <a:pt x="2370" y="587"/>
                    <a:pt x="2319" y="527"/>
                    <a:pt x="2312" y="521"/>
                  </a:cubicBezTo>
                  <a:cubicBezTo>
                    <a:pt x="2310" y="520"/>
                    <a:pt x="2307" y="518"/>
                    <a:pt x="2306" y="517"/>
                  </a:cubicBezTo>
                  <a:cubicBezTo>
                    <a:pt x="2271" y="252"/>
                    <a:pt x="2061" y="34"/>
                    <a:pt x="1783" y="4"/>
                  </a:cubicBezTo>
                  <a:cubicBezTo>
                    <a:pt x="1761" y="2"/>
                    <a:pt x="1740" y="0"/>
                    <a:pt x="171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" name="Google Shape;190;p17"/>
            <p:cNvSpPr/>
            <p:nvPr/>
          </p:nvSpPr>
          <p:spPr>
            <a:xfrm>
              <a:off x="8119285" y="1553798"/>
              <a:ext cx="98810" cy="103149"/>
            </a:xfrm>
            <a:custGeom>
              <a:rect b="b" l="l" r="r" t="t"/>
              <a:pathLst>
                <a:path extrusionOk="0" h="1355" w="1298">
                  <a:moveTo>
                    <a:pt x="649" y="0"/>
                  </a:moveTo>
                  <a:cubicBezTo>
                    <a:pt x="290" y="0"/>
                    <a:pt x="1" y="303"/>
                    <a:pt x="1" y="678"/>
                  </a:cubicBezTo>
                  <a:cubicBezTo>
                    <a:pt x="1" y="1052"/>
                    <a:pt x="290" y="1355"/>
                    <a:pt x="649" y="1355"/>
                  </a:cubicBezTo>
                  <a:cubicBezTo>
                    <a:pt x="1007" y="1355"/>
                    <a:pt x="1297" y="1052"/>
                    <a:pt x="1297" y="678"/>
                  </a:cubicBezTo>
                  <a:cubicBezTo>
                    <a:pt x="1297" y="303"/>
                    <a:pt x="1007" y="0"/>
                    <a:pt x="6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1" name="Google Shape;191;p17"/>
          <p:cNvGrpSpPr/>
          <p:nvPr/>
        </p:nvGrpSpPr>
        <p:grpSpPr>
          <a:xfrm>
            <a:off x="8204820" y="3146434"/>
            <a:ext cx="573425" cy="1366340"/>
            <a:chOff x="8016390" y="1553798"/>
            <a:chExt cx="304576" cy="725735"/>
          </a:xfrm>
        </p:grpSpPr>
        <p:sp>
          <p:nvSpPr>
            <p:cNvPr id="192" name="Google Shape;192;p17"/>
            <p:cNvSpPr/>
            <p:nvPr/>
          </p:nvSpPr>
          <p:spPr>
            <a:xfrm>
              <a:off x="8016390" y="1559237"/>
              <a:ext cx="304576" cy="720295"/>
            </a:xfrm>
            <a:custGeom>
              <a:rect b="b" l="l" r="r" t="t"/>
              <a:pathLst>
                <a:path extrusionOk="0" h="9462" w="4001">
                  <a:moveTo>
                    <a:pt x="2309" y="648"/>
                  </a:moveTo>
                  <a:cubicBezTo>
                    <a:pt x="2323" y="674"/>
                    <a:pt x="2342" y="707"/>
                    <a:pt x="2348" y="722"/>
                  </a:cubicBezTo>
                  <a:cubicBezTo>
                    <a:pt x="2356" y="741"/>
                    <a:pt x="2369" y="767"/>
                    <a:pt x="2372" y="791"/>
                  </a:cubicBezTo>
                  <a:cubicBezTo>
                    <a:pt x="2374" y="814"/>
                    <a:pt x="2382" y="882"/>
                    <a:pt x="2385" y="917"/>
                  </a:cubicBezTo>
                  <a:cubicBezTo>
                    <a:pt x="2373" y="894"/>
                    <a:pt x="2348" y="844"/>
                    <a:pt x="2328" y="824"/>
                  </a:cubicBezTo>
                  <a:cubicBezTo>
                    <a:pt x="2316" y="811"/>
                    <a:pt x="2300" y="789"/>
                    <a:pt x="2284" y="770"/>
                  </a:cubicBezTo>
                  <a:cubicBezTo>
                    <a:pt x="2296" y="734"/>
                    <a:pt x="2303" y="697"/>
                    <a:pt x="2307" y="659"/>
                  </a:cubicBezTo>
                  <a:cubicBezTo>
                    <a:pt x="2307" y="655"/>
                    <a:pt x="2307" y="651"/>
                    <a:pt x="2309" y="648"/>
                  </a:cubicBezTo>
                  <a:close/>
                  <a:moveTo>
                    <a:pt x="2246" y="865"/>
                  </a:moveTo>
                  <a:cubicBezTo>
                    <a:pt x="2267" y="897"/>
                    <a:pt x="2296" y="941"/>
                    <a:pt x="2296" y="943"/>
                  </a:cubicBezTo>
                  <a:cubicBezTo>
                    <a:pt x="2297" y="946"/>
                    <a:pt x="2312" y="976"/>
                    <a:pt x="2297" y="978"/>
                  </a:cubicBezTo>
                  <a:cubicBezTo>
                    <a:pt x="2295" y="979"/>
                    <a:pt x="2293" y="979"/>
                    <a:pt x="2291" y="979"/>
                  </a:cubicBezTo>
                  <a:cubicBezTo>
                    <a:pt x="2277" y="979"/>
                    <a:pt x="2263" y="971"/>
                    <a:pt x="2256" y="964"/>
                  </a:cubicBezTo>
                  <a:cubicBezTo>
                    <a:pt x="2249" y="957"/>
                    <a:pt x="2222" y="938"/>
                    <a:pt x="2207" y="929"/>
                  </a:cubicBezTo>
                  <a:cubicBezTo>
                    <a:pt x="2222" y="908"/>
                    <a:pt x="2235" y="887"/>
                    <a:pt x="2246" y="865"/>
                  </a:cubicBezTo>
                  <a:close/>
                  <a:moveTo>
                    <a:pt x="1658" y="2285"/>
                  </a:moveTo>
                  <a:cubicBezTo>
                    <a:pt x="1658" y="2285"/>
                    <a:pt x="1658" y="2286"/>
                    <a:pt x="1658" y="2286"/>
                  </a:cubicBezTo>
                  <a:lnTo>
                    <a:pt x="1658" y="2286"/>
                  </a:lnTo>
                  <a:cubicBezTo>
                    <a:pt x="1658" y="2286"/>
                    <a:pt x="1658" y="2285"/>
                    <a:pt x="1658" y="2285"/>
                  </a:cubicBezTo>
                  <a:close/>
                  <a:moveTo>
                    <a:pt x="1693" y="2288"/>
                  </a:moveTo>
                  <a:lnTo>
                    <a:pt x="1693" y="2288"/>
                  </a:lnTo>
                  <a:cubicBezTo>
                    <a:pt x="1693" y="2288"/>
                    <a:pt x="1693" y="2288"/>
                    <a:pt x="1693" y="2289"/>
                  </a:cubicBezTo>
                  <a:lnTo>
                    <a:pt x="1693" y="2289"/>
                  </a:lnTo>
                  <a:cubicBezTo>
                    <a:pt x="1693" y="2288"/>
                    <a:pt x="1693" y="2288"/>
                    <a:pt x="1693" y="2288"/>
                  </a:cubicBezTo>
                  <a:close/>
                  <a:moveTo>
                    <a:pt x="1653" y="2291"/>
                  </a:moveTo>
                  <a:cubicBezTo>
                    <a:pt x="1653" y="2295"/>
                    <a:pt x="1653" y="2298"/>
                    <a:pt x="1653" y="2303"/>
                  </a:cubicBezTo>
                  <a:cubicBezTo>
                    <a:pt x="1654" y="2304"/>
                    <a:pt x="1654" y="2305"/>
                    <a:pt x="1654" y="2305"/>
                  </a:cubicBezTo>
                  <a:lnTo>
                    <a:pt x="1654" y="2305"/>
                  </a:lnTo>
                  <a:cubicBezTo>
                    <a:pt x="1654" y="2301"/>
                    <a:pt x="1653" y="2296"/>
                    <a:pt x="1653" y="2291"/>
                  </a:cubicBezTo>
                  <a:close/>
                  <a:moveTo>
                    <a:pt x="1755" y="2306"/>
                  </a:moveTo>
                  <a:cubicBezTo>
                    <a:pt x="1755" y="2306"/>
                    <a:pt x="1755" y="2307"/>
                    <a:pt x="1755" y="2308"/>
                  </a:cubicBezTo>
                  <a:lnTo>
                    <a:pt x="1755" y="2308"/>
                  </a:lnTo>
                  <a:cubicBezTo>
                    <a:pt x="1755" y="2307"/>
                    <a:pt x="1755" y="2306"/>
                    <a:pt x="1755" y="2306"/>
                  </a:cubicBezTo>
                  <a:close/>
                  <a:moveTo>
                    <a:pt x="1758" y="2313"/>
                  </a:moveTo>
                  <a:cubicBezTo>
                    <a:pt x="1758" y="2315"/>
                    <a:pt x="1758" y="2319"/>
                    <a:pt x="1759" y="2321"/>
                  </a:cubicBezTo>
                  <a:lnTo>
                    <a:pt x="1759" y="2321"/>
                  </a:lnTo>
                  <a:cubicBezTo>
                    <a:pt x="1759" y="2318"/>
                    <a:pt x="1758" y="2316"/>
                    <a:pt x="1758" y="2313"/>
                  </a:cubicBezTo>
                  <a:close/>
                  <a:moveTo>
                    <a:pt x="1605" y="2321"/>
                  </a:moveTo>
                  <a:cubicBezTo>
                    <a:pt x="1605" y="2322"/>
                    <a:pt x="1605" y="2322"/>
                    <a:pt x="1605" y="2322"/>
                  </a:cubicBezTo>
                  <a:lnTo>
                    <a:pt x="1605" y="2322"/>
                  </a:lnTo>
                  <a:cubicBezTo>
                    <a:pt x="1605" y="2322"/>
                    <a:pt x="1605" y="2322"/>
                    <a:pt x="1605" y="2321"/>
                  </a:cubicBezTo>
                  <a:close/>
                  <a:moveTo>
                    <a:pt x="1846" y="2330"/>
                  </a:moveTo>
                  <a:cubicBezTo>
                    <a:pt x="1846" y="2331"/>
                    <a:pt x="1846" y="2332"/>
                    <a:pt x="1846" y="2333"/>
                  </a:cubicBezTo>
                  <a:lnTo>
                    <a:pt x="1846" y="2333"/>
                  </a:lnTo>
                  <a:cubicBezTo>
                    <a:pt x="1846" y="2332"/>
                    <a:pt x="1846" y="2331"/>
                    <a:pt x="1846" y="2330"/>
                  </a:cubicBezTo>
                  <a:close/>
                  <a:moveTo>
                    <a:pt x="1828" y="2329"/>
                  </a:moveTo>
                  <a:cubicBezTo>
                    <a:pt x="1827" y="2332"/>
                    <a:pt x="1827" y="2335"/>
                    <a:pt x="1828" y="2339"/>
                  </a:cubicBezTo>
                  <a:lnTo>
                    <a:pt x="1828" y="2339"/>
                  </a:lnTo>
                  <a:cubicBezTo>
                    <a:pt x="1828" y="2336"/>
                    <a:pt x="1829" y="2332"/>
                    <a:pt x="1828" y="2329"/>
                  </a:cubicBezTo>
                  <a:close/>
                  <a:moveTo>
                    <a:pt x="1854" y="2330"/>
                  </a:moveTo>
                  <a:lnTo>
                    <a:pt x="1854" y="2330"/>
                  </a:lnTo>
                  <a:cubicBezTo>
                    <a:pt x="1854" y="2334"/>
                    <a:pt x="1853" y="2338"/>
                    <a:pt x="1854" y="2341"/>
                  </a:cubicBezTo>
                  <a:lnTo>
                    <a:pt x="1854" y="2341"/>
                  </a:lnTo>
                  <a:cubicBezTo>
                    <a:pt x="1855" y="2338"/>
                    <a:pt x="1855" y="2334"/>
                    <a:pt x="1854" y="2330"/>
                  </a:cubicBezTo>
                  <a:close/>
                  <a:moveTo>
                    <a:pt x="1524" y="2376"/>
                  </a:moveTo>
                  <a:lnTo>
                    <a:pt x="1524" y="2376"/>
                  </a:lnTo>
                  <a:cubicBezTo>
                    <a:pt x="1524" y="2376"/>
                    <a:pt x="1524" y="2376"/>
                    <a:pt x="1524" y="2377"/>
                  </a:cubicBezTo>
                  <a:lnTo>
                    <a:pt x="1524" y="2377"/>
                  </a:lnTo>
                  <a:cubicBezTo>
                    <a:pt x="1524" y="2377"/>
                    <a:pt x="1524" y="2377"/>
                    <a:pt x="1524" y="2377"/>
                  </a:cubicBezTo>
                  <a:lnTo>
                    <a:pt x="1524" y="2377"/>
                  </a:lnTo>
                  <a:cubicBezTo>
                    <a:pt x="1524" y="2377"/>
                    <a:pt x="1524" y="2378"/>
                    <a:pt x="1523" y="2378"/>
                  </a:cubicBezTo>
                  <a:lnTo>
                    <a:pt x="1523" y="2378"/>
                  </a:lnTo>
                  <a:cubicBezTo>
                    <a:pt x="1523" y="2378"/>
                    <a:pt x="1523" y="2377"/>
                    <a:pt x="1522" y="2376"/>
                  </a:cubicBezTo>
                  <a:lnTo>
                    <a:pt x="1522" y="2376"/>
                  </a:lnTo>
                  <a:cubicBezTo>
                    <a:pt x="1523" y="2377"/>
                    <a:pt x="1523" y="2377"/>
                    <a:pt x="1524" y="2377"/>
                  </a:cubicBezTo>
                  <a:lnTo>
                    <a:pt x="1524" y="2377"/>
                  </a:lnTo>
                  <a:cubicBezTo>
                    <a:pt x="1524" y="2376"/>
                    <a:pt x="1524" y="2376"/>
                    <a:pt x="1524" y="2376"/>
                  </a:cubicBezTo>
                  <a:close/>
                  <a:moveTo>
                    <a:pt x="1904" y="2371"/>
                  </a:moveTo>
                  <a:cubicBezTo>
                    <a:pt x="1904" y="2372"/>
                    <a:pt x="1904" y="2376"/>
                    <a:pt x="1905" y="2380"/>
                  </a:cubicBezTo>
                  <a:lnTo>
                    <a:pt x="1905" y="2380"/>
                  </a:lnTo>
                  <a:cubicBezTo>
                    <a:pt x="1905" y="2376"/>
                    <a:pt x="1905" y="2372"/>
                    <a:pt x="1904" y="2371"/>
                  </a:cubicBezTo>
                  <a:close/>
                  <a:moveTo>
                    <a:pt x="1524" y="2377"/>
                  </a:moveTo>
                  <a:cubicBezTo>
                    <a:pt x="1546" y="2378"/>
                    <a:pt x="1537" y="2381"/>
                    <a:pt x="1528" y="2383"/>
                  </a:cubicBezTo>
                  <a:lnTo>
                    <a:pt x="1528" y="2383"/>
                  </a:lnTo>
                  <a:cubicBezTo>
                    <a:pt x="1527" y="2381"/>
                    <a:pt x="1525" y="2378"/>
                    <a:pt x="1524" y="2377"/>
                  </a:cubicBezTo>
                  <a:close/>
                  <a:moveTo>
                    <a:pt x="1518" y="2387"/>
                  </a:moveTo>
                  <a:cubicBezTo>
                    <a:pt x="1518" y="2387"/>
                    <a:pt x="1518" y="2387"/>
                    <a:pt x="1518" y="2387"/>
                  </a:cubicBezTo>
                  <a:cubicBezTo>
                    <a:pt x="1518" y="2387"/>
                    <a:pt x="1518" y="2387"/>
                    <a:pt x="1518" y="2387"/>
                  </a:cubicBezTo>
                  <a:close/>
                  <a:moveTo>
                    <a:pt x="1961" y="2418"/>
                  </a:moveTo>
                  <a:cubicBezTo>
                    <a:pt x="1960" y="2419"/>
                    <a:pt x="1960" y="2420"/>
                    <a:pt x="1960" y="2422"/>
                  </a:cubicBezTo>
                  <a:lnTo>
                    <a:pt x="1960" y="2422"/>
                  </a:lnTo>
                  <a:cubicBezTo>
                    <a:pt x="1960" y="2420"/>
                    <a:pt x="1961" y="2418"/>
                    <a:pt x="1961" y="2418"/>
                  </a:cubicBezTo>
                  <a:close/>
                  <a:moveTo>
                    <a:pt x="1984" y="2444"/>
                  </a:moveTo>
                  <a:lnTo>
                    <a:pt x="1984" y="2444"/>
                  </a:lnTo>
                  <a:cubicBezTo>
                    <a:pt x="1984" y="2447"/>
                    <a:pt x="1983" y="2449"/>
                    <a:pt x="1983" y="2452"/>
                  </a:cubicBezTo>
                  <a:lnTo>
                    <a:pt x="1983" y="2452"/>
                  </a:lnTo>
                  <a:cubicBezTo>
                    <a:pt x="1984" y="2450"/>
                    <a:pt x="1984" y="2447"/>
                    <a:pt x="1984" y="2444"/>
                  </a:cubicBezTo>
                  <a:close/>
                  <a:moveTo>
                    <a:pt x="1999" y="2466"/>
                  </a:moveTo>
                  <a:cubicBezTo>
                    <a:pt x="1999" y="2470"/>
                    <a:pt x="1999" y="2473"/>
                    <a:pt x="1999" y="2476"/>
                  </a:cubicBezTo>
                  <a:lnTo>
                    <a:pt x="1999" y="2476"/>
                  </a:lnTo>
                  <a:cubicBezTo>
                    <a:pt x="2000" y="2473"/>
                    <a:pt x="1999" y="2469"/>
                    <a:pt x="1999" y="2466"/>
                  </a:cubicBezTo>
                  <a:close/>
                  <a:moveTo>
                    <a:pt x="2010" y="2474"/>
                  </a:moveTo>
                  <a:lnTo>
                    <a:pt x="2010" y="2474"/>
                  </a:lnTo>
                  <a:cubicBezTo>
                    <a:pt x="2010" y="2476"/>
                    <a:pt x="2010" y="2477"/>
                    <a:pt x="2010" y="2479"/>
                  </a:cubicBezTo>
                  <a:lnTo>
                    <a:pt x="2010" y="2479"/>
                  </a:lnTo>
                  <a:cubicBezTo>
                    <a:pt x="2010" y="2477"/>
                    <a:pt x="2010" y="2476"/>
                    <a:pt x="2010" y="2474"/>
                  </a:cubicBezTo>
                  <a:close/>
                  <a:moveTo>
                    <a:pt x="1414" y="2512"/>
                  </a:moveTo>
                  <a:cubicBezTo>
                    <a:pt x="1413" y="2512"/>
                    <a:pt x="1412" y="2512"/>
                    <a:pt x="1412" y="2512"/>
                  </a:cubicBezTo>
                  <a:lnTo>
                    <a:pt x="1416" y="2512"/>
                  </a:lnTo>
                  <a:cubicBezTo>
                    <a:pt x="1415" y="2512"/>
                    <a:pt x="1414" y="2512"/>
                    <a:pt x="1414" y="2512"/>
                  </a:cubicBezTo>
                  <a:close/>
                  <a:moveTo>
                    <a:pt x="1601" y="3443"/>
                  </a:moveTo>
                  <a:cubicBezTo>
                    <a:pt x="1602" y="3444"/>
                    <a:pt x="1602" y="3445"/>
                    <a:pt x="1602" y="3446"/>
                  </a:cubicBezTo>
                  <a:cubicBezTo>
                    <a:pt x="1602" y="3446"/>
                    <a:pt x="1602" y="3447"/>
                    <a:pt x="1602" y="3447"/>
                  </a:cubicBezTo>
                  <a:cubicBezTo>
                    <a:pt x="1602" y="3447"/>
                    <a:pt x="1602" y="3445"/>
                    <a:pt x="1601" y="3443"/>
                  </a:cubicBezTo>
                  <a:close/>
                  <a:moveTo>
                    <a:pt x="2272" y="6021"/>
                  </a:moveTo>
                  <a:lnTo>
                    <a:pt x="2272" y="6021"/>
                  </a:lnTo>
                  <a:cubicBezTo>
                    <a:pt x="2256" y="6029"/>
                    <a:pt x="2239" y="6035"/>
                    <a:pt x="2220" y="6040"/>
                  </a:cubicBezTo>
                  <a:cubicBezTo>
                    <a:pt x="2238" y="6033"/>
                    <a:pt x="2256" y="6027"/>
                    <a:pt x="2272" y="6021"/>
                  </a:cubicBezTo>
                  <a:close/>
                  <a:moveTo>
                    <a:pt x="2520" y="6342"/>
                  </a:moveTo>
                  <a:lnTo>
                    <a:pt x="2520" y="6342"/>
                  </a:lnTo>
                  <a:cubicBezTo>
                    <a:pt x="2519" y="6346"/>
                    <a:pt x="2517" y="6351"/>
                    <a:pt x="2516" y="6354"/>
                  </a:cubicBezTo>
                  <a:lnTo>
                    <a:pt x="2508" y="6384"/>
                  </a:lnTo>
                  <a:cubicBezTo>
                    <a:pt x="2504" y="6381"/>
                    <a:pt x="2514" y="6357"/>
                    <a:pt x="2520" y="6342"/>
                  </a:cubicBezTo>
                  <a:close/>
                  <a:moveTo>
                    <a:pt x="2717" y="6881"/>
                  </a:moveTo>
                  <a:cubicBezTo>
                    <a:pt x="2715" y="6882"/>
                    <a:pt x="2715" y="6882"/>
                    <a:pt x="2714" y="6884"/>
                  </a:cubicBezTo>
                  <a:lnTo>
                    <a:pt x="2712" y="6881"/>
                  </a:lnTo>
                  <a:close/>
                  <a:moveTo>
                    <a:pt x="1905" y="7611"/>
                  </a:moveTo>
                  <a:cubicBezTo>
                    <a:pt x="1900" y="7617"/>
                    <a:pt x="1894" y="7623"/>
                    <a:pt x="1889" y="7623"/>
                  </a:cubicBezTo>
                  <a:cubicBezTo>
                    <a:pt x="1889" y="7623"/>
                    <a:pt x="1888" y="7623"/>
                    <a:pt x="1888" y="7622"/>
                  </a:cubicBezTo>
                  <a:cubicBezTo>
                    <a:pt x="1894" y="7618"/>
                    <a:pt x="1900" y="7615"/>
                    <a:pt x="1905" y="7611"/>
                  </a:cubicBezTo>
                  <a:close/>
                  <a:moveTo>
                    <a:pt x="1719" y="0"/>
                  </a:moveTo>
                  <a:cubicBezTo>
                    <a:pt x="1419" y="0"/>
                    <a:pt x="1162" y="225"/>
                    <a:pt x="1128" y="530"/>
                  </a:cubicBezTo>
                  <a:cubicBezTo>
                    <a:pt x="1093" y="856"/>
                    <a:pt x="1327" y="1149"/>
                    <a:pt x="1653" y="1185"/>
                  </a:cubicBezTo>
                  <a:cubicBezTo>
                    <a:pt x="1675" y="1188"/>
                    <a:pt x="1697" y="1189"/>
                    <a:pt x="1718" y="1189"/>
                  </a:cubicBezTo>
                  <a:cubicBezTo>
                    <a:pt x="1884" y="1189"/>
                    <a:pt x="2036" y="1120"/>
                    <a:pt x="2146" y="1006"/>
                  </a:cubicBezTo>
                  <a:cubicBezTo>
                    <a:pt x="2163" y="1016"/>
                    <a:pt x="2176" y="1024"/>
                    <a:pt x="2178" y="1024"/>
                  </a:cubicBezTo>
                  <a:lnTo>
                    <a:pt x="2245" y="1070"/>
                  </a:lnTo>
                  <a:cubicBezTo>
                    <a:pt x="2254" y="1105"/>
                    <a:pt x="2270" y="1175"/>
                    <a:pt x="2277" y="1206"/>
                  </a:cubicBezTo>
                  <a:cubicBezTo>
                    <a:pt x="2284" y="1238"/>
                    <a:pt x="2313" y="1332"/>
                    <a:pt x="2345" y="1376"/>
                  </a:cubicBezTo>
                  <a:cubicBezTo>
                    <a:pt x="2376" y="1418"/>
                    <a:pt x="2393" y="1433"/>
                    <a:pt x="2393" y="1434"/>
                  </a:cubicBezTo>
                  <a:cubicBezTo>
                    <a:pt x="2408" y="1528"/>
                    <a:pt x="2434" y="1713"/>
                    <a:pt x="2437" y="1750"/>
                  </a:cubicBezTo>
                  <a:cubicBezTo>
                    <a:pt x="2439" y="1787"/>
                    <a:pt x="2409" y="2035"/>
                    <a:pt x="2427" y="2120"/>
                  </a:cubicBezTo>
                  <a:cubicBezTo>
                    <a:pt x="2446" y="2206"/>
                    <a:pt x="2476" y="2365"/>
                    <a:pt x="2481" y="2415"/>
                  </a:cubicBezTo>
                  <a:cubicBezTo>
                    <a:pt x="2484" y="2464"/>
                    <a:pt x="2463" y="2518"/>
                    <a:pt x="2450" y="2536"/>
                  </a:cubicBezTo>
                  <a:cubicBezTo>
                    <a:pt x="2439" y="2553"/>
                    <a:pt x="2360" y="2642"/>
                    <a:pt x="2342" y="2726"/>
                  </a:cubicBezTo>
                  <a:cubicBezTo>
                    <a:pt x="2323" y="2809"/>
                    <a:pt x="2303" y="2876"/>
                    <a:pt x="2293" y="2898"/>
                  </a:cubicBezTo>
                  <a:cubicBezTo>
                    <a:pt x="2283" y="2922"/>
                    <a:pt x="2249" y="2945"/>
                    <a:pt x="2216" y="2970"/>
                  </a:cubicBezTo>
                  <a:cubicBezTo>
                    <a:pt x="2182" y="2994"/>
                    <a:pt x="2141" y="3035"/>
                    <a:pt x="2124" y="3072"/>
                  </a:cubicBezTo>
                  <a:cubicBezTo>
                    <a:pt x="2117" y="3080"/>
                    <a:pt x="2112" y="3089"/>
                    <a:pt x="2106" y="3098"/>
                  </a:cubicBezTo>
                  <a:cubicBezTo>
                    <a:pt x="2105" y="3099"/>
                    <a:pt x="2104" y="3099"/>
                    <a:pt x="2102" y="3101"/>
                  </a:cubicBezTo>
                  <a:cubicBezTo>
                    <a:pt x="2086" y="3130"/>
                    <a:pt x="2063" y="3155"/>
                    <a:pt x="2055" y="3185"/>
                  </a:cubicBezTo>
                  <a:cubicBezTo>
                    <a:pt x="2054" y="3194"/>
                    <a:pt x="2051" y="3201"/>
                    <a:pt x="2045" y="3207"/>
                  </a:cubicBezTo>
                  <a:cubicBezTo>
                    <a:pt x="2044" y="3210"/>
                    <a:pt x="2042" y="3213"/>
                    <a:pt x="2039" y="3216"/>
                  </a:cubicBezTo>
                  <a:lnTo>
                    <a:pt x="2015" y="2999"/>
                  </a:lnTo>
                  <a:cubicBezTo>
                    <a:pt x="2015" y="2994"/>
                    <a:pt x="2013" y="2987"/>
                    <a:pt x="2019" y="2973"/>
                  </a:cubicBezTo>
                  <a:cubicBezTo>
                    <a:pt x="2025" y="2957"/>
                    <a:pt x="2032" y="2955"/>
                    <a:pt x="2035" y="2955"/>
                  </a:cubicBezTo>
                  <a:cubicBezTo>
                    <a:pt x="2036" y="2955"/>
                    <a:pt x="2038" y="2955"/>
                    <a:pt x="2040" y="2955"/>
                  </a:cubicBezTo>
                  <a:cubicBezTo>
                    <a:pt x="2058" y="2955"/>
                    <a:pt x="2087" y="2954"/>
                    <a:pt x="2099" y="2923"/>
                  </a:cubicBezTo>
                  <a:cubicBezTo>
                    <a:pt x="2111" y="2888"/>
                    <a:pt x="2121" y="2840"/>
                    <a:pt x="2115" y="2826"/>
                  </a:cubicBezTo>
                  <a:cubicBezTo>
                    <a:pt x="2109" y="2809"/>
                    <a:pt x="2095" y="2793"/>
                    <a:pt x="2093" y="2792"/>
                  </a:cubicBezTo>
                  <a:cubicBezTo>
                    <a:pt x="2089" y="2788"/>
                    <a:pt x="2083" y="2779"/>
                    <a:pt x="2083" y="2776"/>
                  </a:cubicBezTo>
                  <a:cubicBezTo>
                    <a:pt x="2083" y="2773"/>
                    <a:pt x="2086" y="2747"/>
                    <a:pt x="2083" y="2728"/>
                  </a:cubicBezTo>
                  <a:cubicBezTo>
                    <a:pt x="2080" y="2710"/>
                    <a:pt x="2070" y="2662"/>
                    <a:pt x="2057" y="2630"/>
                  </a:cubicBezTo>
                  <a:cubicBezTo>
                    <a:pt x="2044" y="2598"/>
                    <a:pt x="2038" y="2565"/>
                    <a:pt x="2022" y="2544"/>
                  </a:cubicBezTo>
                  <a:cubicBezTo>
                    <a:pt x="2023" y="2539"/>
                    <a:pt x="2026" y="2534"/>
                    <a:pt x="2029" y="2530"/>
                  </a:cubicBezTo>
                  <a:cubicBezTo>
                    <a:pt x="2029" y="2528"/>
                    <a:pt x="2034" y="2524"/>
                    <a:pt x="2032" y="2524"/>
                  </a:cubicBezTo>
                  <a:lnTo>
                    <a:pt x="2032" y="2524"/>
                  </a:lnTo>
                  <a:cubicBezTo>
                    <a:pt x="2028" y="2524"/>
                    <a:pt x="2020" y="2530"/>
                    <a:pt x="2019" y="2531"/>
                  </a:cubicBezTo>
                  <a:cubicBezTo>
                    <a:pt x="2018" y="2517"/>
                    <a:pt x="2026" y="2505"/>
                    <a:pt x="2025" y="2492"/>
                  </a:cubicBezTo>
                  <a:lnTo>
                    <a:pt x="2025" y="2492"/>
                  </a:lnTo>
                  <a:cubicBezTo>
                    <a:pt x="2020" y="2495"/>
                    <a:pt x="2010" y="2504"/>
                    <a:pt x="2007" y="2509"/>
                  </a:cubicBezTo>
                  <a:cubicBezTo>
                    <a:pt x="2007" y="2510"/>
                    <a:pt x="2007" y="2511"/>
                    <a:pt x="2007" y="2511"/>
                  </a:cubicBezTo>
                  <a:cubicBezTo>
                    <a:pt x="2006" y="2511"/>
                    <a:pt x="2006" y="2505"/>
                    <a:pt x="2006" y="2504"/>
                  </a:cubicBezTo>
                  <a:cubicBezTo>
                    <a:pt x="2007" y="2495"/>
                    <a:pt x="2010" y="2487"/>
                    <a:pt x="2010" y="2479"/>
                  </a:cubicBezTo>
                  <a:lnTo>
                    <a:pt x="2010" y="2479"/>
                  </a:lnTo>
                  <a:cubicBezTo>
                    <a:pt x="2010" y="2480"/>
                    <a:pt x="2010" y="2482"/>
                    <a:pt x="2009" y="2483"/>
                  </a:cubicBezTo>
                  <a:cubicBezTo>
                    <a:pt x="2009" y="2485"/>
                    <a:pt x="2005" y="2489"/>
                    <a:pt x="2003" y="2489"/>
                  </a:cubicBezTo>
                  <a:cubicBezTo>
                    <a:pt x="2002" y="2489"/>
                    <a:pt x="2001" y="2488"/>
                    <a:pt x="2000" y="2486"/>
                  </a:cubicBezTo>
                  <a:cubicBezTo>
                    <a:pt x="1999" y="2483"/>
                    <a:pt x="1999" y="2480"/>
                    <a:pt x="1999" y="2476"/>
                  </a:cubicBezTo>
                  <a:lnTo>
                    <a:pt x="1999" y="2476"/>
                  </a:lnTo>
                  <a:cubicBezTo>
                    <a:pt x="1999" y="2480"/>
                    <a:pt x="1998" y="2484"/>
                    <a:pt x="1996" y="2486"/>
                  </a:cubicBezTo>
                  <a:cubicBezTo>
                    <a:pt x="1995" y="2486"/>
                    <a:pt x="1995" y="2486"/>
                    <a:pt x="1995" y="2486"/>
                  </a:cubicBezTo>
                  <a:cubicBezTo>
                    <a:pt x="1992" y="2486"/>
                    <a:pt x="1991" y="2481"/>
                    <a:pt x="1990" y="2476"/>
                  </a:cubicBezTo>
                  <a:cubicBezTo>
                    <a:pt x="1990" y="2479"/>
                    <a:pt x="1988" y="2483"/>
                    <a:pt x="1987" y="2483"/>
                  </a:cubicBezTo>
                  <a:cubicBezTo>
                    <a:pt x="1984" y="2483"/>
                    <a:pt x="1984" y="2473"/>
                    <a:pt x="1984" y="2472"/>
                  </a:cubicBezTo>
                  <a:cubicBezTo>
                    <a:pt x="1984" y="2464"/>
                    <a:pt x="1983" y="2458"/>
                    <a:pt x="1983" y="2452"/>
                  </a:cubicBezTo>
                  <a:lnTo>
                    <a:pt x="1983" y="2452"/>
                  </a:lnTo>
                  <a:cubicBezTo>
                    <a:pt x="1983" y="2453"/>
                    <a:pt x="1983" y="2453"/>
                    <a:pt x="1983" y="2454"/>
                  </a:cubicBezTo>
                  <a:cubicBezTo>
                    <a:pt x="1981" y="2458"/>
                    <a:pt x="1981" y="2465"/>
                    <a:pt x="1979" y="2465"/>
                  </a:cubicBezTo>
                  <a:cubicBezTo>
                    <a:pt x="1979" y="2465"/>
                    <a:pt x="1979" y="2465"/>
                    <a:pt x="1978" y="2464"/>
                  </a:cubicBezTo>
                  <a:cubicBezTo>
                    <a:pt x="1975" y="2458"/>
                    <a:pt x="1977" y="2447"/>
                    <a:pt x="1975" y="2441"/>
                  </a:cubicBezTo>
                  <a:cubicBezTo>
                    <a:pt x="1975" y="2449"/>
                    <a:pt x="1972" y="2454"/>
                    <a:pt x="1971" y="2454"/>
                  </a:cubicBezTo>
                  <a:cubicBezTo>
                    <a:pt x="1969" y="2454"/>
                    <a:pt x="1968" y="2451"/>
                    <a:pt x="1968" y="2442"/>
                  </a:cubicBezTo>
                  <a:cubicBezTo>
                    <a:pt x="1967" y="2437"/>
                    <a:pt x="1969" y="2429"/>
                    <a:pt x="1968" y="2423"/>
                  </a:cubicBezTo>
                  <a:lnTo>
                    <a:pt x="1968" y="2423"/>
                  </a:lnTo>
                  <a:cubicBezTo>
                    <a:pt x="1969" y="2429"/>
                    <a:pt x="1962" y="2447"/>
                    <a:pt x="1962" y="2447"/>
                  </a:cubicBezTo>
                  <a:cubicBezTo>
                    <a:pt x="1957" y="2441"/>
                    <a:pt x="1959" y="2429"/>
                    <a:pt x="1960" y="2422"/>
                  </a:cubicBezTo>
                  <a:lnTo>
                    <a:pt x="1960" y="2422"/>
                  </a:lnTo>
                  <a:cubicBezTo>
                    <a:pt x="1958" y="2427"/>
                    <a:pt x="1956" y="2435"/>
                    <a:pt x="1954" y="2435"/>
                  </a:cubicBezTo>
                  <a:cubicBezTo>
                    <a:pt x="1954" y="2435"/>
                    <a:pt x="1954" y="2435"/>
                    <a:pt x="1953" y="2435"/>
                  </a:cubicBezTo>
                  <a:cubicBezTo>
                    <a:pt x="1951" y="2434"/>
                    <a:pt x="1951" y="2421"/>
                    <a:pt x="1951" y="2418"/>
                  </a:cubicBezTo>
                  <a:cubicBezTo>
                    <a:pt x="1948" y="2422"/>
                    <a:pt x="1940" y="2432"/>
                    <a:pt x="1940" y="2438"/>
                  </a:cubicBezTo>
                  <a:cubicBezTo>
                    <a:pt x="1940" y="2438"/>
                    <a:pt x="1940" y="2437"/>
                    <a:pt x="1940" y="2437"/>
                  </a:cubicBezTo>
                  <a:cubicBezTo>
                    <a:pt x="1942" y="2423"/>
                    <a:pt x="1943" y="2403"/>
                    <a:pt x="1936" y="2393"/>
                  </a:cubicBezTo>
                  <a:cubicBezTo>
                    <a:pt x="1935" y="2400"/>
                    <a:pt x="1933" y="2407"/>
                    <a:pt x="1932" y="2415"/>
                  </a:cubicBezTo>
                  <a:cubicBezTo>
                    <a:pt x="1930" y="2417"/>
                    <a:pt x="1931" y="2422"/>
                    <a:pt x="1930" y="2422"/>
                  </a:cubicBezTo>
                  <a:cubicBezTo>
                    <a:pt x="1929" y="2422"/>
                    <a:pt x="1929" y="2422"/>
                    <a:pt x="1929" y="2422"/>
                  </a:cubicBezTo>
                  <a:cubicBezTo>
                    <a:pt x="1923" y="2421"/>
                    <a:pt x="1924" y="2402"/>
                    <a:pt x="1924" y="2397"/>
                  </a:cubicBezTo>
                  <a:lnTo>
                    <a:pt x="1924" y="2397"/>
                  </a:lnTo>
                  <a:cubicBezTo>
                    <a:pt x="1923" y="2405"/>
                    <a:pt x="1921" y="2408"/>
                    <a:pt x="1920" y="2408"/>
                  </a:cubicBezTo>
                  <a:cubicBezTo>
                    <a:pt x="1917" y="2408"/>
                    <a:pt x="1917" y="2379"/>
                    <a:pt x="1916" y="2371"/>
                  </a:cubicBezTo>
                  <a:cubicBezTo>
                    <a:pt x="1916" y="2377"/>
                    <a:pt x="1914" y="2391"/>
                    <a:pt x="1910" y="2394"/>
                  </a:cubicBezTo>
                  <a:cubicBezTo>
                    <a:pt x="1910" y="2394"/>
                    <a:pt x="1910" y="2394"/>
                    <a:pt x="1909" y="2394"/>
                  </a:cubicBezTo>
                  <a:cubicBezTo>
                    <a:pt x="1907" y="2394"/>
                    <a:pt x="1905" y="2387"/>
                    <a:pt x="1905" y="2380"/>
                  </a:cubicBezTo>
                  <a:lnTo>
                    <a:pt x="1905" y="2380"/>
                  </a:lnTo>
                  <a:cubicBezTo>
                    <a:pt x="1904" y="2384"/>
                    <a:pt x="1903" y="2388"/>
                    <a:pt x="1901" y="2388"/>
                  </a:cubicBezTo>
                  <a:cubicBezTo>
                    <a:pt x="1898" y="2388"/>
                    <a:pt x="1897" y="2361"/>
                    <a:pt x="1897" y="2358"/>
                  </a:cubicBezTo>
                  <a:cubicBezTo>
                    <a:pt x="1896" y="2371"/>
                    <a:pt x="1895" y="2376"/>
                    <a:pt x="1893" y="2376"/>
                  </a:cubicBezTo>
                  <a:cubicBezTo>
                    <a:pt x="1890" y="2376"/>
                    <a:pt x="1885" y="2356"/>
                    <a:pt x="1884" y="2343"/>
                  </a:cubicBezTo>
                  <a:cubicBezTo>
                    <a:pt x="1884" y="2351"/>
                    <a:pt x="1881" y="2367"/>
                    <a:pt x="1876" y="2372"/>
                  </a:cubicBezTo>
                  <a:cubicBezTo>
                    <a:pt x="1876" y="2373"/>
                    <a:pt x="1876" y="2373"/>
                    <a:pt x="1876" y="2373"/>
                  </a:cubicBezTo>
                  <a:cubicBezTo>
                    <a:pt x="1875" y="2373"/>
                    <a:pt x="1875" y="2370"/>
                    <a:pt x="1875" y="2370"/>
                  </a:cubicBezTo>
                  <a:cubicBezTo>
                    <a:pt x="1875" y="2367"/>
                    <a:pt x="1875" y="2362"/>
                    <a:pt x="1873" y="2359"/>
                  </a:cubicBezTo>
                  <a:cubicBezTo>
                    <a:pt x="1873" y="2355"/>
                    <a:pt x="1873" y="2351"/>
                    <a:pt x="1873" y="2346"/>
                  </a:cubicBezTo>
                  <a:cubicBezTo>
                    <a:pt x="1873" y="2352"/>
                    <a:pt x="1872" y="2361"/>
                    <a:pt x="1869" y="2365"/>
                  </a:cubicBezTo>
                  <a:cubicBezTo>
                    <a:pt x="1869" y="2365"/>
                    <a:pt x="1868" y="2355"/>
                    <a:pt x="1866" y="2354"/>
                  </a:cubicBezTo>
                  <a:cubicBezTo>
                    <a:pt x="1866" y="2348"/>
                    <a:pt x="1865" y="2342"/>
                    <a:pt x="1865" y="2336"/>
                  </a:cubicBezTo>
                  <a:cubicBezTo>
                    <a:pt x="1864" y="2350"/>
                    <a:pt x="1861" y="2355"/>
                    <a:pt x="1859" y="2355"/>
                  </a:cubicBezTo>
                  <a:cubicBezTo>
                    <a:pt x="1856" y="2355"/>
                    <a:pt x="1854" y="2350"/>
                    <a:pt x="1854" y="2341"/>
                  </a:cubicBezTo>
                  <a:lnTo>
                    <a:pt x="1854" y="2341"/>
                  </a:lnTo>
                  <a:cubicBezTo>
                    <a:pt x="1852" y="2345"/>
                    <a:pt x="1851" y="2349"/>
                    <a:pt x="1850" y="2354"/>
                  </a:cubicBezTo>
                  <a:cubicBezTo>
                    <a:pt x="1847" y="2348"/>
                    <a:pt x="1847" y="2340"/>
                    <a:pt x="1846" y="2333"/>
                  </a:cubicBezTo>
                  <a:lnTo>
                    <a:pt x="1846" y="2333"/>
                  </a:lnTo>
                  <a:cubicBezTo>
                    <a:pt x="1847" y="2338"/>
                    <a:pt x="1845" y="2345"/>
                    <a:pt x="1843" y="2349"/>
                  </a:cubicBezTo>
                  <a:cubicBezTo>
                    <a:pt x="1840" y="2345"/>
                    <a:pt x="1838" y="2340"/>
                    <a:pt x="1837" y="2336"/>
                  </a:cubicBezTo>
                  <a:cubicBezTo>
                    <a:pt x="1837" y="2342"/>
                    <a:pt x="1835" y="2349"/>
                    <a:pt x="1833" y="2355"/>
                  </a:cubicBezTo>
                  <a:cubicBezTo>
                    <a:pt x="1831" y="2351"/>
                    <a:pt x="1828" y="2345"/>
                    <a:pt x="1828" y="2339"/>
                  </a:cubicBezTo>
                  <a:lnTo>
                    <a:pt x="1828" y="2339"/>
                  </a:lnTo>
                  <a:cubicBezTo>
                    <a:pt x="1826" y="2343"/>
                    <a:pt x="1824" y="2347"/>
                    <a:pt x="1822" y="2351"/>
                  </a:cubicBezTo>
                  <a:cubicBezTo>
                    <a:pt x="1821" y="2349"/>
                    <a:pt x="1820" y="2348"/>
                    <a:pt x="1819" y="2348"/>
                  </a:cubicBezTo>
                  <a:cubicBezTo>
                    <a:pt x="1816" y="2348"/>
                    <a:pt x="1817" y="2358"/>
                    <a:pt x="1814" y="2362"/>
                  </a:cubicBezTo>
                  <a:cubicBezTo>
                    <a:pt x="1812" y="2352"/>
                    <a:pt x="1809" y="2339"/>
                    <a:pt x="1803" y="2332"/>
                  </a:cubicBezTo>
                  <a:cubicBezTo>
                    <a:pt x="1803" y="2332"/>
                    <a:pt x="1803" y="2331"/>
                    <a:pt x="1803" y="2331"/>
                  </a:cubicBezTo>
                  <a:cubicBezTo>
                    <a:pt x="1801" y="2331"/>
                    <a:pt x="1800" y="2345"/>
                    <a:pt x="1796" y="2345"/>
                  </a:cubicBezTo>
                  <a:cubicBezTo>
                    <a:pt x="1795" y="2345"/>
                    <a:pt x="1793" y="2344"/>
                    <a:pt x="1792" y="2340"/>
                  </a:cubicBezTo>
                  <a:cubicBezTo>
                    <a:pt x="1790" y="2339"/>
                    <a:pt x="1790" y="2338"/>
                    <a:pt x="1790" y="2336"/>
                  </a:cubicBezTo>
                  <a:cubicBezTo>
                    <a:pt x="1790" y="2338"/>
                    <a:pt x="1789" y="2338"/>
                    <a:pt x="1788" y="2338"/>
                  </a:cubicBezTo>
                  <a:cubicBezTo>
                    <a:pt x="1788" y="2338"/>
                    <a:pt x="1787" y="2338"/>
                    <a:pt x="1787" y="2336"/>
                  </a:cubicBezTo>
                  <a:cubicBezTo>
                    <a:pt x="1786" y="2338"/>
                    <a:pt x="1786" y="2339"/>
                    <a:pt x="1784" y="2340"/>
                  </a:cubicBezTo>
                  <a:cubicBezTo>
                    <a:pt x="1783" y="2338"/>
                    <a:pt x="1782" y="2333"/>
                    <a:pt x="1780" y="2330"/>
                  </a:cubicBezTo>
                  <a:cubicBezTo>
                    <a:pt x="1778" y="2334"/>
                    <a:pt x="1776" y="2336"/>
                    <a:pt x="1775" y="2336"/>
                  </a:cubicBezTo>
                  <a:cubicBezTo>
                    <a:pt x="1774" y="2336"/>
                    <a:pt x="1773" y="2334"/>
                    <a:pt x="1773" y="2327"/>
                  </a:cubicBezTo>
                  <a:cubicBezTo>
                    <a:pt x="1771" y="2329"/>
                    <a:pt x="1771" y="2330"/>
                    <a:pt x="1771" y="2332"/>
                  </a:cubicBezTo>
                  <a:cubicBezTo>
                    <a:pt x="1767" y="2327"/>
                    <a:pt x="1766" y="2320"/>
                    <a:pt x="1764" y="2314"/>
                  </a:cubicBezTo>
                  <a:cubicBezTo>
                    <a:pt x="1764" y="2319"/>
                    <a:pt x="1763" y="2321"/>
                    <a:pt x="1761" y="2326"/>
                  </a:cubicBezTo>
                  <a:cubicBezTo>
                    <a:pt x="1760" y="2325"/>
                    <a:pt x="1759" y="2323"/>
                    <a:pt x="1759" y="2321"/>
                  </a:cubicBezTo>
                  <a:lnTo>
                    <a:pt x="1759" y="2321"/>
                  </a:lnTo>
                  <a:cubicBezTo>
                    <a:pt x="1759" y="2323"/>
                    <a:pt x="1759" y="2324"/>
                    <a:pt x="1758" y="2326"/>
                  </a:cubicBezTo>
                  <a:cubicBezTo>
                    <a:pt x="1754" y="2322"/>
                    <a:pt x="1755" y="2314"/>
                    <a:pt x="1755" y="2308"/>
                  </a:cubicBezTo>
                  <a:lnTo>
                    <a:pt x="1755" y="2308"/>
                  </a:lnTo>
                  <a:cubicBezTo>
                    <a:pt x="1755" y="2314"/>
                    <a:pt x="1754" y="2318"/>
                    <a:pt x="1752" y="2323"/>
                  </a:cubicBezTo>
                  <a:cubicBezTo>
                    <a:pt x="1750" y="2314"/>
                    <a:pt x="1748" y="2303"/>
                    <a:pt x="1748" y="2294"/>
                  </a:cubicBezTo>
                  <a:cubicBezTo>
                    <a:pt x="1747" y="2297"/>
                    <a:pt x="1745" y="2313"/>
                    <a:pt x="1744" y="2313"/>
                  </a:cubicBezTo>
                  <a:cubicBezTo>
                    <a:pt x="1744" y="2313"/>
                    <a:pt x="1744" y="2313"/>
                    <a:pt x="1744" y="2313"/>
                  </a:cubicBezTo>
                  <a:cubicBezTo>
                    <a:pt x="1738" y="2305"/>
                    <a:pt x="1736" y="2295"/>
                    <a:pt x="1731" y="2288"/>
                  </a:cubicBezTo>
                  <a:cubicBezTo>
                    <a:pt x="1731" y="2291"/>
                    <a:pt x="1726" y="2313"/>
                    <a:pt x="1725" y="2313"/>
                  </a:cubicBezTo>
                  <a:cubicBezTo>
                    <a:pt x="1725" y="2313"/>
                    <a:pt x="1725" y="2313"/>
                    <a:pt x="1725" y="2313"/>
                  </a:cubicBezTo>
                  <a:cubicBezTo>
                    <a:pt x="1719" y="2305"/>
                    <a:pt x="1717" y="2294"/>
                    <a:pt x="1713" y="2285"/>
                  </a:cubicBezTo>
                  <a:lnTo>
                    <a:pt x="1713" y="2285"/>
                  </a:lnTo>
                  <a:cubicBezTo>
                    <a:pt x="1715" y="2289"/>
                    <a:pt x="1715" y="2295"/>
                    <a:pt x="1713" y="2300"/>
                  </a:cubicBezTo>
                  <a:cubicBezTo>
                    <a:pt x="1713" y="2305"/>
                    <a:pt x="1712" y="2307"/>
                    <a:pt x="1711" y="2307"/>
                  </a:cubicBezTo>
                  <a:cubicBezTo>
                    <a:pt x="1708" y="2307"/>
                    <a:pt x="1703" y="2282"/>
                    <a:pt x="1701" y="2281"/>
                  </a:cubicBezTo>
                  <a:lnTo>
                    <a:pt x="1701" y="2281"/>
                  </a:lnTo>
                  <a:cubicBezTo>
                    <a:pt x="1701" y="2288"/>
                    <a:pt x="1703" y="2298"/>
                    <a:pt x="1699" y="2304"/>
                  </a:cubicBezTo>
                  <a:cubicBezTo>
                    <a:pt x="1696" y="2300"/>
                    <a:pt x="1694" y="2294"/>
                    <a:pt x="1693" y="2289"/>
                  </a:cubicBezTo>
                  <a:lnTo>
                    <a:pt x="1693" y="2289"/>
                  </a:lnTo>
                  <a:cubicBezTo>
                    <a:pt x="1694" y="2294"/>
                    <a:pt x="1693" y="2309"/>
                    <a:pt x="1691" y="2309"/>
                  </a:cubicBezTo>
                  <a:cubicBezTo>
                    <a:pt x="1691" y="2309"/>
                    <a:pt x="1690" y="2309"/>
                    <a:pt x="1690" y="2307"/>
                  </a:cubicBezTo>
                  <a:cubicBezTo>
                    <a:pt x="1688" y="2302"/>
                    <a:pt x="1683" y="2281"/>
                    <a:pt x="1680" y="2281"/>
                  </a:cubicBezTo>
                  <a:cubicBezTo>
                    <a:pt x="1680" y="2281"/>
                    <a:pt x="1680" y="2282"/>
                    <a:pt x="1680" y="2282"/>
                  </a:cubicBezTo>
                  <a:cubicBezTo>
                    <a:pt x="1680" y="2289"/>
                    <a:pt x="1678" y="2297"/>
                    <a:pt x="1678" y="2304"/>
                  </a:cubicBezTo>
                  <a:cubicBezTo>
                    <a:pt x="1678" y="2305"/>
                    <a:pt x="1678" y="2310"/>
                    <a:pt x="1677" y="2310"/>
                  </a:cubicBezTo>
                  <a:cubicBezTo>
                    <a:pt x="1677" y="2310"/>
                    <a:pt x="1677" y="2310"/>
                    <a:pt x="1677" y="2310"/>
                  </a:cubicBezTo>
                  <a:cubicBezTo>
                    <a:pt x="1673" y="2307"/>
                    <a:pt x="1668" y="2291"/>
                    <a:pt x="1666" y="2291"/>
                  </a:cubicBezTo>
                  <a:lnTo>
                    <a:pt x="1666" y="2291"/>
                  </a:lnTo>
                  <a:cubicBezTo>
                    <a:pt x="1666" y="2291"/>
                    <a:pt x="1666" y="2292"/>
                    <a:pt x="1666" y="2294"/>
                  </a:cubicBezTo>
                  <a:cubicBezTo>
                    <a:pt x="1668" y="2305"/>
                    <a:pt x="1667" y="2310"/>
                    <a:pt x="1666" y="2310"/>
                  </a:cubicBezTo>
                  <a:cubicBezTo>
                    <a:pt x="1663" y="2310"/>
                    <a:pt x="1659" y="2296"/>
                    <a:pt x="1658" y="2286"/>
                  </a:cubicBezTo>
                  <a:lnTo>
                    <a:pt x="1658" y="2286"/>
                  </a:lnTo>
                  <a:cubicBezTo>
                    <a:pt x="1659" y="2295"/>
                    <a:pt x="1657" y="2312"/>
                    <a:pt x="1656" y="2312"/>
                  </a:cubicBezTo>
                  <a:cubicBezTo>
                    <a:pt x="1655" y="2312"/>
                    <a:pt x="1654" y="2310"/>
                    <a:pt x="1654" y="2305"/>
                  </a:cubicBezTo>
                  <a:lnTo>
                    <a:pt x="1654" y="2305"/>
                  </a:lnTo>
                  <a:cubicBezTo>
                    <a:pt x="1654" y="2310"/>
                    <a:pt x="1653" y="2314"/>
                    <a:pt x="1652" y="2319"/>
                  </a:cubicBezTo>
                  <a:cubicBezTo>
                    <a:pt x="1648" y="2310"/>
                    <a:pt x="1648" y="2298"/>
                    <a:pt x="1646" y="2288"/>
                  </a:cubicBezTo>
                  <a:lnTo>
                    <a:pt x="1646" y="2288"/>
                  </a:lnTo>
                  <a:cubicBezTo>
                    <a:pt x="1648" y="2300"/>
                    <a:pt x="1646" y="2308"/>
                    <a:pt x="1645" y="2319"/>
                  </a:cubicBezTo>
                  <a:cubicBezTo>
                    <a:pt x="1639" y="2311"/>
                    <a:pt x="1639" y="2300"/>
                    <a:pt x="1636" y="2291"/>
                  </a:cubicBezTo>
                  <a:lnTo>
                    <a:pt x="1636" y="2291"/>
                  </a:lnTo>
                  <a:cubicBezTo>
                    <a:pt x="1636" y="2301"/>
                    <a:pt x="1639" y="2323"/>
                    <a:pt x="1637" y="2323"/>
                  </a:cubicBezTo>
                  <a:cubicBezTo>
                    <a:pt x="1636" y="2323"/>
                    <a:pt x="1635" y="2321"/>
                    <a:pt x="1633" y="2314"/>
                  </a:cubicBezTo>
                  <a:cubicBezTo>
                    <a:pt x="1632" y="2310"/>
                    <a:pt x="1630" y="2308"/>
                    <a:pt x="1630" y="2304"/>
                  </a:cubicBezTo>
                  <a:lnTo>
                    <a:pt x="1630" y="2304"/>
                  </a:lnTo>
                  <a:cubicBezTo>
                    <a:pt x="1630" y="2309"/>
                    <a:pt x="1632" y="2314"/>
                    <a:pt x="1632" y="2319"/>
                  </a:cubicBezTo>
                  <a:cubicBezTo>
                    <a:pt x="1632" y="2323"/>
                    <a:pt x="1633" y="2327"/>
                    <a:pt x="1633" y="2332"/>
                  </a:cubicBezTo>
                  <a:cubicBezTo>
                    <a:pt x="1633" y="2333"/>
                    <a:pt x="1633" y="2336"/>
                    <a:pt x="1633" y="2336"/>
                  </a:cubicBezTo>
                  <a:cubicBezTo>
                    <a:pt x="1629" y="2330"/>
                    <a:pt x="1623" y="2316"/>
                    <a:pt x="1621" y="2310"/>
                  </a:cubicBezTo>
                  <a:lnTo>
                    <a:pt x="1621" y="2310"/>
                  </a:lnTo>
                  <a:cubicBezTo>
                    <a:pt x="1623" y="2317"/>
                    <a:pt x="1626" y="2327"/>
                    <a:pt x="1624" y="2335"/>
                  </a:cubicBezTo>
                  <a:cubicBezTo>
                    <a:pt x="1618" y="2327"/>
                    <a:pt x="1614" y="2317"/>
                    <a:pt x="1611" y="2307"/>
                  </a:cubicBezTo>
                  <a:lnTo>
                    <a:pt x="1611" y="2307"/>
                  </a:lnTo>
                  <a:cubicBezTo>
                    <a:pt x="1611" y="2313"/>
                    <a:pt x="1617" y="2335"/>
                    <a:pt x="1614" y="2338"/>
                  </a:cubicBezTo>
                  <a:cubicBezTo>
                    <a:pt x="1614" y="2338"/>
                    <a:pt x="1614" y="2338"/>
                    <a:pt x="1614" y="2338"/>
                  </a:cubicBezTo>
                  <a:cubicBezTo>
                    <a:pt x="1612" y="2338"/>
                    <a:pt x="1606" y="2323"/>
                    <a:pt x="1605" y="2322"/>
                  </a:cubicBezTo>
                  <a:lnTo>
                    <a:pt x="1605" y="2322"/>
                  </a:lnTo>
                  <a:cubicBezTo>
                    <a:pt x="1606" y="2334"/>
                    <a:pt x="1605" y="2343"/>
                    <a:pt x="1602" y="2343"/>
                  </a:cubicBezTo>
                  <a:cubicBezTo>
                    <a:pt x="1599" y="2343"/>
                    <a:pt x="1597" y="2338"/>
                    <a:pt x="1594" y="2329"/>
                  </a:cubicBezTo>
                  <a:lnTo>
                    <a:pt x="1594" y="2329"/>
                  </a:lnTo>
                  <a:cubicBezTo>
                    <a:pt x="1594" y="2332"/>
                    <a:pt x="1597" y="2354"/>
                    <a:pt x="1595" y="2354"/>
                  </a:cubicBezTo>
                  <a:cubicBezTo>
                    <a:pt x="1591" y="2354"/>
                    <a:pt x="1583" y="2332"/>
                    <a:pt x="1582" y="2329"/>
                  </a:cubicBezTo>
                  <a:lnTo>
                    <a:pt x="1582" y="2329"/>
                  </a:lnTo>
                  <a:cubicBezTo>
                    <a:pt x="1583" y="2336"/>
                    <a:pt x="1585" y="2349"/>
                    <a:pt x="1581" y="2355"/>
                  </a:cubicBezTo>
                  <a:cubicBezTo>
                    <a:pt x="1581" y="2355"/>
                    <a:pt x="1581" y="2355"/>
                    <a:pt x="1580" y="2355"/>
                  </a:cubicBezTo>
                  <a:cubicBezTo>
                    <a:pt x="1580" y="2355"/>
                    <a:pt x="1569" y="2340"/>
                    <a:pt x="1566" y="2339"/>
                  </a:cubicBezTo>
                  <a:lnTo>
                    <a:pt x="1566" y="2339"/>
                  </a:lnTo>
                  <a:cubicBezTo>
                    <a:pt x="1565" y="2349"/>
                    <a:pt x="1567" y="2362"/>
                    <a:pt x="1566" y="2362"/>
                  </a:cubicBezTo>
                  <a:cubicBezTo>
                    <a:pt x="1566" y="2362"/>
                    <a:pt x="1565" y="2359"/>
                    <a:pt x="1562" y="2349"/>
                  </a:cubicBezTo>
                  <a:cubicBezTo>
                    <a:pt x="1560" y="2346"/>
                    <a:pt x="1559" y="2342"/>
                    <a:pt x="1557" y="2339"/>
                  </a:cubicBezTo>
                  <a:lnTo>
                    <a:pt x="1557" y="2339"/>
                  </a:lnTo>
                  <a:cubicBezTo>
                    <a:pt x="1559" y="2345"/>
                    <a:pt x="1563" y="2355"/>
                    <a:pt x="1560" y="2362"/>
                  </a:cubicBezTo>
                  <a:cubicBezTo>
                    <a:pt x="1560" y="2362"/>
                    <a:pt x="1557" y="2358"/>
                    <a:pt x="1557" y="2358"/>
                  </a:cubicBezTo>
                  <a:cubicBezTo>
                    <a:pt x="1556" y="2357"/>
                    <a:pt x="1549" y="2343"/>
                    <a:pt x="1549" y="2343"/>
                  </a:cubicBezTo>
                  <a:cubicBezTo>
                    <a:pt x="1549" y="2343"/>
                    <a:pt x="1549" y="2343"/>
                    <a:pt x="1549" y="2343"/>
                  </a:cubicBezTo>
                  <a:cubicBezTo>
                    <a:pt x="1549" y="2346"/>
                    <a:pt x="1553" y="2362"/>
                    <a:pt x="1551" y="2364"/>
                  </a:cubicBezTo>
                  <a:cubicBezTo>
                    <a:pt x="1549" y="2364"/>
                    <a:pt x="1538" y="2352"/>
                    <a:pt x="1537" y="2352"/>
                  </a:cubicBezTo>
                  <a:lnTo>
                    <a:pt x="1537" y="2352"/>
                  </a:lnTo>
                  <a:cubicBezTo>
                    <a:pt x="1538" y="2357"/>
                    <a:pt x="1541" y="2365"/>
                    <a:pt x="1541" y="2365"/>
                  </a:cubicBezTo>
                  <a:cubicBezTo>
                    <a:pt x="1541" y="2365"/>
                    <a:pt x="1540" y="2364"/>
                    <a:pt x="1540" y="2364"/>
                  </a:cubicBezTo>
                  <a:cubicBezTo>
                    <a:pt x="1537" y="2359"/>
                    <a:pt x="1534" y="2355"/>
                    <a:pt x="1531" y="2351"/>
                  </a:cubicBezTo>
                  <a:cubicBezTo>
                    <a:pt x="1530" y="2349"/>
                    <a:pt x="1529" y="2347"/>
                    <a:pt x="1528" y="2347"/>
                  </a:cubicBezTo>
                  <a:cubicBezTo>
                    <a:pt x="1528" y="2347"/>
                    <a:pt x="1528" y="2347"/>
                    <a:pt x="1528" y="2348"/>
                  </a:cubicBezTo>
                  <a:cubicBezTo>
                    <a:pt x="1530" y="2355"/>
                    <a:pt x="1532" y="2362"/>
                    <a:pt x="1535" y="2368"/>
                  </a:cubicBezTo>
                  <a:cubicBezTo>
                    <a:pt x="1532" y="2364"/>
                    <a:pt x="1509" y="2361"/>
                    <a:pt x="1506" y="2358"/>
                  </a:cubicBezTo>
                  <a:lnTo>
                    <a:pt x="1506" y="2358"/>
                  </a:lnTo>
                  <a:cubicBezTo>
                    <a:pt x="1508" y="2364"/>
                    <a:pt x="1492" y="2370"/>
                    <a:pt x="1492" y="2375"/>
                  </a:cubicBezTo>
                  <a:cubicBezTo>
                    <a:pt x="1505" y="2376"/>
                    <a:pt x="1515" y="2376"/>
                    <a:pt x="1522" y="2376"/>
                  </a:cubicBezTo>
                  <a:lnTo>
                    <a:pt x="1522" y="2376"/>
                  </a:lnTo>
                  <a:cubicBezTo>
                    <a:pt x="1522" y="2377"/>
                    <a:pt x="1522" y="2378"/>
                    <a:pt x="1523" y="2379"/>
                  </a:cubicBezTo>
                  <a:lnTo>
                    <a:pt x="1523" y="2379"/>
                  </a:lnTo>
                  <a:cubicBezTo>
                    <a:pt x="1523" y="2379"/>
                    <a:pt x="1523" y="2379"/>
                    <a:pt x="1523" y="2378"/>
                  </a:cubicBezTo>
                  <a:lnTo>
                    <a:pt x="1523" y="2378"/>
                  </a:lnTo>
                  <a:cubicBezTo>
                    <a:pt x="1524" y="2380"/>
                    <a:pt x="1525" y="2382"/>
                    <a:pt x="1526" y="2384"/>
                  </a:cubicBezTo>
                  <a:lnTo>
                    <a:pt x="1526" y="2384"/>
                  </a:lnTo>
                  <a:cubicBezTo>
                    <a:pt x="1526" y="2384"/>
                    <a:pt x="1527" y="2384"/>
                    <a:pt x="1528" y="2383"/>
                  </a:cubicBezTo>
                  <a:lnTo>
                    <a:pt x="1528" y="2383"/>
                  </a:lnTo>
                  <a:cubicBezTo>
                    <a:pt x="1530" y="2387"/>
                    <a:pt x="1533" y="2391"/>
                    <a:pt x="1531" y="2391"/>
                  </a:cubicBezTo>
                  <a:cubicBezTo>
                    <a:pt x="1531" y="2391"/>
                    <a:pt x="1531" y="2391"/>
                    <a:pt x="1531" y="2391"/>
                  </a:cubicBezTo>
                  <a:cubicBezTo>
                    <a:pt x="1529" y="2391"/>
                    <a:pt x="1527" y="2388"/>
                    <a:pt x="1526" y="2384"/>
                  </a:cubicBezTo>
                  <a:lnTo>
                    <a:pt x="1526" y="2384"/>
                  </a:lnTo>
                  <a:cubicBezTo>
                    <a:pt x="1525" y="2384"/>
                    <a:pt x="1524" y="2384"/>
                    <a:pt x="1524" y="2385"/>
                  </a:cubicBezTo>
                  <a:lnTo>
                    <a:pt x="1524" y="2385"/>
                  </a:lnTo>
                  <a:cubicBezTo>
                    <a:pt x="1523" y="2383"/>
                    <a:pt x="1523" y="2381"/>
                    <a:pt x="1523" y="2379"/>
                  </a:cubicBezTo>
                  <a:lnTo>
                    <a:pt x="1523" y="2379"/>
                  </a:lnTo>
                  <a:cubicBezTo>
                    <a:pt x="1520" y="2382"/>
                    <a:pt x="1517" y="2384"/>
                    <a:pt x="1518" y="2387"/>
                  </a:cubicBezTo>
                  <a:lnTo>
                    <a:pt x="1518" y="2387"/>
                  </a:lnTo>
                  <a:cubicBezTo>
                    <a:pt x="1518" y="2386"/>
                    <a:pt x="1520" y="2385"/>
                    <a:pt x="1524" y="2385"/>
                  </a:cubicBezTo>
                  <a:lnTo>
                    <a:pt x="1524" y="2385"/>
                  </a:lnTo>
                  <a:cubicBezTo>
                    <a:pt x="1526" y="2393"/>
                    <a:pt x="1529" y="2402"/>
                    <a:pt x="1531" y="2413"/>
                  </a:cubicBezTo>
                  <a:cubicBezTo>
                    <a:pt x="1518" y="2386"/>
                    <a:pt x="1495" y="2377"/>
                    <a:pt x="1470" y="2368"/>
                  </a:cubicBezTo>
                  <a:lnTo>
                    <a:pt x="1470" y="2368"/>
                  </a:lnTo>
                  <a:cubicBezTo>
                    <a:pt x="1481" y="2374"/>
                    <a:pt x="1506" y="2390"/>
                    <a:pt x="1508" y="2406"/>
                  </a:cubicBezTo>
                  <a:cubicBezTo>
                    <a:pt x="1500" y="2394"/>
                    <a:pt x="1492" y="2393"/>
                    <a:pt x="1479" y="2390"/>
                  </a:cubicBezTo>
                  <a:lnTo>
                    <a:pt x="1479" y="2390"/>
                  </a:lnTo>
                  <a:cubicBezTo>
                    <a:pt x="1492" y="2393"/>
                    <a:pt x="1499" y="2406"/>
                    <a:pt x="1506" y="2416"/>
                  </a:cubicBezTo>
                  <a:cubicBezTo>
                    <a:pt x="1496" y="2409"/>
                    <a:pt x="1489" y="2405"/>
                    <a:pt x="1474" y="2402"/>
                  </a:cubicBezTo>
                  <a:lnTo>
                    <a:pt x="1474" y="2402"/>
                  </a:lnTo>
                  <a:cubicBezTo>
                    <a:pt x="1478" y="2405"/>
                    <a:pt x="1483" y="2410"/>
                    <a:pt x="1487" y="2414"/>
                  </a:cubicBezTo>
                  <a:lnTo>
                    <a:pt x="1487" y="2414"/>
                  </a:lnTo>
                  <a:cubicBezTo>
                    <a:pt x="1484" y="2412"/>
                    <a:pt x="1480" y="2411"/>
                    <a:pt x="1477" y="2410"/>
                  </a:cubicBezTo>
                  <a:lnTo>
                    <a:pt x="1477" y="2410"/>
                  </a:lnTo>
                  <a:cubicBezTo>
                    <a:pt x="1480" y="2413"/>
                    <a:pt x="1483" y="2418"/>
                    <a:pt x="1486" y="2421"/>
                  </a:cubicBezTo>
                  <a:cubicBezTo>
                    <a:pt x="1492" y="2427"/>
                    <a:pt x="1493" y="2430"/>
                    <a:pt x="1493" y="2430"/>
                  </a:cubicBezTo>
                  <a:cubicBezTo>
                    <a:pt x="1491" y="2430"/>
                    <a:pt x="1477" y="2418"/>
                    <a:pt x="1470" y="2415"/>
                  </a:cubicBezTo>
                  <a:lnTo>
                    <a:pt x="1470" y="2415"/>
                  </a:lnTo>
                  <a:cubicBezTo>
                    <a:pt x="1474" y="2420"/>
                    <a:pt x="1478" y="2427"/>
                    <a:pt x="1483" y="2432"/>
                  </a:cubicBezTo>
                  <a:lnTo>
                    <a:pt x="1483" y="2432"/>
                  </a:lnTo>
                  <a:cubicBezTo>
                    <a:pt x="1478" y="2428"/>
                    <a:pt x="1472" y="2423"/>
                    <a:pt x="1468" y="2423"/>
                  </a:cubicBezTo>
                  <a:cubicBezTo>
                    <a:pt x="1468" y="2423"/>
                    <a:pt x="1467" y="2423"/>
                    <a:pt x="1467" y="2423"/>
                  </a:cubicBezTo>
                  <a:cubicBezTo>
                    <a:pt x="1465" y="2423"/>
                    <a:pt x="1477" y="2439"/>
                    <a:pt x="1479" y="2441"/>
                  </a:cubicBezTo>
                  <a:cubicBezTo>
                    <a:pt x="1474" y="2437"/>
                    <a:pt x="1468" y="2432"/>
                    <a:pt x="1463" y="2431"/>
                  </a:cubicBezTo>
                  <a:lnTo>
                    <a:pt x="1463" y="2431"/>
                  </a:lnTo>
                  <a:cubicBezTo>
                    <a:pt x="1464" y="2432"/>
                    <a:pt x="1476" y="2451"/>
                    <a:pt x="1474" y="2451"/>
                  </a:cubicBezTo>
                  <a:cubicBezTo>
                    <a:pt x="1474" y="2451"/>
                    <a:pt x="1474" y="2451"/>
                    <a:pt x="1474" y="2451"/>
                  </a:cubicBezTo>
                  <a:cubicBezTo>
                    <a:pt x="1473" y="2451"/>
                    <a:pt x="1470" y="2448"/>
                    <a:pt x="1468" y="2448"/>
                  </a:cubicBezTo>
                  <a:cubicBezTo>
                    <a:pt x="1463" y="2444"/>
                    <a:pt x="1457" y="2442"/>
                    <a:pt x="1448" y="2441"/>
                  </a:cubicBezTo>
                  <a:lnTo>
                    <a:pt x="1448" y="2441"/>
                  </a:lnTo>
                  <a:cubicBezTo>
                    <a:pt x="1454" y="2444"/>
                    <a:pt x="1465" y="2456"/>
                    <a:pt x="1468" y="2461"/>
                  </a:cubicBezTo>
                  <a:cubicBezTo>
                    <a:pt x="1470" y="2464"/>
                    <a:pt x="1471" y="2470"/>
                    <a:pt x="1472" y="2471"/>
                  </a:cubicBezTo>
                  <a:lnTo>
                    <a:pt x="1472" y="2471"/>
                  </a:lnTo>
                  <a:cubicBezTo>
                    <a:pt x="1458" y="2463"/>
                    <a:pt x="1443" y="2463"/>
                    <a:pt x="1428" y="2458"/>
                  </a:cubicBezTo>
                  <a:lnTo>
                    <a:pt x="1428" y="2458"/>
                  </a:lnTo>
                  <a:cubicBezTo>
                    <a:pt x="1435" y="2464"/>
                    <a:pt x="1448" y="2470"/>
                    <a:pt x="1454" y="2477"/>
                  </a:cubicBezTo>
                  <a:cubicBezTo>
                    <a:pt x="1446" y="2476"/>
                    <a:pt x="1440" y="2473"/>
                    <a:pt x="1432" y="2473"/>
                  </a:cubicBezTo>
                  <a:cubicBezTo>
                    <a:pt x="1430" y="2473"/>
                    <a:pt x="1429" y="2473"/>
                    <a:pt x="1428" y="2473"/>
                  </a:cubicBezTo>
                  <a:cubicBezTo>
                    <a:pt x="1435" y="2477"/>
                    <a:pt x="1441" y="2482"/>
                    <a:pt x="1448" y="2486"/>
                  </a:cubicBezTo>
                  <a:cubicBezTo>
                    <a:pt x="1440" y="2485"/>
                    <a:pt x="1433" y="2481"/>
                    <a:pt x="1425" y="2481"/>
                  </a:cubicBezTo>
                  <a:cubicBezTo>
                    <a:pt x="1423" y="2481"/>
                    <a:pt x="1422" y="2482"/>
                    <a:pt x="1420" y="2482"/>
                  </a:cubicBezTo>
                  <a:cubicBezTo>
                    <a:pt x="1428" y="2484"/>
                    <a:pt x="1439" y="2494"/>
                    <a:pt x="1449" y="2494"/>
                  </a:cubicBezTo>
                  <a:cubicBezTo>
                    <a:pt x="1449" y="2494"/>
                    <a:pt x="1449" y="2494"/>
                    <a:pt x="1450" y="2493"/>
                  </a:cubicBezTo>
                  <a:lnTo>
                    <a:pt x="1450" y="2493"/>
                  </a:lnTo>
                  <a:cubicBezTo>
                    <a:pt x="1447" y="2494"/>
                    <a:pt x="1445" y="2494"/>
                    <a:pt x="1442" y="2494"/>
                  </a:cubicBezTo>
                  <a:cubicBezTo>
                    <a:pt x="1434" y="2494"/>
                    <a:pt x="1425" y="2493"/>
                    <a:pt x="1417" y="2493"/>
                  </a:cubicBezTo>
                  <a:cubicBezTo>
                    <a:pt x="1413" y="2493"/>
                    <a:pt x="1410" y="2493"/>
                    <a:pt x="1407" y="2493"/>
                  </a:cubicBezTo>
                  <a:cubicBezTo>
                    <a:pt x="1415" y="2496"/>
                    <a:pt x="1426" y="2499"/>
                    <a:pt x="1436" y="2499"/>
                  </a:cubicBezTo>
                  <a:cubicBezTo>
                    <a:pt x="1437" y="2499"/>
                    <a:pt x="1439" y="2499"/>
                    <a:pt x="1441" y="2499"/>
                  </a:cubicBezTo>
                  <a:lnTo>
                    <a:pt x="1441" y="2499"/>
                  </a:lnTo>
                  <a:cubicBezTo>
                    <a:pt x="1431" y="2501"/>
                    <a:pt x="1419" y="2499"/>
                    <a:pt x="1409" y="2504"/>
                  </a:cubicBezTo>
                  <a:cubicBezTo>
                    <a:pt x="1419" y="2505"/>
                    <a:pt x="1447" y="2513"/>
                    <a:pt x="1432" y="2513"/>
                  </a:cubicBezTo>
                  <a:cubicBezTo>
                    <a:pt x="1430" y="2513"/>
                    <a:pt x="1427" y="2513"/>
                    <a:pt x="1423" y="2512"/>
                  </a:cubicBezTo>
                  <a:lnTo>
                    <a:pt x="1416" y="2512"/>
                  </a:lnTo>
                  <a:cubicBezTo>
                    <a:pt x="1422" y="2513"/>
                    <a:pt x="1429" y="2517"/>
                    <a:pt x="1433" y="2518"/>
                  </a:cubicBezTo>
                  <a:cubicBezTo>
                    <a:pt x="1430" y="2518"/>
                    <a:pt x="1427" y="2517"/>
                    <a:pt x="1423" y="2517"/>
                  </a:cubicBezTo>
                  <a:cubicBezTo>
                    <a:pt x="1418" y="2517"/>
                    <a:pt x="1412" y="2518"/>
                    <a:pt x="1406" y="2520"/>
                  </a:cubicBezTo>
                  <a:cubicBezTo>
                    <a:pt x="1414" y="2521"/>
                    <a:pt x="1423" y="2523"/>
                    <a:pt x="1432" y="2524"/>
                  </a:cubicBezTo>
                  <a:cubicBezTo>
                    <a:pt x="1426" y="2525"/>
                    <a:pt x="1419" y="2525"/>
                    <a:pt x="1413" y="2527"/>
                  </a:cubicBezTo>
                  <a:cubicBezTo>
                    <a:pt x="1419" y="2528"/>
                    <a:pt x="1425" y="2528"/>
                    <a:pt x="1429" y="2531"/>
                  </a:cubicBezTo>
                  <a:cubicBezTo>
                    <a:pt x="1425" y="2531"/>
                    <a:pt x="1419" y="2531"/>
                    <a:pt x="1414" y="2533"/>
                  </a:cubicBezTo>
                  <a:cubicBezTo>
                    <a:pt x="1423" y="2540"/>
                    <a:pt x="1428" y="2539"/>
                    <a:pt x="1410" y="2540"/>
                  </a:cubicBezTo>
                  <a:cubicBezTo>
                    <a:pt x="1416" y="2543"/>
                    <a:pt x="1420" y="2543"/>
                    <a:pt x="1425" y="2546"/>
                  </a:cubicBezTo>
                  <a:cubicBezTo>
                    <a:pt x="1410" y="2547"/>
                    <a:pt x="1406" y="2547"/>
                    <a:pt x="1422" y="2552"/>
                  </a:cubicBezTo>
                  <a:cubicBezTo>
                    <a:pt x="1431" y="2553"/>
                    <a:pt x="1413" y="2555"/>
                    <a:pt x="1410" y="2556"/>
                  </a:cubicBezTo>
                  <a:cubicBezTo>
                    <a:pt x="1420" y="2560"/>
                    <a:pt x="1425" y="2562"/>
                    <a:pt x="1410" y="2566"/>
                  </a:cubicBezTo>
                  <a:cubicBezTo>
                    <a:pt x="1414" y="2568"/>
                    <a:pt x="1419" y="2568"/>
                    <a:pt x="1420" y="2569"/>
                  </a:cubicBezTo>
                  <a:cubicBezTo>
                    <a:pt x="1417" y="2571"/>
                    <a:pt x="1414" y="2571"/>
                    <a:pt x="1410" y="2571"/>
                  </a:cubicBezTo>
                  <a:cubicBezTo>
                    <a:pt x="1413" y="2572"/>
                    <a:pt x="1420" y="2573"/>
                    <a:pt x="1422" y="2576"/>
                  </a:cubicBezTo>
                  <a:cubicBezTo>
                    <a:pt x="1423" y="2579"/>
                    <a:pt x="1407" y="2578"/>
                    <a:pt x="1417" y="2582"/>
                  </a:cubicBezTo>
                  <a:lnTo>
                    <a:pt x="1412" y="2582"/>
                  </a:lnTo>
                  <a:cubicBezTo>
                    <a:pt x="1413" y="2584"/>
                    <a:pt x="1417" y="2588"/>
                    <a:pt x="1416" y="2588"/>
                  </a:cubicBezTo>
                  <a:cubicBezTo>
                    <a:pt x="1412" y="2591"/>
                    <a:pt x="1406" y="2592"/>
                    <a:pt x="1409" y="2598"/>
                  </a:cubicBezTo>
                  <a:cubicBezTo>
                    <a:pt x="1410" y="2600"/>
                    <a:pt x="1413" y="2603"/>
                    <a:pt x="1412" y="2604"/>
                  </a:cubicBezTo>
                  <a:cubicBezTo>
                    <a:pt x="1412" y="2607"/>
                    <a:pt x="1404" y="2604"/>
                    <a:pt x="1410" y="2608"/>
                  </a:cubicBezTo>
                  <a:cubicBezTo>
                    <a:pt x="1407" y="2613"/>
                    <a:pt x="1404" y="2611"/>
                    <a:pt x="1409" y="2617"/>
                  </a:cubicBezTo>
                  <a:cubicBezTo>
                    <a:pt x="1401" y="2649"/>
                    <a:pt x="1382" y="2740"/>
                    <a:pt x="1387" y="2777"/>
                  </a:cubicBezTo>
                  <a:cubicBezTo>
                    <a:pt x="1391" y="2815"/>
                    <a:pt x="1410" y="2871"/>
                    <a:pt x="1413" y="2871"/>
                  </a:cubicBezTo>
                  <a:cubicBezTo>
                    <a:pt x="1416" y="2871"/>
                    <a:pt x="1403" y="2882"/>
                    <a:pt x="1397" y="2888"/>
                  </a:cubicBezTo>
                  <a:cubicBezTo>
                    <a:pt x="1381" y="2898"/>
                    <a:pt x="1349" y="2920"/>
                    <a:pt x="1374" y="2974"/>
                  </a:cubicBezTo>
                  <a:cubicBezTo>
                    <a:pt x="1398" y="3028"/>
                    <a:pt x="1410" y="3037"/>
                    <a:pt x="1420" y="3044"/>
                  </a:cubicBezTo>
                  <a:cubicBezTo>
                    <a:pt x="1425" y="3048"/>
                    <a:pt x="1432" y="3049"/>
                    <a:pt x="1437" y="3049"/>
                  </a:cubicBezTo>
                  <a:cubicBezTo>
                    <a:pt x="1442" y="3049"/>
                    <a:pt x="1446" y="3048"/>
                    <a:pt x="1447" y="3048"/>
                  </a:cubicBezTo>
                  <a:cubicBezTo>
                    <a:pt x="1452" y="3047"/>
                    <a:pt x="1464" y="3045"/>
                    <a:pt x="1467" y="3045"/>
                  </a:cubicBezTo>
                  <a:cubicBezTo>
                    <a:pt x="1470" y="3044"/>
                    <a:pt x="1476" y="3044"/>
                    <a:pt x="1479" y="3044"/>
                  </a:cubicBezTo>
                  <a:cubicBezTo>
                    <a:pt x="1481" y="3051"/>
                    <a:pt x="1486" y="3066"/>
                    <a:pt x="1492" y="3078"/>
                  </a:cubicBezTo>
                  <a:cubicBezTo>
                    <a:pt x="1496" y="3088"/>
                    <a:pt x="1502" y="3096"/>
                    <a:pt x="1505" y="3101"/>
                  </a:cubicBezTo>
                  <a:cubicBezTo>
                    <a:pt x="1511" y="3124"/>
                    <a:pt x="1522" y="3172"/>
                    <a:pt x="1531" y="3214"/>
                  </a:cubicBezTo>
                  <a:cubicBezTo>
                    <a:pt x="1541" y="3255"/>
                    <a:pt x="1567" y="3350"/>
                    <a:pt x="1579" y="3389"/>
                  </a:cubicBezTo>
                  <a:cubicBezTo>
                    <a:pt x="1588" y="3420"/>
                    <a:pt x="1595" y="3431"/>
                    <a:pt x="1599" y="3439"/>
                  </a:cubicBezTo>
                  <a:lnTo>
                    <a:pt x="1599" y="3439"/>
                  </a:lnTo>
                  <a:lnTo>
                    <a:pt x="1598" y="3449"/>
                  </a:lnTo>
                  <a:cubicBezTo>
                    <a:pt x="1586" y="3455"/>
                    <a:pt x="1562" y="3472"/>
                    <a:pt x="1553" y="3484"/>
                  </a:cubicBezTo>
                  <a:cubicBezTo>
                    <a:pt x="1544" y="3497"/>
                    <a:pt x="1538" y="3529"/>
                    <a:pt x="1522" y="3539"/>
                  </a:cubicBezTo>
                  <a:cubicBezTo>
                    <a:pt x="1505" y="3549"/>
                    <a:pt x="1486" y="3554"/>
                    <a:pt x="1471" y="3555"/>
                  </a:cubicBezTo>
                  <a:cubicBezTo>
                    <a:pt x="1457" y="3557"/>
                    <a:pt x="1454" y="3564"/>
                    <a:pt x="1433" y="3577"/>
                  </a:cubicBezTo>
                  <a:cubicBezTo>
                    <a:pt x="1412" y="3592"/>
                    <a:pt x="1355" y="3580"/>
                    <a:pt x="1327" y="3600"/>
                  </a:cubicBezTo>
                  <a:cubicBezTo>
                    <a:pt x="1298" y="3621"/>
                    <a:pt x="1304" y="3622"/>
                    <a:pt x="1273" y="3624"/>
                  </a:cubicBezTo>
                  <a:cubicBezTo>
                    <a:pt x="1243" y="3624"/>
                    <a:pt x="1228" y="3627"/>
                    <a:pt x="1221" y="3627"/>
                  </a:cubicBezTo>
                  <a:cubicBezTo>
                    <a:pt x="1219" y="3631"/>
                    <a:pt x="1218" y="3635"/>
                    <a:pt x="1216" y="3640"/>
                  </a:cubicBezTo>
                  <a:cubicBezTo>
                    <a:pt x="1211" y="3638"/>
                    <a:pt x="1204" y="3638"/>
                    <a:pt x="1197" y="3638"/>
                  </a:cubicBezTo>
                  <a:cubicBezTo>
                    <a:pt x="1182" y="3638"/>
                    <a:pt x="1164" y="3641"/>
                    <a:pt x="1142" y="3646"/>
                  </a:cubicBezTo>
                  <a:cubicBezTo>
                    <a:pt x="1114" y="3660"/>
                    <a:pt x="1059" y="3688"/>
                    <a:pt x="1021" y="3737"/>
                  </a:cubicBezTo>
                  <a:cubicBezTo>
                    <a:pt x="983" y="3785"/>
                    <a:pt x="916" y="3876"/>
                    <a:pt x="894" y="3914"/>
                  </a:cubicBezTo>
                  <a:cubicBezTo>
                    <a:pt x="873" y="3953"/>
                    <a:pt x="829" y="3988"/>
                    <a:pt x="763" y="4042"/>
                  </a:cubicBezTo>
                  <a:cubicBezTo>
                    <a:pt x="696" y="4097"/>
                    <a:pt x="606" y="4161"/>
                    <a:pt x="593" y="4173"/>
                  </a:cubicBezTo>
                  <a:cubicBezTo>
                    <a:pt x="580" y="4185"/>
                    <a:pt x="514" y="4224"/>
                    <a:pt x="506" y="4227"/>
                  </a:cubicBezTo>
                  <a:cubicBezTo>
                    <a:pt x="500" y="4230"/>
                    <a:pt x="476" y="4246"/>
                    <a:pt x="457" y="4260"/>
                  </a:cubicBezTo>
                  <a:cubicBezTo>
                    <a:pt x="469" y="4233"/>
                    <a:pt x="478" y="4206"/>
                    <a:pt x="479" y="4192"/>
                  </a:cubicBezTo>
                  <a:cubicBezTo>
                    <a:pt x="484" y="4167"/>
                    <a:pt x="500" y="4126"/>
                    <a:pt x="508" y="4115"/>
                  </a:cubicBezTo>
                  <a:cubicBezTo>
                    <a:pt x="517" y="4103"/>
                    <a:pt x="516" y="4087"/>
                    <a:pt x="514" y="4087"/>
                  </a:cubicBezTo>
                  <a:lnTo>
                    <a:pt x="497" y="4075"/>
                  </a:lnTo>
                  <a:lnTo>
                    <a:pt x="476" y="4077"/>
                  </a:lnTo>
                  <a:cubicBezTo>
                    <a:pt x="459" y="4091"/>
                    <a:pt x="452" y="4078"/>
                    <a:pt x="425" y="4122"/>
                  </a:cubicBezTo>
                  <a:cubicBezTo>
                    <a:pt x="399" y="4166"/>
                    <a:pt x="385" y="4188"/>
                    <a:pt x="379" y="4198"/>
                  </a:cubicBezTo>
                  <a:cubicBezTo>
                    <a:pt x="373" y="4190"/>
                    <a:pt x="361" y="4177"/>
                    <a:pt x="351" y="4158"/>
                  </a:cubicBezTo>
                  <a:cubicBezTo>
                    <a:pt x="341" y="4138"/>
                    <a:pt x="334" y="4106"/>
                    <a:pt x="339" y="4097"/>
                  </a:cubicBezTo>
                  <a:cubicBezTo>
                    <a:pt x="344" y="4088"/>
                    <a:pt x="360" y="4061"/>
                    <a:pt x="364" y="4049"/>
                  </a:cubicBezTo>
                  <a:cubicBezTo>
                    <a:pt x="370" y="4039"/>
                    <a:pt x="415" y="4000"/>
                    <a:pt x="399" y="3992"/>
                  </a:cubicBezTo>
                  <a:cubicBezTo>
                    <a:pt x="390" y="3989"/>
                    <a:pt x="387" y="3983"/>
                    <a:pt x="379" y="3983"/>
                  </a:cubicBezTo>
                  <a:cubicBezTo>
                    <a:pt x="373" y="3983"/>
                    <a:pt x="365" y="3986"/>
                    <a:pt x="351" y="3994"/>
                  </a:cubicBezTo>
                  <a:cubicBezTo>
                    <a:pt x="316" y="4014"/>
                    <a:pt x="280" y="4035"/>
                    <a:pt x="272" y="4059"/>
                  </a:cubicBezTo>
                  <a:cubicBezTo>
                    <a:pt x="264" y="4086"/>
                    <a:pt x="252" y="4094"/>
                    <a:pt x="245" y="4099"/>
                  </a:cubicBezTo>
                  <a:cubicBezTo>
                    <a:pt x="243" y="4090"/>
                    <a:pt x="237" y="4070"/>
                    <a:pt x="249" y="4049"/>
                  </a:cubicBezTo>
                  <a:cubicBezTo>
                    <a:pt x="258" y="4030"/>
                    <a:pt x="267" y="4021"/>
                    <a:pt x="265" y="4020"/>
                  </a:cubicBezTo>
                  <a:cubicBezTo>
                    <a:pt x="265" y="4010"/>
                    <a:pt x="265" y="3992"/>
                    <a:pt x="252" y="3992"/>
                  </a:cubicBezTo>
                  <a:cubicBezTo>
                    <a:pt x="252" y="3992"/>
                    <a:pt x="251" y="3992"/>
                    <a:pt x="251" y="3992"/>
                  </a:cubicBezTo>
                  <a:cubicBezTo>
                    <a:pt x="236" y="3994"/>
                    <a:pt x="205" y="4005"/>
                    <a:pt x="203" y="4007"/>
                  </a:cubicBezTo>
                  <a:cubicBezTo>
                    <a:pt x="197" y="4007"/>
                    <a:pt x="185" y="4007"/>
                    <a:pt x="178" y="4014"/>
                  </a:cubicBezTo>
                  <a:cubicBezTo>
                    <a:pt x="169" y="4021"/>
                    <a:pt x="152" y="4048"/>
                    <a:pt x="150" y="4052"/>
                  </a:cubicBezTo>
                  <a:cubicBezTo>
                    <a:pt x="149" y="4056"/>
                    <a:pt x="128" y="4061"/>
                    <a:pt x="127" y="4061"/>
                  </a:cubicBezTo>
                  <a:cubicBezTo>
                    <a:pt x="115" y="4062"/>
                    <a:pt x="90" y="4067"/>
                    <a:pt x="87" y="4080"/>
                  </a:cubicBezTo>
                  <a:cubicBezTo>
                    <a:pt x="86" y="4091"/>
                    <a:pt x="101" y="4134"/>
                    <a:pt x="89" y="4163"/>
                  </a:cubicBezTo>
                  <a:cubicBezTo>
                    <a:pt x="77" y="4193"/>
                    <a:pt x="71" y="4209"/>
                    <a:pt x="54" y="4228"/>
                  </a:cubicBezTo>
                  <a:cubicBezTo>
                    <a:pt x="38" y="4246"/>
                    <a:pt x="20" y="4269"/>
                    <a:pt x="15" y="4288"/>
                  </a:cubicBezTo>
                  <a:cubicBezTo>
                    <a:pt x="7" y="4307"/>
                    <a:pt x="0" y="4332"/>
                    <a:pt x="13" y="4343"/>
                  </a:cubicBezTo>
                  <a:cubicBezTo>
                    <a:pt x="28" y="4354"/>
                    <a:pt x="29" y="4352"/>
                    <a:pt x="39" y="4373"/>
                  </a:cubicBezTo>
                  <a:cubicBezTo>
                    <a:pt x="50" y="4394"/>
                    <a:pt x="41" y="4426"/>
                    <a:pt x="63" y="4444"/>
                  </a:cubicBezTo>
                  <a:cubicBezTo>
                    <a:pt x="82" y="4459"/>
                    <a:pt x="78" y="4481"/>
                    <a:pt x="102" y="4481"/>
                  </a:cubicBezTo>
                  <a:cubicBezTo>
                    <a:pt x="106" y="4481"/>
                    <a:pt x="111" y="4480"/>
                    <a:pt x="117" y="4479"/>
                  </a:cubicBezTo>
                  <a:cubicBezTo>
                    <a:pt x="165" y="4536"/>
                    <a:pt x="236" y="4608"/>
                    <a:pt x="300" y="4617"/>
                  </a:cubicBezTo>
                  <a:cubicBezTo>
                    <a:pt x="346" y="4623"/>
                    <a:pt x="417" y="4630"/>
                    <a:pt x="478" y="4630"/>
                  </a:cubicBezTo>
                  <a:cubicBezTo>
                    <a:pt x="520" y="4630"/>
                    <a:pt x="557" y="4627"/>
                    <a:pt x="577" y="4617"/>
                  </a:cubicBezTo>
                  <a:cubicBezTo>
                    <a:pt x="625" y="4592"/>
                    <a:pt x="628" y="4565"/>
                    <a:pt x="676" y="4549"/>
                  </a:cubicBezTo>
                  <a:cubicBezTo>
                    <a:pt x="724" y="4534"/>
                    <a:pt x="819" y="4464"/>
                    <a:pt x="910" y="4409"/>
                  </a:cubicBezTo>
                  <a:cubicBezTo>
                    <a:pt x="1004" y="4355"/>
                    <a:pt x="1079" y="4256"/>
                    <a:pt x="1106" y="4225"/>
                  </a:cubicBezTo>
                  <a:cubicBezTo>
                    <a:pt x="1133" y="4193"/>
                    <a:pt x="1171" y="4167"/>
                    <a:pt x="1177" y="4160"/>
                  </a:cubicBezTo>
                  <a:cubicBezTo>
                    <a:pt x="1183" y="4154"/>
                    <a:pt x="1215" y="4134"/>
                    <a:pt x="1231" y="4123"/>
                  </a:cubicBezTo>
                  <a:lnTo>
                    <a:pt x="1240" y="4118"/>
                  </a:lnTo>
                  <a:cubicBezTo>
                    <a:pt x="1286" y="4186"/>
                    <a:pt x="1266" y="4176"/>
                    <a:pt x="1288" y="4212"/>
                  </a:cubicBezTo>
                  <a:cubicBezTo>
                    <a:pt x="1311" y="4252"/>
                    <a:pt x="1308" y="4275"/>
                    <a:pt x="1305" y="4294"/>
                  </a:cubicBezTo>
                  <a:cubicBezTo>
                    <a:pt x="1304" y="4314"/>
                    <a:pt x="1305" y="4365"/>
                    <a:pt x="1323" y="4407"/>
                  </a:cubicBezTo>
                  <a:cubicBezTo>
                    <a:pt x="1340" y="4448"/>
                    <a:pt x="1343" y="4457"/>
                    <a:pt x="1350" y="4508"/>
                  </a:cubicBezTo>
                  <a:cubicBezTo>
                    <a:pt x="1359" y="4559"/>
                    <a:pt x="1365" y="4582"/>
                    <a:pt x="1384" y="4625"/>
                  </a:cubicBezTo>
                  <a:cubicBezTo>
                    <a:pt x="1403" y="4665"/>
                    <a:pt x="1413" y="4696"/>
                    <a:pt x="1414" y="4718"/>
                  </a:cubicBezTo>
                  <a:cubicBezTo>
                    <a:pt x="1417" y="4740"/>
                    <a:pt x="1404" y="4802"/>
                    <a:pt x="1412" y="4898"/>
                  </a:cubicBezTo>
                  <a:cubicBezTo>
                    <a:pt x="1420" y="4995"/>
                    <a:pt x="1426" y="5142"/>
                    <a:pt x="1423" y="5194"/>
                  </a:cubicBezTo>
                  <a:cubicBezTo>
                    <a:pt x="1420" y="5248"/>
                    <a:pt x="1406" y="5292"/>
                    <a:pt x="1428" y="5359"/>
                  </a:cubicBezTo>
                  <a:cubicBezTo>
                    <a:pt x="1449" y="5427"/>
                    <a:pt x="1473" y="5433"/>
                    <a:pt x="1493" y="5475"/>
                  </a:cubicBezTo>
                  <a:cubicBezTo>
                    <a:pt x="1498" y="5487"/>
                    <a:pt x="1503" y="5497"/>
                    <a:pt x="1508" y="5506"/>
                  </a:cubicBezTo>
                  <a:cubicBezTo>
                    <a:pt x="1519" y="5532"/>
                    <a:pt x="1530" y="5554"/>
                    <a:pt x="1549" y="5558"/>
                  </a:cubicBezTo>
                  <a:cubicBezTo>
                    <a:pt x="1573" y="5566"/>
                    <a:pt x="1597" y="5557"/>
                    <a:pt x="1597" y="5573"/>
                  </a:cubicBezTo>
                  <a:cubicBezTo>
                    <a:pt x="1595" y="5589"/>
                    <a:pt x="1616" y="5596"/>
                    <a:pt x="1639" y="5599"/>
                  </a:cubicBezTo>
                  <a:cubicBezTo>
                    <a:pt x="1664" y="5601"/>
                    <a:pt x="1569" y="5638"/>
                    <a:pt x="1642" y="5640"/>
                  </a:cubicBezTo>
                  <a:cubicBezTo>
                    <a:pt x="1645" y="5640"/>
                    <a:pt x="1649" y="5640"/>
                    <a:pt x="1653" y="5640"/>
                  </a:cubicBezTo>
                  <a:cubicBezTo>
                    <a:pt x="1682" y="5640"/>
                    <a:pt x="1701" y="5635"/>
                    <a:pt x="1710" y="5635"/>
                  </a:cubicBezTo>
                  <a:cubicBezTo>
                    <a:pt x="1720" y="5635"/>
                    <a:pt x="1716" y="5642"/>
                    <a:pt x="1697" y="5669"/>
                  </a:cubicBezTo>
                  <a:cubicBezTo>
                    <a:pt x="1661" y="5723"/>
                    <a:pt x="1646" y="5768"/>
                    <a:pt x="1643" y="5783"/>
                  </a:cubicBezTo>
                  <a:cubicBezTo>
                    <a:pt x="1639" y="5796"/>
                    <a:pt x="1594" y="5826"/>
                    <a:pt x="1605" y="5895"/>
                  </a:cubicBezTo>
                  <a:cubicBezTo>
                    <a:pt x="1617" y="5962"/>
                    <a:pt x="1610" y="6008"/>
                    <a:pt x="1626" y="6081"/>
                  </a:cubicBezTo>
                  <a:cubicBezTo>
                    <a:pt x="1643" y="6153"/>
                    <a:pt x="1645" y="6231"/>
                    <a:pt x="1643" y="6236"/>
                  </a:cubicBezTo>
                  <a:cubicBezTo>
                    <a:pt x="1643" y="6241"/>
                    <a:pt x="1639" y="6403"/>
                    <a:pt x="1636" y="6428"/>
                  </a:cubicBezTo>
                  <a:cubicBezTo>
                    <a:pt x="1633" y="6453"/>
                    <a:pt x="1632" y="6463"/>
                    <a:pt x="1632" y="6467"/>
                  </a:cubicBezTo>
                  <a:cubicBezTo>
                    <a:pt x="1633" y="6464"/>
                    <a:pt x="1634" y="6461"/>
                    <a:pt x="1636" y="6458"/>
                  </a:cubicBezTo>
                  <a:lnTo>
                    <a:pt x="1636" y="6458"/>
                  </a:lnTo>
                  <a:cubicBezTo>
                    <a:pt x="1627" y="6502"/>
                    <a:pt x="1621" y="6547"/>
                    <a:pt x="1607" y="6587"/>
                  </a:cubicBezTo>
                  <a:cubicBezTo>
                    <a:pt x="1601" y="6600"/>
                    <a:pt x="1602" y="6616"/>
                    <a:pt x="1608" y="6632"/>
                  </a:cubicBezTo>
                  <a:cubicBezTo>
                    <a:pt x="1604" y="6708"/>
                    <a:pt x="1597" y="6845"/>
                    <a:pt x="1607" y="6964"/>
                  </a:cubicBezTo>
                  <a:cubicBezTo>
                    <a:pt x="1610" y="6996"/>
                    <a:pt x="1614" y="7028"/>
                    <a:pt x="1617" y="7059"/>
                  </a:cubicBezTo>
                  <a:cubicBezTo>
                    <a:pt x="1621" y="7094"/>
                    <a:pt x="1626" y="7127"/>
                    <a:pt x="1629" y="7159"/>
                  </a:cubicBezTo>
                  <a:cubicBezTo>
                    <a:pt x="1636" y="7207"/>
                    <a:pt x="1642" y="7251"/>
                    <a:pt x="1643" y="7283"/>
                  </a:cubicBezTo>
                  <a:cubicBezTo>
                    <a:pt x="1648" y="7351"/>
                    <a:pt x="1664" y="7494"/>
                    <a:pt x="1678" y="7545"/>
                  </a:cubicBezTo>
                  <a:cubicBezTo>
                    <a:pt x="1694" y="7596"/>
                    <a:pt x="1712" y="7665"/>
                    <a:pt x="1715" y="7697"/>
                  </a:cubicBezTo>
                  <a:cubicBezTo>
                    <a:pt x="1716" y="7704"/>
                    <a:pt x="1716" y="7711"/>
                    <a:pt x="1717" y="7717"/>
                  </a:cubicBezTo>
                  <a:cubicBezTo>
                    <a:pt x="1719" y="7733"/>
                    <a:pt x="1722" y="7740"/>
                    <a:pt x="1722" y="7745"/>
                  </a:cubicBezTo>
                  <a:cubicBezTo>
                    <a:pt x="1726" y="7742"/>
                    <a:pt x="1731" y="7739"/>
                    <a:pt x="1734" y="7736"/>
                  </a:cubicBezTo>
                  <a:lnTo>
                    <a:pt x="1734" y="7736"/>
                  </a:lnTo>
                  <a:cubicBezTo>
                    <a:pt x="1732" y="7758"/>
                    <a:pt x="1742" y="7793"/>
                    <a:pt x="1744" y="7810"/>
                  </a:cubicBezTo>
                  <a:cubicBezTo>
                    <a:pt x="1751" y="7877"/>
                    <a:pt x="1751" y="7943"/>
                    <a:pt x="1793" y="7989"/>
                  </a:cubicBezTo>
                  <a:cubicBezTo>
                    <a:pt x="1847" y="8046"/>
                    <a:pt x="1939" y="8080"/>
                    <a:pt x="2015" y="8119"/>
                  </a:cubicBezTo>
                  <a:cubicBezTo>
                    <a:pt x="2130" y="8180"/>
                    <a:pt x="2232" y="8243"/>
                    <a:pt x="2339" y="8316"/>
                  </a:cubicBezTo>
                  <a:cubicBezTo>
                    <a:pt x="2389" y="8348"/>
                    <a:pt x="2452" y="8357"/>
                    <a:pt x="2506" y="8386"/>
                  </a:cubicBezTo>
                  <a:cubicBezTo>
                    <a:pt x="2586" y="8432"/>
                    <a:pt x="2691" y="8435"/>
                    <a:pt x="2777" y="8476"/>
                  </a:cubicBezTo>
                  <a:cubicBezTo>
                    <a:pt x="2827" y="8501"/>
                    <a:pt x="2876" y="8528"/>
                    <a:pt x="2924" y="8559"/>
                  </a:cubicBezTo>
                  <a:cubicBezTo>
                    <a:pt x="2962" y="8581"/>
                    <a:pt x="3017" y="8598"/>
                    <a:pt x="3040" y="8632"/>
                  </a:cubicBezTo>
                  <a:cubicBezTo>
                    <a:pt x="3056" y="8654"/>
                    <a:pt x="3074" y="8674"/>
                    <a:pt x="3096" y="8692"/>
                  </a:cubicBezTo>
                  <a:cubicBezTo>
                    <a:pt x="3107" y="8703"/>
                    <a:pt x="3113" y="8721"/>
                    <a:pt x="3120" y="8738"/>
                  </a:cubicBezTo>
                  <a:cubicBezTo>
                    <a:pt x="3113" y="8735"/>
                    <a:pt x="3107" y="8731"/>
                    <a:pt x="3103" y="8729"/>
                  </a:cubicBezTo>
                  <a:lnTo>
                    <a:pt x="3059" y="8792"/>
                  </a:lnTo>
                  <a:cubicBezTo>
                    <a:pt x="3049" y="8801"/>
                    <a:pt x="3030" y="8820"/>
                    <a:pt x="3069" y="8846"/>
                  </a:cubicBezTo>
                  <a:cubicBezTo>
                    <a:pt x="3101" y="8869"/>
                    <a:pt x="3103" y="8878"/>
                    <a:pt x="3133" y="8878"/>
                  </a:cubicBezTo>
                  <a:cubicBezTo>
                    <a:pt x="3140" y="8878"/>
                    <a:pt x="3147" y="8877"/>
                    <a:pt x="3157" y="8877"/>
                  </a:cubicBezTo>
                  <a:cubicBezTo>
                    <a:pt x="3163" y="8876"/>
                    <a:pt x="3170" y="8876"/>
                    <a:pt x="3176" y="8876"/>
                  </a:cubicBezTo>
                  <a:cubicBezTo>
                    <a:pt x="3218" y="8876"/>
                    <a:pt x="3255" y="8883"/>
                    <a:pt x="3265" y="8883"/>
                  </a:cubicBezTo>
                  <a:cubicBezTo>
                    <a:pt x="3266" y="8883"/>
                    <a:pt x="3267" y="8883"/>
                    <a:pt x="3267" y="8882"/>
                  </a:cubicBezTo>
                  <a:cubicBezTo>
                    <a:pt x="3273" y="8882"/>
                    <a:pt x="3339" y="8965"/>
                    <a:pt x="3375" y="9009"/>
                  </a:cubicBezTo>
                  <a:cubicBezTo>
                    <a:pt x="3404" y="9041"/>
                    <a:pt x="3470" y="9107"/>
                    <a:pt x="3509" y="9153"/>
                  </a:cubicBezTo>
                  <a:cubicBezTo>
                    <a:pt x="3508" y="9155"/>
                    <a:pt x="3505" y="9156"/>
                    <a:pt x="3505" y="9159"/>
                  </a:cubicBezTo>
                  <a:cubicBezTo>
                    <a:pt x="3500" y="9171"/>
                    <a:pt x="3511" y="9172"/>
                    <a:pt x="3525" y="9172"/>
                  </a:cubicBezTo>
                  <a:cubicBezTo>
                    <a:pt x="3530" y="9178"/>
                    <a:pt x="3534" y="9184"/>
                    <a:pt x="3537" y="9188"/>
                  </a:cubicBezTo>
                  <a:cubicBezTo>
                    <a:pt x="3560" y="9226"/>
                    <a:pt x="3715" y="9404"/>
                    <a:pt x="3748" y="9436"/>
                  </a:cubicBezTo>
                  <a:cubicBezTo>
                    <a:pt x="3766" y="9453"/>
                    <a:pt x="3786" y="9461"/>
                    <a:pt x="3807" y="9461"/>
                  </a:cubicBezTo>
                  <a:cubicBezTo>
                    <a:pt x="3826" y="9461"/>
                    <a:pt x="3846" y="9454"/>
                    <a:pt x="3869" y="9440"/>
                  </a:cubicBezTo>
                  <a:cubicBezTo>
                    <a:pt x="3916" y="9411"/>
                    <a:pt x="4000" y="9302"/>
                    <a:pt x="3942" y="9136"/>
                  </a:cubicBezTo>
                  <a:cubicBezTo>
                    <a:pt x="3885" y="8970"/>
                    <a:pt x="3889" y="8914"/>
                    <a:pt x="3834" y="8855"/>
                  </a:cubicBezTo>
                  <a:cubicBezTo>
                    <a:pt x="3780" y="8798"/>
                    <a:pt x="3745" y="8766"/>
                    <a:pt x="3722" y="8737"/>
                  </a:cubicBezTo>
                  <a:cubicBezTo>
                    <a:pt x="3700" y="8708"/>
                    <a:pt x="3694" y="8689"/>
                    <a:pt x="3693" y="8678"/>
                  </a:cubicBezTo>
                  <a:cubicBezTo>
                    <a:pt x="3691" y="8671"/>
                    <a:pt x="3668" y="8437"/>
                    <a:pt x="3632" y="8361"/>
                  </a:cubicBezTo>
                  <a:cubicBezTo>
                    <a:pt x="3595" y="8285"/>
                    <a:pt x="3533" y="8211"/>
                    <a:pt x="3474" y="8208"/>
                  </a:cubicBezTo>
                  <a:cubicBezTo>
                    <a:pt x="3473" y="8208"/>
                    <a:pt x="3472" y="8208"/>
                    <a:pt x="3471" y="8208"/>
                  </a:cubicBezTo>
                  <a:cubicBezTo>
                    <a:pt x="3411" y="8208"/>
                    <a:pt x="3299" y="8277"/>
                    <a:pt x="3266" y="8311"/>
                  </a:cubicBezTo>
                  <a:cubicBezTo>
                    <a:pt x="3241" y="8338"/>
                    <a:pt x="3228" y="8351"/>
                    <a:pt x="3219" y="8351"/>
                  </a:cubicBezTo>
                  <a:cubicBezTo>
                    <a:pt x="3215" y="8345"/>
                    <a:pt x="3211" y="8342"/>
                    <a:pt x="3206" y="8341"/>
                  </a:cubicBezTo>
                  <a:cubicBezTo>
                    <a:pt x="3204" y="8338"/>
                    <a:pt x="3201" y="8336"/>
                    <a:pt x="3198" y="8336"/>
                  </a:cubicBezTo>
                  <a:cubicBezTo>
                    <a:pt x="3192" y="8336"/>
                    <a:pt x="3186" y="8341"/>
                    <a:pt x="3177" y="8354"/>
                  </a:cubicBezTo>
                  <a:cubicBezTo>
                    <a:pt x="3171" y="8364"/>
                    <a:pt x="3170" y="8365"/>
                    <a:pt x="3174" y="8367"/>
                  </a:cubicBezTo>
                  <a:cubicBezTo>
                    <a:pt x="3168" y="8370"/>
                    <a:pt x="3163" y="8373"/>
                    <a:pt x="3157" y="8377"/>
                  </a:cubicBezTo>
                  <a:cubicBezTo>
                    <a:pt x="3119" y="8345"/>
                    <a:pt x="3069" y="8313"/>
                    <a:pt x="3046" y="8304"/>
                  </a:cubicBezTo>
                  <a:cubicBezTo>
                    <a:pt x="3004" y="8282"/>
                    <a:pt x="2967" y="8236"/>
                    <a:pt x="2937" y="8205"/>
                  </a:cubicBezTo>
                  <a:cubicBezTo>
                    <a:pt x="2846" y="8113"/>
                    <a:pt x="2759" y="8010"/>
                    <a:pt x="2675" y="7909"/>
                  </a:cubicBezTo>
                  <a:cubicBezTo>
                    <a:pt x="2596" y="7816"/>
                    <a:pt x="2497" y="7787"/>
                    <a:pt x="2376" y="7759"/>
                  </a:cubicBezTo>
                  <a:cubicBezTo>
                    <a:pt x="2341" y="7751"/>
                    <a:pt x="2331" y="7727"/>
                    <a:pt x="2302" y="7710"/>
                  </a:cubicBezTo>
                  <a:cubicBezTo>
                    <a:pt x="2271" y="7691"/>
                    <a:pt x="2270" y="7628"/>
                    <a:pt x="2267" y="7580"/>
                  </a:cubicBezTo>
                  <a:cubicBezTo>
                    <a:pt x="2373" y="7518"/>
                    <a:pt x="2565" y="7404"/>
                    <a:pt x="2632" y="7330"/>
                  </a:cubicBezTo>
                  <a:cubicBezTo>
                    <a:pt x="2701" y="7252"/>
                    <a:pt x="2784" y="7139"/>
                    <a:pt x="2798" y="7127"/>
                  </a:cubicBezTo>
                  <a:cubicBezTo>
                    <a:pt x="2798" y="7126"/>
                    <a:pt x="2800" y="7124"/>
                    <a:pt x="2801" y="7124"/>
                  </a:cubicBezTo>
                  <a:cubicBezTo>
                    <a:pt x="2809" y="7118"/>
                    <a:pt x="2827" y="7094"/>
                    <a:pt x="2842" y="7075"/>
                  </a:cubicBezTo>
                  <a:cubicBezTo>
                    <a:pt x="2861" y="7114"/>
                    <a:pt x="2881" y="7162"/>
                    <a:pt x="2886" y="7190"/>
                  </a:cubicBezTo>
                  <a:cubicBezTo>
                    <a:pt x="2892" y="7229"/>
                    <a:pt x="2909" y="7318"/>
                    <a:pt x="2909" y="7319"/>
                  </a:cubicBezTo>
                  <a:cubicBezTo>
                    <a:pt x="2938" y="7416"/>
                    <a:pt x="3010" y="7605"/>
                    <a:pt x="3020" y="7653"/>
                  </a:cubicBezTo>
                  <a:cubicBezTo>
                    <a:pt x="3021" y="7660"/>
                    <a:pt x="3037" y="7668"/>
                    <a:pt x="3037" y="7676"/>
                  </a:cubicBezTo>
                  <a:cubicBezTo>
                    <a:pt x="3037" y="7719"/>
                    <a:pt x="3066" y="7771"/>
                    <a:pt x="3130" y="7771"/>
                  </a:cubicBezTo>
                  <a:cubicBezTo>
                    <a:pt x="3136" y="7771"/>
                    <a:pt x="3143" y="7771"/>
                    <a:pt x="3149" y="7770"/>
                  </a:cubicBezTo>
                  <a:cubicBezTo>
                    <a:pt x="3241" y="7755"/>
                    <a:pt x="3365" y="7660"/>
                    <a:pt x="3393" y="7551"/>
                  </a:cubicBezTo>
                  <a:cubicBezTo>
                    <a:pt x="3422" y="7442"/>
                    <a:pt x="3454" y="7343"/>
                    <a:pt x="3445" y="7260"/>
                  </a:cubicBezTo>
                  <a:cubicBezTo>
                    <a:pt x="3436" y="7175"/>
                    <a:pt x="3416" y="7121"/>
                    <a:pt x="3406" y="7095"/>
                  </a:cubicBezTo>
                  <a:lnTo>
                    <a:pt x="3375" y="7081"/>
                  </a:lnTo>
                  <a:lnTo>
                    <a:pt x="3313" y="6930"/>
                  </a:lnTo>
                  <a:cubicBezTo>
                    <a:pt x="3314" y="6878"/>
                    <a:pt x="3315" y="6772"/>
                    <a:pt x="3301" y="6703"/>
                  </a:cubicBezTo>
                  <a:cubicBezTo>
                    <a:pt x="3288" y="6633"/>
                    <a:pt x="3257" y="6531"/>
                    <a:pt x="3174" y="6499"/>
                  </a:cubicBezTo>
                  <a:cubicBezTo>
                    <a:pt x="3091" y="6469"/>
                    <a:pt x="3056" y="6466"/>
                    <a:pt x="3039" y="6466"/>
                  </a:cubicBezTo>
                  <a:lnTo>
                    <a:pt x="2951" y="6488"/>
                  </a:lnTo>
                  <a:lnTo>
                    <a:pt x="2873" y="6517"/>
                  </a:lnTo>
                  <a:lnTo>
                    <a:pt x="2855" y="6523"/>
                  </a:lnTo>
                  <a:lnTo>
                    <a:pt x="2811" y="6531"/>
                  </a:lnTo>
                  <a:lnTo>
                    <a:pt x="2760" y="6550"/>
                  </a:lnTo>
                  <a:lnTo>
                    <a:pt x="2762" y="6552"/>
                  </a:lnTo>
                  <a:cubicBezTo>
                    <a:pt x="2744" y="6547"/>
                    <a:pt x="2728" y="6542"/>
                    <a:pt x="2715" y="6533"/>
                  </a:cubicBezTo>
                  <a:cubicBezTo>
                    <a:pt x="2701" y="6524"/>
                    <a:pt x="2686" y="6512"/>
                    <a:pt x="2670" y="6501"/>
                  </a:cubicBezTo>
                  <a:cubicBezTo>
                    <a:pt x="2672" y="6477"/>
                    <a:pt x="2675" y="6435"/>
                    <a:pt x="2692" y="6400"/>
                  </a:cubicBezTo>
                  <a:cubicBezTo>
                    <a:pt x="2709" y="6364"/>
                    <a:pt x="2794" y="6310"/>
                    <a:pt x="2860" y="6279"/>
                  </a:cubicBezTo>
                  <a:cubicBezTo>
                    <a:pt x="2924" y="6247"/>
                    <a:pt x="2932" y="6279"/>
                    <a:pt x="2976" y="6144"/>
                  </a:cubicBezTo>
                  <a:cubicBezTo>
                    <a:pt x="3021" y="6008"/>
                    <a:pt x="2978" y="5985"/>
                    <a:pt x="3023" y="5915"/>
                  </a:cubicBezTo>
                  <a:cubicBezTo>
                    <a:pt x="3068" y="5845"/>
                    <a:pt x="3123" y="5829"/>
                    <a:pt x="3113" y="5749"/>
                  </a:cubicBezTo>
                  <a:cubicBezTo>
                    <a:pt x="3104" y="5668"/>
                    <a:pt x="3123" y="5615"/>
                    <a:pt x="3094" y="5564"/>
                  </a:cubicBezTo>
                  <a:cubicBezTo>
                    <a:pt x="3065" y="5513"/>
                    <a:pt x="3036" y="5480"/>
                    <a:pt x="2994" y="5448"/>
                  </a:cubicBezTo>
                  <a:cubicBezTo>
                    <a:pt x="2962" y="5424"/>
                    <a:pt x="2951" y="5413"/>
                    <a:pt x="2951" y="5389"/>
                  </a:cubicBezTo>
                  <a:cubicBezTo>
                    <a:pt x="2951" y="5382"/>
                    <a:pt x="2951" y="5372"/>
                    <a:pt x="2954" y="5362"/>
                  </a:cubicBezTo>
                  <a:cubicBezTo>
                    <a:pt x="2963" y="5315"/>
                    <a:pt x="2979" y="5283"/>
                    <a:pt x="2963" y="5223"/>
                  </a:cubicBezTo>
                  <a:cubicBezTo>
                    <a:pt x="2947" y="5163"/>
                    <a:pt x="2927" y="5130"/>
                    <a:pt x="2903" y="5063"/>
                  </a:cubicBezTo>
                  <a:cubicBezTo>
                    <a:pt x="2880" y="4996"/>
                    <a:pt x="2836" y="4847"/>
                    <a:pt x="2829" y="4782"/>
                  </a:cubicBezTo>
                  <a:cubicBezTo>
                    <a:pt x="2822" y="4716"/>
                    <a:pt x="2804" y="4633"/>
                    <a:pt x="2774" y="4540"/>
                  </a:cubicBezTo>
                  <a:cubicBezTo>
                    <a:pt x="2743" y="4447"/>
                    <a:pt x="2727" y="4375"/>
                    <a:pt x="2714" y="4335"/>
                  </a:cubicBezTo>
                  <a:cubicBezTo>
                    <a:pt x="2701" y="4292"/>
                    <a:pt x="2676" y="4135"/>
                    <a:pt x="2675" y="4058"/>
                  </a:cubicBezTo>
                  <a:cubicBezTo>
                    <a:pt x="2673" y="3982"/>
                    <a:pt x="2682" y="3936"/>
                    <a:pt x="2698" y="3867"/>
                  </a:cubicBezTo>
                  <a:cubicBezTo>
                    <a:pt x="2715" y="3799"/>
                    <a:pt x="2711" y="3727"/>
                    <a:pt x="2676" y="3628"/>
                  </a:cubicBezTo>
                  <a:cubicBezTo>
                    <a:pt x="2640" y="3528"/>
                    <a:pt x="2624" y="3490"/>
                    <a:pt x="2610" y="3464"/>
                  </a:cubicBezTo>
                  <a:cubicBezTo>
                    <a:pt x="2600" y="3446"/>
                    <a:pt x="2589" y="3420"/>
                    <a:pt x="2577" y="3391"/>
                  </a:cubicBezTo>
                  <a:cubicBezTo>
                    <a:pt x="2578" y="3385"/>
                    <a:pt x="2580" y="3379"/>
                    <a:pt x="2583" y="3372"/>
                  </a:cubicBezTo>
                  <a:cubicBezTo>
                    <a:pt x="2583" y="3372"/>
                    <a:pt x="2701" y="3032"/>
                    <a:pt x="2726" y="2917"/>
                  </a:cubicBezTo>
                  <a:cubicBezTo>
                    <a:pt x="2752" y="2802"/>
                    <a:pt x="2798" y="2587"/>
                    <a:pt x="2809" y="2521"/>
                  </a:cubicBezTo>
                  <a:cubicBezTo>
                    <a:pt x="2820" y="2456"/>
                    <a:pt x="2807" y="2405"/>
                    <a:pt x="2810" y="2368"/>
                  </a:cubicBezTo>
                  <a:cubicBezTo>
                    <a:pt x="2814" y="2333"/>
                    <a:pt x="2829" y="2240"/>
                    <a:pt x="2827" y="2222"/>
                  </a:cubicBezTo>
                  <a:cubicBezTo>
                    <a:pt x="2826" y="2205"/>
                    <a:pt x="2835" y="2061"/>
                    <a:pt x="2762" y="1861"/>
                  </a:cubicBezTo>
                  <a:cubicBezTo>
                    <a:pt x="2689" y="1662"/>
                    <a:pt x="2632" y="1466"/>
                    <a:pt x="2626" y="1411"/>
                  </a:cubicBezTo>
                  <a:cubicBezTo>
                    <a:pt x="2621" y="1357"/>
                    <a:pt x="2594" y="1265"/>
                    <a:pt x="2594" y="1264"/>
                  </a:cubicBezTo>
                  <a:lnTo>
                    <a:pt x="2589" y="1235"/>
                  </a:lnTo>
                  <a:cubicBezTo>
                    <a:pt x="2589" y="1233"/>
                    <a:pt x="2573" y="935"/>
                    <a:pt x="2546" y="805"/>
                  </a:cubicBezTo>
                  <a:cubicBezTo>
                    <a:pt x="2520" y="677"/>
                    <a:pt x="2524" y="658"/>
                    <a:pt x="2491" y="601"/>
                  </a:cubicBezTo>
                  <a:cubicBezTo>
                    <a:pt x="2459" y="544"/>
                    <a:pt x="2433" y="509"/>
                    <a:pt x="2420" y="493"/>
                  </a:cubicBezTo>
                  <a:cubicBezTo>
                    <a:pt x="2405" y="493"/>
                    <a:pt x="2376" y="493"/>
                    <a:pt x="2380" y="515"/>
                  </a:cubicBezTo>
                  <a:cubicBezTo>
                    <a:pt x="2385" y="536"/>
                    <a:pt x="2405" y="587"/>
                    <a:pt x="2415" y="613"/>
                  </a:cubicBezTo>
                  <a:lnTo>
                    <a:pt x="2428" y="648"/>
                  </a:lnTo>
                  <a:lnTo>
                    <a:pt x="2439" y="686"/>
                  </a:lnTo>
                  <a:cubicBezTo>
                    <a:pt x="2417" y="655"/>
                    <a:pt x="2374" y="594"/>
                    <a:pt x="2373" y="591"/>
                  </a:cubicBezTo>
                  <a:cubicBezTo>
                    <a:pt x="2370" y="587"/>
                    <a:pt x="2319" y="527"/>
                    <a:pt x="2312" y="521"/>
                  </a:cubicBezTo>
                  <a:cubicBezTo>
                    <a:pt x="2310" y="520"/>
                    <a:pt x="2307" y="518"/>
                    <a:pt x="2306" y="517"/>
                  </a:cubicBezTo>
                  <a:cubicBezTo>
                    <a:pt x="2271" y="252"/>
                    <a:pt x="2061" y="34"/>
                    <a:pt x="1783" y="4"/>
                  </a:cubicBezTo>
                  <a:cubicBezTo>
                    <a:pt x="1761" y="2"/>
                    <a:pt x="1740" y="0"/>
                    <a:pt x="171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" name="Google Shape;193;p17"/>
            <p:cNvSpPr/>
            <p:nvPr/>
          </p:nvSpPr>
          <p:spPr>
            <a:xfrm>
              <a:off x="8119285" y="1553798"/>
              <a:ext cx="98810" cy="103149"/>
            </a:xfrm>
            <a:custGeom>
              <a:rect b="b" l="l" r="r" t="t"/>
              <a:pathLst>
                <a:path extrusionOk="0" h="1355" w="1298">
                  <a:moveTo>
                    <a:pt x="649" y="0"/>
                  </a:moveTo>
                  <a:cubicBezTo>
                    <a:pt x="290" y="0"/>
                    <a:pt x="1" y="303"/>
                    <a:pt x="1" y="678"/>
                  </a:cubicBezTo>
                  <a:cubicBezTo>
                    <a:pt x="1" y="1052"/>
                    <a:pt x="290" y="1355"/>
                    <a:pt x="649" y="1355"/>
                  </a:cubicBezTo>
                  <a:cubicBezTo>
                    <a:pt x="1007" y="1355"/>
                    <a:pt x="1297" y="1052"/>
                    <a:pt x="1297" y="678"/>
                  </a:cubicBezTo>
                  <a:cubicBezTo>
                    <a:pt x="1297" y="303"/>
                    <a:pt x="1007" y="0"/>
                    <a:pt x="6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194" name="Google Shape;19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40725" y="3315075"/>
            <a:ext cx="2145401" cy="1430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8"/>
          <p:cNvSpPr txBox="1"/>
          <p:nvPr>
            <p:ph type="title"/>
          </p:nvPr>
        </p:nvSpPr>
        <p:spPr>
          <a:xfrm>
            <a:off x="713225" y="539500"/>
            <a:ext cx="7717500" cy="47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Training Process</a:t>
            </a:r>
            <a:endParaRPr/>
          </a:p>
        </p:txBody>
      </p:sp>
      <p:sp>
        <p:nvSpPr>
          <p:cNvPr id="200" name="Google Shape;200;p18"/>
          <p:cNvSpPr/>
          <p:nvPr/>
        </p:nvSpPr>
        <p:spPr>
          <a:xfrm>
            <a:off x="3774075" y="1447300"/>
            <a:ext cx="1594800" cy="4059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2"/>
                </a:solidFill>
                <a:latin typeface="Dosis SemiBold"/>
                <a:ea typeface="Dosis SemiBold"/>
                <a:cs typeface="Dosis SemiBold"/>
                <a:sym typeface="Dosis SemiBold"/>
              </a:rPr>
              <a:t>ACTIONS</a:t>
            </a:r>
            <a:endParaRPr sz="2000">
              <a:solidFill>
                <a:schemeClr val="dk2"/>
              </a:solidFill>
              <a:latin typeface="Dosis SemiBold"/>
              <a:ea typeface="Dosis SemiBold"/>
              <a:cs typeface="Dosis SemiBold"/>
              <a:sym typeface="Dosis SemiBold"/>
            </a:endParaRPr>
          </a:p>
        </p:txBody>
      </p:sp>
      <p:grpSp>
        <p:nvGrpSpPr>
          <p:cNvPr id="201" name="Google Shape;201;p18"/>
          <p:cNvGrpSpPr/>
          <p:nvPr/>
        </p:nvGrpSpPr>
        <p:grpSpPr>
          <a:xfrm>
            <a:off x="719400" y="2835725"/>
            <a:ext cx="2428200" cy="1674275"/>
            <a:chOff x="719400" y="2835725"/>
            <a:chExt cx="2428200" cy="1674275"/>
          </a:xfrm>
        </p:grpSpPr>
        <p:sp>
          <p:nvSpPr>
            <p:cNvPr id="202" name="Google Shape;202;p18"/>
            <p:cNvSpPr txBox="1"/>
            <p:nvPr/>
          </p:nvSpPr>
          <p:spPr>
            <a:xfrm>
              <a:off x="719400" y="3241600"/>
              <a:ext cx="2428200" cy="126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-330200" lvl="0" marL="45720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Dosis"/>
                <a:buChar char="●"/>
              </a:pPr>
              <a:r>
                <a:rPr lang="en" sz="1600">
                  <a:solidFill>
                    <a:schemeClr val="lt1"/>
                  </a:solidFill>
                  <a:latin typeface="Dosis"/>
                  <a:ea typeface="Dosis"/>
                  <a:cs typeface="Dosis"/>
                  <a:sym typeface="Dosis"/>
                </a:rPr>
                <a:t>We used historical NBA game data, focusing on games where the home team performed better (outcome=1).</a:t>
              </a:r>
              <a:endParaRPr sz="1600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endParaRPr>
            </a:p>
          </p:txBody>
        </p:sp>
        <p:sp>
          <p:nvSpPr>
            <p:cNvPr id="203" name="Google Shape;203;p18"/>
            <p:cNvSpPr/>
            <p:nvPr/>
          </p:nvSpPr>
          <p:spPr>
            <a:xfrm>
              <a:off x="719400" y="2835725"/>
              <a:ext cx="2428200" cy="478200"/>
            </a:xfrm>
            <a:prstGeom prst="roundRect">
              <a:avLst>
                <a:gd fmla="val 0" name="adj"/>
              </a:avLst>
            </a:prstGeom>
            <a:noFill/>
            <a:ln>
              <a:noFill/>
            </a:ln>
          </p:spPr>
          <p:txBody>
            <a:bodyPr anchorCtr="0" anchor="b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>
                  <a:solidFill>
                    <a:schemeClr val="dk2"/>
                  </a:solidFill>
                  <a:latin typeface="Dosis SemiBold"/>
                  <a:ea typeface="Dosis SemiBold"/>
                  <a:cs typeface="Dosis SemiBold"/>
                  <a:sym typeface="Dosis SemiBold"/>
                </a:rPr>
                <a:t>Training Data</a:t>
              </a:r>
              <a:endParaRPr sz="2000">
                <a:solidFill>
                  <a:schemeClr val="dk2"/>
                </a:solidFill>
                <a:latin typeface="Dosis SemiBold"/>
                <a:ea typeface="Dosis SemiBold"/>
                <a:cs typeface="Dosis SemiBold"/>
                <a:sym typeface="Dosis SemiBold"/>
              </a:endParaRPr>
            </a:p>
          </p:txBody>
        </p:sp>
      </p:grpSp>
      <p:grpSp>
        <p:nvGrpSpPr>
          <p:cNvPr id="204" name="Google Shape;204;p18"/>
          <p:cNvGrpSpPr/>
          <p:nvPr/>
        </p:nvGrpSpPr>
        <p:grpSpPr>
          <a:xfrm>
            <a:off x="5995200" y="2835725"/>
            <a:ext cx="2428200" cy="1674275"/>
            <a:chOff x="5995200" y="2835725"/>
            <a:chExt cx="2428200" cy="1674275"/>
          </a:xfrm>
        </p:grpSpPr>
        <p:sp>
          <p:nvSpPr>
            <p:cNvPr id="205" name="Google Shape;205;p18"/>
            <p:cNvSpPr txBox="1"/>
            <p:nvPr/>
          </p:nvSpPr>
          <p:spPr>
            <a:xfrm>
              <a:off x="5995200" y="3241600"/>
              <a:ext cx="2428200" cy="126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-33020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Dosis"/>
                <a:buChar char="●"/>
              </a:pPr>
              <a:r>
                <a:rPr lang="en" sz="1600">
                  <a:solidFill>
                    <a:schemeClr val="lt1"/>
                  </a:solidFill>
                  <a:latin typeface="Dosis"/>
                  <a:ea typeface="Dosis"/>
                  <a:cs typeface="Dosis"/>
                  <a:sym typeface="Dosis"/>
                </a:rPr>
                <a:t>Split data into training and testing sets to evaluate performance across multiple game scenarios.</a:t>
              </a:r>
              <a:endParaRPr sz="1600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endParaRPr>
            </a:p>
          </p:txBody>
        </p:sp>
        <p:sp>
          <p:nvSpPr>
            <p:cNvPr id="206" name="Google Shape;206;p18"/>
            <p:cNvSpPr/>
            <p:nvPr/>
          </p:nvSpPr>
          <p:spPr>
            <a:xfrm>
              <a:off x="5995200" y="2835725"/>
              <a:ext cx="2428200" cy="478200"/>
            </a:xfrm>
            <a:prstGeom prst="roundRect">
              <a:avLst>
                <a:gd fmla="val 0" name="adj"/>
              </a:avLst>
            </a:prstGeom>
            <a:noFill/>
            <a:ln>
              <a:noFill/>
            </a:ln>
          </p:spPr>
          <p:txBody>
            <a:bodyPr anchorCtr="0" anchor="b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>
                  <a:solidFill>
                    <a:schemeClr val="dk2"/>
                  </a:solidFill>
                  <a:latin typeface="Dosis SemiBold"/>
                  <a:ea typeface="Dosis SemiBold"/>
                  <a:cs typeface="Dosis SemiBold"/>
                  <a:sym typeface="Dosis SemiBold"/>
                </a:rPr>
                <a:t>Cross-validation</a:t>
              </a:r>
              <a:endParaRPr sz="2000">
                <a:solidFill>
                  <a:schemeClr val="dk2"/>
                </a:solidFill>
                <a:latin typeface="Dosis SemiBold"/>
                <a:ea typeface="Dosis SemiBold"/>
                <a:cs typeface="Dosis SemiBold"/>
                <a:sym typeface="Dosis SemiBold"/>
              </a:endParaRPr>
            </a:p>
          </p:txBody>
        </p:sp>
      </p:grpSp>
      <p:grpSp>
        <p:nvGrpSpPr>
          <p:cNvPr id="207" name="Google Shape;207;p18"/>
          <p:cNvGrpSpPr/>
          <p:nvPr/>
        </p:nvGrpSpPr>
        <p:grpSpPr>
          <a:xfrm>
            <a:off x="3357300" y="2835725"/>
            <a:ext cx="2428200" cy="1674275"/>
            <a:chOff x="3357300" y="2835725"/>
            <a:chExt cx="2428200" cy="1674275"/>
          </a:xfrm>
        </p:grpSpPr>
        <p:sp>
          <p:nvSpPr>
            <p:cNvPr id="208" name="Google Shape;208;p18"/>
            <p:cNvSpPr txBox="1"/>
            <p:nvPr/>
          </p:nvSpPr>
          <p:spPr>
            <a:xfrm>
              <a:off x="3357300" y="3241600"/>
              <a:ext cx="2428200" cy="126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-330200" lvl="0" marL="45720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Dosis"/>
                <a:buChar char="●"/>
              </a:pPr>
              <a:r>
                <a:rPr lang="en" sz="1600">
                  <a:solidFill>
                    <a:schemeClr val="lt1"/>
                  </a:solidFill>
                  <a:latin typeface="Dosis"/>
                  <a:ea typeface="Dosis"/>
                  <a:cs typeface="Dosis"/>
                  <a:sym typeface="Dosis"/>
                </a:rPr>
                <a:t>The model was tested on game segments with partial lineups (four home players, five away players) to predict the fifth player.</a:t>
              </a:r>
              <a:endParaRPr sz="1600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endParaRPr>
            </a:p>
          </p:txBody>
        </p:sp>
        <p:sp>
          <p:nvSpPr>
            <p:cNvPr id="209" name="Google Shape;209;p18"/>
            <p:cNvSpPr/>
            <p:nvPr/>
          </p:nvSpPr>
          <p:spPr>
            <a:xfrm>
              <a:off x="3357300" y="2835725"/>
              <a:ext cx="2428200" cy="478200"/>
            </a:xfrm>
            <a:prstGeom prst="roundRect">
              <a:avLst>
                <a:gd fmla="val 0" name="adj"/>
              </a:avLst>
            </a:prstGeom>
            <a:noFill/>
            <a:ln>
              <a:noFill/>
            </a:ln>
          </p:spPr>
          <p:txBody>
            <a:bodyPr anchorCtr="0" anchor="b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>
                  <a:solidFill>
                    <a:schemeClr val="dk2"/>
                  </a:solidFill>
                  <a:latin typeface="Dosis SemiBold"/>
                  <a:ea typeface="Dosis SemiBold"/>
                  <a:cs typeface="Dosis SemiBold"/>
                  <a:sym typeface="Dosis SemiBold"/>
                </a:rPr>
                <a:t>Test Data</a:t>
              </a:r>
              <a:endParaRPr sz="2000">
                <a:solidFill>
                  <a:schemeClr val="dk2"/>
                </a:solidFill>
                <a:latin typeface="Dosis SemiBold"/>
                <a:ea typeface="Dosis SemiBold"/>
                <a:cs typeface="Dosis SemiBold"/>
                <a:sym typeface="Dosis SemiBold"/>
              </a:endParaRPr>
            </a:p>
          </p:txBody>
        </p:sp>
      </p:grpSp>
      <p:cxnSp>
        <p:nvCxnSpPr>
          <p:cNvPr id="210" name="Google Shape;210;p18"/>
          <p:cNvCxnSpPr>
            <a:stCxn id="200" idx="1"/>
            <a:endCxn id="203" idx="0"/>
          </p:cNvCxnSpPr>
          <p:nvPr/>
        </p:nvCxnSpPr>
        <p:spPr>
          <a:xfrm flipH="1">
            <a:off x="1933575" y="1650250"/>
            <a:ext cx="1840500" cy="1185600"/>
          </a:xfrm>
          <a:prstGeom prst="bentConnector2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1" name="Google Shape;211;p18"/>
          <p:cNvCxnSpPr>
            <a:stCxn id="200" idx="2"/>
            <a:endCxn id="209" idx="0"/>
          </p:cNvCxnSpPr>
          <p:nvPr/>
        </p:nvCxnSpPr>
        <p:spPr>
          <a:xfrm flipH="1" rot="-5400000">
            <a:off x="4080525" y="2344150"/>
            <a:ext cx="982500" cy="600"/>
          </a:xfrm>
          <a:prstGeom prst="bentConnector3">
            <a:avLst>
              <a:gd fmla="val 50001" name="adj1"/>
            </a:avLst>
          </a:prstGeom>
          <a:noFill/>
          <a:ln cap="flat" cmpd="sng" w="2857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2" name="Google Shape;212;p18"/>
          <p:cNvCxnSpPr>
            <a:stCxn id="200" idx="3"/>
            <a:endCxn id="206" idx="0"/>
          </p:cNvCxnSpPr>
          <p:nvPr/>
        </p:nvCxnSpPr>
        <p:spPr>
          <a:xfrm>
            <a:off x="5368875" y="1650250"/>
            <a:ext cx="1840500" cy="1185600"/>
          </a:xfrm>
          <a:prstGeom prst="bentConnector2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13" name="Google Shape;213;p18"/>
          <p:cNvGrpSpPr/>
          <p:nvPr/>
        </p:nvGrpSpPr>
        <p:grpSpPr>
          <a:xfrm>
            <a:off x="7382115" y="1841112"/>
            <a:ext cx="694169" cy="982535"/>
            <a:chOff x="7382115" y="1841112"/>
            <a:chExt cx="694169" cy="982535"/>
          </a:xfrm>
        </p:grpSpPr>
        <p:sp>
          <p:nvSpPr>
            <p:cNvPr id="214" name="Google Shape;214;p18"/>
            <p:cNvSpPr/>
            <p:nvPr/>
          </p:nvSpPr>
          <p:spPr>
            <a:xfrm flipH="1">
              <a:off x="7382115" y="1841112"/>
              <a:ext cx="578454" cy="982535"/>
            </a:xfrm>
            <a:custGeom>
              <a:rect b="b" l="l" r="r" t="t"/>
              <a:pathLst>
                <a:path extrusionOk="0" h="7480" w="4404">
                  <a:moveTo>
                    <a:pt x="2655" y="1"/>
                  </a:moveTo>
                  <a:cubicBezTo>
                    <a:pt x="2558" y="1"/>
                    <a:pt x="2458" y="45"/>
                    <a:pt x="2374" y="120"/>
                  </a:cubicBezTo>
                  <a:cubicBezTo>
                    <a:pt x="2244" y="238"/>
                    <a:pt x="2233" y="496"/>
                    <a:pt x="2234" y="519"/>
                  </a:cubicBezTo>
                  <a:cubicBezTo>
                    <a:pt x="2236" y="539"/>
                    <a:pt x="2233" y="544"/>
                    <a:pt x="2223" y="544"/>
                  </a:cubicBezTo>
                  <a:cubicBezTo>
                    <a:pt x="2220" y="544"/>
                    <a:pt x="2216" y="543"/>
                    <a:pt x="2212" y="543"/>
                  </a:cubicBezTo>
                  <a:cubicBezTo>
                    <a:pt x="2209" y="542"/>
                    <a:pt x="2205" y="541"/>
                    <a:pt x="2201" y="541"/>
                  </a:cubicBezTo>
                  <a:cubicBezTo>
                    <a:pt x="2186" y="541"/>
                    <a:pt x="2168" y="550"/>
                    <a:pt x="2160" y="578"/>
                  </a:cubicBezTo>
                  <a:cubicBezTo>
                    <a:pt x="2151" y="613"/>
                    <a:pt x="2167" y="658"/>
                    <a:pt x="2182" y="678"/>
                  </a:cubicBezTo>
                  <a:cubicBezTo>
                    <a:pt x="2198" y="699"/>
                    <a:pt x="2204" y="787"/>
                    <a:pt x="2231" y="820"/>
                  </a:cubicBezTo>
                  <a:cubicBezTo>
                    <a:pt x="2248" y="839"/>
                    <a:pt x="2262" y="846"/>
                    <a:pt x="2273" y="846"/>
                  </a:cubicBezTo>
                  <a:cubicBezTo>
                    <a:pt x="2281" y="846"/>
                    <a:pt x="2288" y="843"/>
                    <a:pt x="2294" y="838"/>
                  </a:cubicBezTo>
                  <a:cubicBezTo>
                    <a:pt x="2300" y="834"/>
                    <a:pt x="2304" y="832"/>
                    <a:pt x="2306" y="832"/>
                  </a:cubicBezTo>
                  <a:cubicBezTo>
                    <a:pt x="2310" y="832"/>
                    <a:pt x="2309" y="838"/>
                    <a:pt x="2307" y="847"/>
                  </a:cubicBezTo>
                  <a:cubicBezTo>
                    <a:pt x="2306" y="863"/>
                    <a:pt x="2314" y="894"/>
                    <a:pt x="2317" y="962"/>
                  </a:cubicBezTo>
                  <a:cubicBezTo>
                    <a:pt x="2319" y="1029"/>
                    <a:pt x="2330" y="1053"/>
                    <a:pt x="2320" y="1057"/>
                  </a:cubicBezTo>
                  <a:cubicBezTo>
                    <a:pt x="2311" y="1060"/>
                    <a:pt x="2276" y="1072"/>
                    <a:pt x="2246" y="1086"/>
                  </a:cubicBezTo>
                  <a:cubicBezTo>
                    <a:pt x="2217" y="1101"/>
                    <a:pt x="2097" y="1140"/>
                    <a:pt x="2058" y="1144"/>
                  </a:cubicBezTo>
                  <a:cubicBezTo>
                    <a:pt x="2019" y="1147"/>
                    <a:pt x="1987" y="1184"/>
                    <a:pt x="1987" y="1198"/>
                  </a:cubicBezTo>
                  <a:cubicBezTo>
                    <a:pt x="1987" y="1213"/>
                    <a:pt x="1972" y="1217"/>
                    <a:pt x="1944" y="1232"/>
                  </a:cubicBezTo>
                  <a:cubicBezTo>
                    <a:pt x="1917" y="1246"/>
                    <a:pt x="1895" y="1265"/>
                    <a:pt x="1889" y="1278"/>
                  </a:cubicBezTo>
                  <a:cubicBezTo>
                    <a:pt x="1885" y="1291"/>
                    <a:pt x="1845" y="1312"/>
                    <a:pt x="1704" y="1379"/>
                  </a:cubicBezTo>
                  <a:cubicBezTo>
                    <a:pt x="1561" y="1446"/>
                    <a:pt x="1462" y="1624"/>
                    <a:pt x="1440" y="1679"/>
                  </a:cubicBezTo>
                  <a:cubicBezTo>
                    <a:pt x="1418" y="1736"/>
                    <a:pt x="1356" y="2010"/>
                    <a:pt x="1356" y="2031"/>
                  </a:cubicBezTo>
                  <a:cubicBezTo>
                    <a:pt x="1356" y="2055"/>
                    <a:pt x="1351" y="2077"/>
                    <a:pt x="1328" y="2109"/>
                  </a:cubicBezTo>
                  <a:cubicBezTo>
                    <a:pt x="1306" y="2141"/>
                    <a:pt x="1239" y="2237"/>
                    <a:pt x="1201" y="2308"/>
                  </a:cubicBezTo>
                  <a:cubicBezTo>
                    <a:pt x="1164" y="2378"/>
                    <a:pt x="1057" y="2729"/>
                    <a:pt x="1057" y="2754"/>
                  </a:cubicBezTo>
                  <a:cubicBezTo>
                    <a:pt x="1057" y="2777"/>
                    <a:pt x="1022" y="2853"/>
                    <a:pt x="964" y="2907"/>
                  </a:cubicBezTo>
                  <a:cubicBezTo>
                    <a:pt x="907" y="2961"/>
                    <a:pt x="796" y="3176"/>
                    <a:pt x="757" y="3251"/>
                  </a:cubicBezTo>
                  <a:cubicBezTo>
                    <a:pt x="718" y="3326"/>
                    <a:pt x="601" y="3616"/>
                    <a:pt x="569" y="3692"/>
                  </a:cubicBezTo>
                  <a:cubicBezTo>
                    <a:pt x="537" y="3766"/>
                    <a:pt x="311" y="4351"/>
                    <a:pt x="301" y="4410"/>
                  </a:cubicBezTo>
                  <a:cubicBezTo>
                    <a:pt x="290" y="4469"/>
                    <a:pt x="244" y="4597"/>
                    <a:pt x="220" y="4658"/>
                  </a:cubicBezTo>
                  <a:cubicBezTo>
                    <a:pt x="196" y="4719"/>
                    <a:pt x="163" y="4868"/>
                    <a:pt x="160" y="4900"/>
                  </a:cubicBezTo>
                  <a:cubicBezTo>
                    <a:pt x="158" y="4932"/>
                    <a:pt x="131" y="5018"/>
                    <a:pt x="106" y="5057"/>
                  </a:cubicBezTo>
                  <a:cubicBezTo>
                    <a:pt x="83" y="5096"/>
                    <a:pt x="84" y="5153"/>
                    <a:pt x="74" y="5176"/>
                  </a:cubicBezTo>
                  <a:cubicBezTo>
                    <a:pt x="65" y="5198"/>
                    <a:pt x="43" y="5292"/>
                    <a:pt x="43" y="5316"/>
                  </a:cubicBezTo>
                  <a:cubicBezTo>
                    <a:pt x="43" y="5340"/>
                    <a:pt x="5" y="5377"/>
                    <a:pt x="1" y="5404"/>
                  </a:cubicBezTo>
                  <a:cubicBezTo>
                    <a:pt x="0" y="5413"/>
                    <a:pt x="8" y="5416"/>
                    <a:pt x="20" y="5416"/>
                  </a:cubicBezTo>
                  <a:cubicBezTo>
                    <a:pt x="42" y="5416"/>
                    <a:pt x="77" y="5403"/>
                    <a:pt x="84" y="5389"/>
                  </a:cubicBezTo>
                  <a:cubicBezTo>
                    <a:pt x="94" y="5370"/>
                    <a:pt x="119" y="5342"/>
                    <a:pt x="129" y="5342"/>
                  </a:cubicBezTo>
                  <a:cubicBezTo>
                    <a:pt x="130" y="5342"/>
                    <a:pt x="132" y="5343"/>
                    <a:pt x="132" y="5345"/>
                  </a:cubicBezTo>
                  <a:cubicBezTo>
                    <a:pt x="136" y="5356"/>
                    <a:pt x="136" y="5362"/>
                    <a:pt x="152" y="5362"/>
                  </a:cubicBezTo>
                  <a:cubicBezTo>
                    <a:pt x="157" y="5362"/>
                    <a:pt x="163" y="5361"/>
                    <a:pt x="172" y="5360"/>
                  </a:cubicBezTo>
                  <a:cubicBezTo>
                    <a:pt x="207" y="5357"/>
                    <a:pt x="257" y="5219"/>
                    <a:pt x="257" y="5200"/>
                  </a:cubicBezTo>
                  <a:cubicBezTo>
                    <a:pt x="257" y="5181"/>
                    <a:pt x="271" y="5187"/>
                    <a:pt x="285" y="5179"/>
                  </a:cubicBezTo>
                  <a:cubicBezTo>
                    <a:pt x="300" y="5172"/>
                    <a:pt x="317" y="5109"/>
                    <a:pt x="316" y="5067"/>
                  </a:cubicBezTo>
                  <a:cubicBezTo>
                    <a:pt x="314" y="5026"/>
                    <a:pt x="329" y="4981"/>
                    <a:pt x="343" y="4961"/>
                  </a:cubicBezTo>
                  <a:cubicBezTo>
                    <a:pt x="358" y="4940"/>
                    <a:pt x="368" y="4908"/>
                    <a:pt x="375" y="4892"/>
                  </a:cubicBezTo>
                  <a:cubicBezTo>
                    <a:pt x="383" y="4875"/>
                    <a:pt x="384" y="4866"/>
                    <a:pt x="419" y="4863"/>
                  </a:cubicBezTo>
                  <a:cubicBezTo>
                    <a:pt x="449" y="4860"/>
                    <a:pt x="468" y="4850"/>
                    <a:pt x="485" y="4850"/>
                  </a:cubicBezTo>
                  <a:cubicBezTo>
                    <a:pt x="488" y="4850"/>
                    <a:pt x="492" y="4851"/>
                    <a:pt x="495" y="4852"/>
                  </a:cubicBezTo>
                  <a:cubicBezTo>
                    <a:pt x="512" y="4857"/>
                    <a:pt x="504" y="4885"/>
                    <a:pt x="523" y="4927"/>
                  </a:cubicBezTo>
                  <a:cubicBezTo>
                    <a:pt x="542" y="4971"/>
                    <a:pt x="537" y="4981"/>
                    <a:pt x="565" y="5007"/>
                  </a:cubicBezTo>
                  <a:cubicBezTo>
                    <a:pt x="580" y="5021"/>
                    <a:pt x="598" y="5026"/>
                    <a:pt x="615" y="5026"/>
                  </a:cubicBezTo>
                  <a:cubicBezTo>
                    <a:pt x="633" y="5026"/>
                    <a:pt x="650" y="5021"/>
                    <a:pt x="664" y="5016"/>
                  </a:cubicBezTo>
                  <a:cubicBezTo>
                    <a:pt x="695" y="5005"/>
                    <a:pt x="657" y="4946"/>
                    <a:pt x="648" y="4930"/>
                  </a:cubicBezTo>
                  <a:cubicBezTo>
                    <a:pt x="638" y="4913"/>
                    <a:pt x="611" y="4827"/>
                    <a:pt x="611" y="4806"/>
                  </a:cubicBezTo>
                  <a:cubicBezTo>
                    <a:pt x="611" y="4786"/>
                    <a:pt x="614" y="4745"/>
                    <a:pt x="614" y="4726"/>
                  </a:cubicBezTo>
                  <a:cubicBezTo>
                    <a:pt x="614" y="4707"/>
                    <a:pt x="610" y="4624"/>
                    <a:pt x="588" y="4578"/>
                  </a:cubicBezTo>
                  <a:cubicBezTo>
                    <a:pt x="566" y="4531"/>
                    <a:pt x="540" y="4471"/>
                    <a:pt x="537" y="4458"/>
                  </a:cubicBezTo>
                  <a:cubicBezTo>
                    <a:pt x="536" y="4445"/>
                    <a:pt x="582" y="4385"/>
                    <a:pt x="635" y="4307"/>
                  </a:cubicBezTo>
                  <a:cubicBezTo>
                    <a:pt x="687" y="4228"/>
                    <a:pt x="728" y="4141"/>
                    <a:pt x="829" y="3986"/>
                  </a:cubicBezTo>
                  <a:cubicBezTo>
                    <a:pt x="929" y="3832"/>
                    <a:pt x="996" y="3746"/>
                    <a:pt x="1107" y="3632"/>
                  </a:cubicBezTo>
                  <a:cubicBezTo>
                    <a:pt x="1216" y="3519"/>
                    <a:pt x="1299" y="3335"/>
                    <a:pt x="1335" y="3262"/>
                  </a:cubicBezTo>
                  <a:cubicBezTo>
                    <a:pt x="1373" y="3190"/>
                    <a:pt x="1392" y="3067"/>
                    <a:pt x="1392" y="3041"/>
                  </a:cubicBezTo>
                  <a:cubicBezTo>
                    <a:pt x="1392" y="3015"/>
                    <a:pt x="1435" y="2942"/>
                    <a:pt x="1469" y="2907"/>
                  </a:cubicBezTo>
                  <a:cubicBezTo>
                    <a:pt x="1506" y="2871"/>
                    <a:pt x="1574" y="2675"/>
                    <a:pt x="1621" y="2569"/>
                  </a:cubicBezTo>
                  <a:cubicBezTo>
                    <a:pt x="1668" y="2463"/>
                    <a:pt x="1748" y="2285"/>
                    <a:pt x="1767" y="2235"/>
                  </a:cubicBezTo>
                  <a:cubicBezTo>
                    <a:pt x="1785" y="2187"/>
                    <a:pt x="1863" y="2098"/>
                    <a:pt x="1871" y="2098"/>
                  </a:cubicBezTo>
                  <a:cubicBezTo>
                    <a:pt x="1871" y="2098"/>
                    <a:pt x="1872" y="2098"/>
                    <a:pt x="1872" y="2098"/>
                  </a:cubicBezTo>
                  <a:cubicBezTo>
                    <a:pt x="1872" y="2110"/>
                    <a:pt x="1861" y="2149"/>
                    <a:pt x="1854" y="2176"/>
                  </a:cubicBezTo>
                  <a:cubicBezTo>
                    <a:pt x="1847" y="2202"/>
                    <a:pt x="1815" y="2260"/>
                    <a:pt x="1788" y="2337"/>
                  </a:cubicBezTo>
                  <a:cubicBezTo>
                    <a:pt x="1764" y="2413"/>
                    <a:pt x="1787" y="2509"/>
                    <a:pt x="1812" y="2610"/>
                  </a:cubicBezTo>
                  <a:cubicBezTo>
                    <a:pt x="1835" y="2710"/>
                    <a:pt x="2004" y="2766"/>
                    <a:pt x="2052" y="2795"/>
                  </a:cubicBezTo>
                  <a:cubicBezTo>
                    <a:pt x="2100" y="2822"/>
                    <a:pt x="2191" y="2808"/>
                    <a:pt x="2224" y="2818"/>
                  </a:cubicBezTo>
                  <a:cubicBezTo>
                    <a:pt x="2258" y="2830"/>
                    <a:pt x="2386" y="2898"/>
                    <a:pt x="2386" y="2898"/>
                  </a:cubicBezTo>
                  <a:cubicBezTo>
                    <a:pt x="2386" y="2898"/>
                    <a:pt x="2392" y="2914"/>
                    <a:pt x="2358" y="2938"/>
                  </a:cubicBezTo>
                  <a:cubicBezTo>
                    <a:pt x="2325" y="2962"/>
                    <a:pt x="2227" y="3016"/>
                    <a:pt x="2173" y="3031"/>
                  </a:cubicBezTo>
                  <a:cubicBezTo>
                    <a:pt x="2119" y="3047"/>
                    <a:pt x="2093" y="3169"/>
                    <a:pt x="2090" y="3194"/>
                  </a:cubicBezTo>
                  <a:cubicBezTo>
                    <a:pt x="2086" y="3217"/>
                    <a:pt x="2020" y="3290"/>
                    <a:pt x="1968" y="3297"/>
                  </a:cubicBezTo>
                  <a:cubicBezTo>
                    <a:pt x="1915" y="3305"/>
                    <a:pt x="1853" y="3437"/>
                    <a:pt x="1848" y="3462"/>
                  </a:cubicBezTo>
                  <a:cubicBezTo>
                    <a:pt x="1845" y="3487"/>
                    <a:pt x="1638" y="3557"/>
                    <a:pt x="1606" y="3560"/>
                  </a:cubicBezTo>
                  <a:cubicBezTo>
                    <a:pt x="1574" y="3561"/>
                    <a:pt x="1528" y="3662"/>
                    <a:pt x="1516" y="3688"/>
                  </a:cubicBezTo>
                  <a:cubicBezTo>
                    <a:pt x="1506" y="3714"/>
                    <a:pt x="1362" y="3753"/>
                    <a:pt x="1362" y="3753"/>
                  </a:cubicBezTo>
                  <a:cubicBezTo>
                    <a:pt x="1318" y="3759"/>
                    <a:pt x="1363" y="3911"/>
                    <a:pt x="1365" y="3938"/>
                  </a:cubicBezTo>
                  <a:cubicBezTo>
                    <a:pt x="1367" y="3966"/>
                    <a:pt x="1373" y="4021"/>
                    <a:pt x="1384" y="4036"/>
                  </a:cubicBezTo>
                  <a:cubicBezTo>
                    <a:pt x="1395" y="4049"/>
                    <a:pt x="1437" y="4173"/>
                    <a:pt x="1437" y="4209"/>
                  </a:cubicBezTo>
                  <a:cubicBezTo>
                    <a:pt x="1439" y="4244"/>
                    <a:pt x="1547" y="4342"/>
                    <a:pt x="1548" y="4367"/>
                  </a:cubicBezTo>
                  <a:cubicBezTo>
                    <a:pt x="1550" y="4391"/>
                    <a:pt x="1525" y="4438"/>
                    <a:pt x="1506" y="4457"/>
                  </a:cubicBezTo>
                  <a:cubicBezTo>
                    <a:pt x="1487" y="4476"/>
                    <a:pt x="1478" y="4541"/>
                    <a:pt x="1478" y="4557"/>
                  </a:cubicBezTo>
                  <a:cubicBezTo>
                    <a:pt x="1478" y="4573"/>
                    <a:pt x="1449" y="4619"/>
                    <a:pt x="1413" y="4667"/>
                  </a:cubicBezTo>
                  <a:cubicBezTo>
                    <a:pt x="1375" y="4713"/>
                    <a:pt x="1346" y="4779"/>
                    <a:pt x="1325" y="4834"/>
                  </a:cubicBezTo>
                  <a:cubicBezTo>
                    <a:pt x="1305" y="4889"/>
                    <a:pt x="1321" y="4962"/>
                    <a:pt x="1328" y="5019"/>
                  </a:cubicBezTo>
                  <a:cubicBezTo>
                    <a:pt x="1335" y="5074"/>
                    <a:pt x="1379" y="5192"/>
                    <a:pt x="1389" y="5209"/>
                  </a:cubicBezTo>
                  <a:cubicBezTo>
                    <a:pt x="1400" y="5225"/>
                    <a:pt x="1420" y="5284"/>
                    <a:pt x="1426" y="5322"/>
                  </a:cubicBezTo>
                  <a:cubicBezTo>
                    <a:pt x="1432" y="5360"/>
                    <a:pt x="1477" y="5474"/>
                    <a:pt x="1500" y="5548"/>
                  </a:cubicBezTo>
                  <a:cubicBezTo>
                    <a:pt x="1522" y="5622"/>
                    <a:pt x="1640" y="5822"/>
                    <a:pt x="1670" y="5864"/>
                  </a:cubicBezTo>
                  <a:cubicBezTo>
                    <a:pt x="1700" y="5908"/>
                    <a:pt x="1765" y="5999"/>
                    <a:pt x="1771" y="6018"/>
                  </a:cubicBezTo>
                  <a:cubicBezTo>
                    <a:pt x="1778" y="6039"/>
                    <a:pt x="1774" y="6039"/>
                    <a:pt x="1767" y="6058"/>
                  </a:cubicBezTo>
                  <a:cubicBezTo>
                    <a:pt x="1759" y="6077"/>
                    <a:pt x="1855" y="6174"/>
                    <a:pt x="1869" y="6192"/>
                  </a:cubicBezTo>
                  <a:cubicBezTo>
                    <a:pt x="1882" y="6208"/>
                    <a:pt x="1904" y="6234"/>
                    <a:pt x="1920" y="6262"/>
                  </a:cubicBezTo>
                  <a:cubicBezTo>
                    <a:pt x="1937" y="6289"/>
                    <a:pt x="2052" y="6483"/>
                    <a:pt x="2073" y="6527"/>
                  </a:cubicBezTo>
                  <a:cubicBezTo>
                    <a:pt x="2093" y="6569"/>
                    <a:pt x="2121" y="6632"/>
                    <a:pt x="2118" y="6645"/>
                  </a:cubicBezTo>
                  <a:cubicBezTo>
                    <a:pt x="2113" y="6656"/>
                    <a:pt x="2113" y="6686"/>
                    <a:pt x="2129" y="6713"/>
                  </a:cubicBezTo>
                  <a:cubicBezTo>
                    <a:pt x="2144" y="6741"/>
                    <a:pt x="2119" y="6753"/>
                    <a:pt x="2106" y="6764"/>
                  </a:cubicBezTo>
                  <a:cubicBezTo>
                    <a:pt x="2093" y="6776"/>
                    <a:pt x="2106" y="6809"/>
                    <a:pt x="2103" y="6837"/>
                  </a:cubicBezTo>
                  <a:cubicBezTo>
                    <a:pt x="2102" y="6865"/>
                    <a:pt x="2081" y="6892"/>
                    <a:pt x="2058" y="6901"/>
                  </a:cubicBezTo>
                  <a:cubicBezTo>
                    <a:pt x="2035" y="6911"/>
                    <a:pt x="2026" y="6935"/>
                    <a:pt x="2020" y="6955"/>
                  </a:cubicBezTo>
                  <a:cubicBezTo>
                    <a:pt x="2014" y="6975"/>
                    <a:pt x="1972" y="7022"/>
                    <a:pt x="1953" y="7031"/>
                  </a:cubicBezTo>
                  <a:cubicBezTo>
                    <a:pt x="1933" y="7040"/>
                    <a:pt x="1851" y="7137"/>
                    <a:pt x="1832" y="7160"/>
                  </a:cubicBezTo>
                  <a:cubicBezTo>
                    <a:pt x="1812" y="7184"/>
                    <a:pt x="1720" y="7222"/>
                    <a:pt x="1691" y="7226"/>
                  </a:cubicBezTo>
                  <a:cubicBezTo>
                    <a:pt x="1660" y="7230"/>
                    <a:pt x="1608" y="7264"/>
                    <a:pt x="1603" y="7274"/>
                  </a:cubicBezTo>
                  <a:cubicBezTo>
                    <a:pt x="1598" y="7283"/>
                    <a:pt x="1567" y="7306"/>
                    <a:pt x="1545" y="7313"/>
                  </a:cubicBezTo>
                  <a:cubicBezTo>
                    <a:pt x="1522" y="7321"/>
                    <a:pt x="1528" y="7389"/>
                    <a:pt x="1539" y="7440"/>
                  </a:cubicBezTo>
                  <a:cubicBezTo>
                    <a:pt x="1547" y="7474"/>
                    <a:pt x="1700" y="7479"/>
                    <a:pt x="1824" y="7479"/>
                  </a:cubicBezTo>
                  <a:cubicBezTo>
                    <a:pt x="1884" y="7479"/>
                    <a:pt x="1938" y="7478"/>
                    <a:pt x="1964" y="7478"/>
                  </a:cubicBezTo>
                  <a:cubicBezTo>
                    <a:pt x="1968" y="7478"/>
                    <a:pt x="1971" y="7478"/>
                    <a:pt x="1973" y="7478"/>
                  </a:cubicBezTo>
                  <a:cubicBezTo>
                    <a:pt x="1974" y="7478"/>
                    <a:pt x="1975" y="7478"/>
                    <a:pt x="1976" y="7478"/>
                  </a:cubicBezTo>
                  <a:cubicBezTo>
                    <a:pt x="2039" y="7478"/>
                    <a:pt x="2334" y="7386"/>
                    <a:pt x="2392" y="7369"/>
                  </a:cubicBezTo>
                  <a:cubicBezTo>
                    <a:pt x="2448" y="7350"/>
                    <a:pt x="2700" y="7254"/>
                    <a:pt x="2839" y="7191"/>
                  </a:cubicBezTo>
                  <a:cubicBezTo>
                    <a:pt x="2977" y="7127"/>
                    <a:pt x="3054" y="7005"/>
                    <a:pt x="3066" y="6975"/>
                  </a:cubicBezTo>
                  <a:cubicBezTo>
                    <a:pt x="3078" y="6946"/>
                    <a:pt x="3022" y="6926"/>
                    <a:pt x="3022" y="6916"/>
                  </a:cubicBezTo>
                  <a:cubicBezTo>
                    <a:pt x="3022" y="6906"/>
                    <a:pt x="2989" y="6821"/>
                    <a:pt x="2973" y="6817"/>
                  </a:cubicBezTo>
                  <a:cubicBezTo>
                    <a:pt x="2955" y="6812"/>
                    <a:pt x="2947" y="6801"/>
                    <a:pt x="2941" y="6774"/>
                  </a:cubicBezTo>
                  <a:cubicBezTo>
                    <a:pt x="2935" y="6748"/>
                    <a:pt x="2872" y="6707"/>
                    <a:pt x="2869" y="6697"/>
                  </a:cubicBezTo>
                  <a:cubicBezTo>
                    <a:pt x="2866" y="6689"/>
                    <a:pt x="2836" y="6646"/>
                    <a:pt x="2820" y="6646"/>
                  </a:cubicBezTo>
                  <a:cubicBezTo>
                    <a:pt x="2805" y="6646"/>
                    <a:pt x="2748" y="6540"/>
                    <a:pt x="2753" y="6515"/>
                  </a:cubicBezTo>
                  <a:cubicBezTo>
                    <a:pt x="2756" y="6491"/>
                    <a:pt x="2732" y="6451"/>
                    <a:pt x="2717" y="6451"/>
                  </a:cubicBezTo>
                  <a:cubicBezTo>
                    <a:pt x="2717" y="6451"/>
                    <a:pt x="2717" y="6451"/>
                    <a:pt x="2716" y="6451"/>
                  </a:cubicBezTo>
                  <a:cubicBezTo>
                    <a:pt x="2700" y="6453"/>
                    <a:pt x="2676" y="6502"/>
                    <a:pt x="2665" y="6506"/>
                  </a:cubicBezTo>
                  <a:cubicBezTo>
                    <a:pt x="2664" y="6507"/>
                    <a:pt x="2663" y="6507"/>
                    <a:pt x="2662" y="6507"/>
                  </a:cubicBezTo>
                  <a:cubicBezTo>
                    <a:pt x="2648" y="6507"/>
                    <a:pt x="2618" y="6493"/>
                    <a:pt x="2609" y="6474"/>
                  </a:cubicBezTo>
                  <a:cubicBezTo>
                    <a:pt x="2597" y="6455"/>
                    <a:pt x="2575" y="6428"/>
                    <a:pt x="2559" y="6403"/>
                  </a:cubicBezTo>
                  <a:cubicBezTo>
                    <a:pt x="2542" y="6377"/>
                    <a:pt x="2451" y="6227"/>
                    <a:pt x="2447" y="6184"/>
                  </a:cubicBezTo>
                  <a:cubicBezTo>
                    <a:pt x="2443" y="6142"/>
                    <a:pt x="2320" y="5912"/>
                    <a:pt x="2309" y="5882"/>
                  </a:cubicBezTo>
                  <a:cubicBezTo>
                    <a:pt x="2297" y="5849"/>
                    <a:pt x="2271" y="5784"/>
                    <a:pt x="2271" y="5784"/>
                  </a:cubicBezTo>
                  <a:cubicBezTo>
                    <a:pt x="2271" y="5784"/>
                    <a:pt x="2260" y="5710"/>
                    <a:pt x="2256" y="5643"/>
                  </a:cubicBezTo>
                  <a:cubicBezTo>
                    <a:pt x="2253" y="5576"/>
                    <a:pt x="2170" y="5382"/>
                    <a:pt x="2170" y="5382"/>
                  </a:cubicBezTo>
                  <a:cubicBezTo>
                    <a:pt x="2170" y="5382"/>
                    <a:pt x="2170" y="5380"/>
                    <a:pt x="2171" y="5380"/>
                  </a:cubicBezTo>
                  <a:cubicBezTo>
                    <a:pt x="2173" y="5380"/>
                    <a:pt x="2177" y="5382"/>
                    <a:pt x="2185" y="5391"/>
                  </a:cubicBezTo>
                  <a:cubicBezTo>
                    <a:pt x="2199" y="5408"/>
                    <a:pt x="2256" y="5444"/>
                    <a:pt x="2322" y="5498"/>
                  </a:cubicBezTo>
                  <a:cubicBezTo>
                    <a:pt x="2360" y="5530"/>
                    <a:pt x="2393" y="5537"/>
                    <a:pt x="2419" y="5537"/>
                  </a:cubicBezTo>
                  <a:cubicBezTo>
                    <a:pt x="2436" y="5537"/>
                    <a:pt x="2451" y="5534"/>
                    <a:pt x="2463" y="5533"/>
                  </a:cubicBezTo>
                  <a:cubicBezTo>
                    <a:pt x="2491" y="5531"/>
                    <a:pt x="2492" y="5498"/>
                    <a:pt x="2508" y="5498"/>
                  </a:cubicBezTo>
                  <a:cubicBezTo>
                    <a:pt x="2509" y="5498"/>
                    <a:pt x="2509" y="5498"/>
                    <a:pt x="2510" y="5498"/>
                  </a:cubicBezTo>
                  <a:cubicBezTo>
                    <a:pt x="2526" y="5500"/>
                    <a:pt x="2673" y="5546"/>
                    <a:pt x="2703" y="5554"/>
                  </a:cubicBezTo>
                  <a:cubicBezTo>
                    <a:pt x="2735" y="5562"/>
                    <a:pt x="2772" y="5571"/>
                    <a:pt x="2775" y="5584"/>
                  </a:cubicBezTo>
                  <a:cubicBezTo>
                    <a:pt x="2776" y="5595"/>
                    <a:pt x="2779" y="5596"/>
                    <a:pt x="2787" y="5596"/>
                  </a:cubicBezTo>
                  <a:cubicBezTo>
                    <a:pt x="2790" y="5596"/>
                    <a:pt x="2794" y="5596"/>
                    <a:pt x="2799" y="5596"/>
                  </a:cubicBezTo>
                  <a:cubicBezTo>
                    <a:pt x="2817" y="5596"/>
                    <a:pt x="2901" y="5606"/>
                    <a:pt x="2948" y="5608"/>
                  </a:cubicBezTo>
                  <a:cubicBezTo>
                    <a:pt x="2996" y="5611"/>
                    <a:pt x="3072" y="5656"/>
                    <a:pt x="3101" y="5662"/>
                  </a:cubicBezTo>
                  <a:cubicBezTo>
                    <a:pt x="3132" y="5669"/>
                    <a:pt x="3158" y="5697"/>
                    <a:pt x="3158" y="5708"/>
                  </a:cubicBezTo>
                  <a:cubicBezTo>
                    <a:pt x="3158" y="5720"/>
                    <a:pt x="3184" y="5747"/>
                    <a:pt x="3194" y="5762"/>
                  </a:cubicBezTo>
                  <a:cubicBezTo>
                    <a:pt x="3206" y="5778"/>
                    <a:pt x="3201" y="5790"/>
                    <a:pt x="3190" y="5807"/>
                  </a:cubicBezTo>
                  <a:cubicBezTo>
                    <a:pt x="3180" y="5825"/>
                    <a:pt x="3239" y="5880"/>
                    <a:pt x="3263" y="5912"/>
                  </a:cubicBezTo>
                  <a:cubicBezTo>
                    <a:pt x="3286" y="5944"/>
                    <a:pt x="3296" y="5983"/>
                    <a:pt x="3292" y="5998"/>
                  </a:cubicBezTo>
                  <a:cubicBezTo>
                    <a:pt x="3287" y="6014"/>
                    <a:pt x="3290" y="6027"/>
                    <a:pt x="3292" y="6052"/>
                  </a:cubicBezTo>
                  <a:cubicBezTo>
                    <a:pt x="3293" y="6077"/>
                    <a:pt x="3312" y="6148"/>
                    <a:pt x="3306" y="6182"/>
                  </a:cubicBezTo>
                  <a:cubicBezTo>
                    <a:pt x="3302" y="6215"/>
                    <a:pt x="3306" y="6321"/>
                    <a:pt x="3306" y="6351"/>
                  </a:cubicBezTo>
                  <a:cubicBezTo>
                    <a:pt x="3306" y="6380"/>
                    <a:pt x="3308" y="6410"/>
                    <a:pt x="3295" y="6431"/>
                  </a:cubicBezTo>
                  <a:cubicBezTo>
                    <a:pt x="3282" y="6451"/>
                    <a:pt x="3247" y="6533"/>
                    <a:pt x="3255" y="6656"/>
                  </a:cubicBezTo>
                  <a:cubicBezTo>
                    <a:pt x="3262" y="6755"/>
                    <a:pt x="3347" y="6793"/>
                    <a:pt x="3454" y="6793"/>
                  </a:cubicBezTo>
                  <a:cubicBezTo>
                    <a:pt x="3482" y="6793"/>
                    <a:pt x="3511" y="6791"/>
                    <a:pt x="3541" y="6786"/>
                  </a:cubicBezTo>
                  <a:cubicBezTo>
                    <a:pt x="3687" y="6761"/>
                    <a:pt x="3860" y="6547"/>
                    <a:pt x="3925" y="6422"/>
                  </a:cubicBezTo>
                  <a:cubicBezTo>
                    <a:pt x="3991" y="6297"/>
                    <a:pt x="3998" y="6152"/>
                    <a:pt x="3991" y="6115"/>
                  </a:cubicBezTo>
                  <a:cubicBezTo>
                    <a:pt x="3985" y="6075"/>
                    <a:pt x="3982" y="5986"/>
                    <a:pt x="3990" y="5935"/>
                  </a:cubicBezTo>
                  <a:cubicBezTo>
                    <a:pt x="3998" y="5884"/>
                    <a:pt x="4041" y="5790"/>
                    <a:pt x="4073" y="5726"/>
                  </a:cubicBezTo>
                  <a:cubicBezTo>
                    <a:pt x="4103" y="5660"/>
                    <a:pt x="4126" y="5522"/>
                    <a:pt x="4115" y="5439"/>
                  </a:cubicBezTo>
                  <a:cubicBezTo>
                    <a:pt x="4102" y="5356"/>
                    <a:pt x="4022" y="5309"/>
                    <a:pt x="3952" y="5281"/>
                  </a:cubicBezTo>
                  <a:cubicBezTo>
                    <a:pt x="3913" y="5265"/>
                    <a:pt x="3854" y="5261"/>
                    <a:pt x="3806" y="5261"/>
                  </a:cubicBezTo>
                  <a:cubicBezTo>
                    <a:pt x="3768" y="5261"/>
                    <a:pt x="3737" y="5263"/>
                    <a:pt x="3729" y="5265"/>
                  </a:cubicBezTo>
                  <a:cubicBezTo>
                    <a:pt x="3727" y="5266"/>
                    <a:pt x="3726" y="5266"/>
                    <a:pt x="3724" y="5266"/>
                  </a:cubicBezTo>
                  <a:cubicBezTo>
                    <a:pt x="3705" y="5266"/>
                    <a:pt x="3684" y="5242"/>
                    <a:pt x="3665" y="5219"/>
                  </a:cubicBezTo>
                  <a:cubicBezTo>
                    <a:pt x="3644" y="5194"/>
                    <a:pt x="3608" y="5174"/>
                    <a:pt x="3574" y="5169"/>
                  </a:cubicBezTo>
                  <a:cubicBezTo>
                    <a:pt x="3574" y="5169"/>
                    <a:pt x="3573" y="5169"/>
                    <a:pt x="3572" y="5169"/>
                  </a:cubicBezTo>
                  <a:cubicBezTo>
                    <a:pt x="3541" y="5169"/>
                    <a:pt x="3525" y="5244"/>
                    <a:pt x="3526" y="5249"/>
                  </a:cubicBezTo>
                  <a:cubicBezTo>
                    <a:pt x="3528" y="5255"/>
                    <a:pt x="3490" y="5252"/>
                    <a:pt x="3461" y="5254"/>
                  </a:cubicBezTo>
                  <a:cubicBezTo>
                    <a:pt x="3460" y="5254"/>
                    <a:pt x="3460" y="5254"/>
                    <a:pt x="3460" y="5254"/>
                  </a:cubicBezTo>
                  <a:cubicBezTo>
                    <a:pt x="3428" y="5254"/>
                    <a:pt x="3289" y="5194"/>
                    <a:pt x="3257" y="5174"/>
                  </a:cubicBezTo>
                  <a:cubicBezTo>
                    <a:pt x="3233" y="5158"/>
                    <a:pt x="3195" y="5156"/>
                    <a:pt x="3174" y="5156"/>
                  </a:cubicBezTo>
                  <a:cubicBezTo>
                    <a:pt x="3168" y="5156"/>
                    <a:pt x="3163" y="5156"/>
                    <a:pt x="3161" y="5156"/>
                  </a:cubicBezTo>
                  <a:cubicBezTo>
                    <a:pt x="3148" y="5156"/>
                    <a:pt x="3056" y="5093"/>
                    <a:pt x="3035" y="5079"/>
                  </a:cubicBezTo>
                  <a:cubicBezTo>
                    <a:pt x="3015" y="5064"/>
                    <a:pt x="2976" y="5074"/>
                    <a:pt x="2957" y="5066"/>
                  </a:cubicBezTo>
                  <a:cubicBezTo>
                    <a:pt x="2936" y="5057"/>
                    <a:pt x="2922" y="5032"/>
                    <a:pt x="2936" y="5024"/>
                  </a:cubicBezTo>
                  <a:cubicBezTo>
                    <a:pt x="2952" y="5016"/>
                    <a:pt x="3126" y="4818"/>
                    <a:pt x="3164" y="4786"/>
                  </a:cubicBezTo>
                  <a:cubicBezTo>
                    <a:pt x="3203" y="4754"/>
                    <a:pt x="3317" y="4630"/>
                    <a:pt x="3338" y="4603"/>
                  </a:cubicBezTo>
                  <a:cubicBezTo>
                    <a:pt x="3362" y="4576"/>
                    <a:pt x="3525" y="4429"/>
                    <a:pt x="3579" y="4383"/>
                  </a:cubicBezTo>
                  <a:cubicBezTo>
                    <a:pt x="3634" y="4336"/>
                    <a:pt x="3762" y="4145"/>
                    <a:pt x="3783" y="4113"/>
                  </a:cubicBezTo>
                  <a:cubicBezTo>
                    <a:pt x="3803" y="4082"/>
                    <a:pt x="3888" y="3997"/>
                    <a:pt x="3928" y="3954"/>
                  </a:cubicBezTo>
                  <a:cubicBezTo>
                    <a:pt x="3968" y="3914"/>
                    <a:pt x="4055" y="3768"/>
                    <a:pt x="4092" y="3667"/>
                  </a:cubicBezTo>
                  <a:cubicBezTo>
                    <a:pt x="4128" y="3565"/>
                    <a:pt x="4154" y="3357"/>
                    <a:pt x="4154" y="3342"/>
                  </a:cubicBezTo>
                  <a:cubicBezTo>
                    <a:pt x="4154" y="3329"/>
                    <a:pt x="4157" y="3316"/>
                    <a:pt x="4191" y="3308"/>
                  </a:cubicBezTo>
                  <a:cubicBezTo>
                    <a:pt x="4226" y="3299"/>
                    <a:pt x="4250" y="3278"/>
                    <a:pt x="4326" y="3217"/>
                  </a:cubicBezTo>
                  <a:cubicBezTo>
                    <a:pt x="4403" y="3156"/>
                    <a:pt x="4395" y="2978"/>
                    <a:pt x="4386" y="2892"/>
                  </a:cubicBezTo>
                  <a:cubicBezTo>
                    <a:pt x="4377" y="2806"/>
                    <a:pt x="4323" y="2651"/>
                    <a:pt x="4316" y="2624"/>
                  </a:cubicBezTo>
                  <a:cubicBezTo>
                    <a:pt x="4310" y="2597"/>
                    <a:pt x="4268" y="2457"/>
                    <a:pt x="4247" y="2365"/>
                  </a:cubicBezTo>
                  <a:cubicBezTo>
                    <a:pt x="4227" y="2273"/>
                    <a:pt x="4110" y="2011"/>
                    <a:pt x="4084" y="1980"/>
                  </a:cubicBezTo>
                  <a:cubicBezTo>
                    <a:pt x="4058" y="1948"/>
                    <a:pt x="4033" y="1852"/>
                    <a:pt x="4030" y="1812"/>
                  </a:cubicBezTo>
                  <a:cubicBezTo>
                    <a:pt x="4027" y="1769"/>
                    <a:pt x="3995" y="1682"/>
                    <a:pt x="3944" y="1551"/>
                  </a:cubicBezTo>
                  <a:cubicBezTo>
                    <a:pt x="3893" y="1421"/>
                    <a:pt x="3829" y="1376"/>
                    <a:pt x="3829" y="1376"/>
                  </a:cubicBezTo>
                  <a:cubicBezTo>
                    <a:pt x="3829" y="1376"/>
                    <a:pt x="3834" y="1363"/>
                    <a:pt x="3819" y="1340"/>
                  </a:cubicBezTo>
                  <a:cubicBezTo>
                    <a:pt x="3805" y="1318"/>
                    <a:pt x="3569" y="1178"/>
                    <a:pt x="3553" y="1178"/>
                  </a:cubicBezTo>
                  <a:cubicBezTo>
                    <a:pt x="3538" y="1178"/>
                    <a:pt x="3515" y="1156"/>
                    <a:pt x="3472" y="1122"/>
                  </a:cubicBezTo>
                  <a:cubicBezTo>
                    <a:pt x="3432" y="1089"/>
                    <a:pt x="3187" y="1003"/>
                    <a:pt x="3165" y="1003"/>
                  </a:cubicBezTo>
                  <a:cubicBezTo>
                    <a:pt x="3142" y="1003"/>
                    <a:pt x="3088" y="984"/>
                    <a:pt x="3069" y="962"/>
                  </a:cubicBezTo>
                  <a:cubicBezTo>
                    <a:pt x="3050" y="939"/>
                    <a:pt x="3006" y="887"/>
                    <a:pt x="3006" y="887"/>
                  </a:cubicBezTo>
                  <a:cubicBezTo>
                    <a:pt x="3006" y="887"/>
                    <a:pt x="3009" y="860"/>
                    <a:pt x="3025" y="854"/>
                  </a:cubicBezTo>
                  <a:cubicBezTo>
                    <a:pt x="3043" y="846"/>
                    <a:pt x="3041" y="815"/>
                    <a:pt x="3041" y="815"/>
                  </a:cubicBezTo>
                  <a:cubicBezTo>
                    <a:pt x="3041" y="815"/>
                    <a:pt x="3051" y="729"/>
                    <a:pt x="3062" y="712"/>
                  </a:cubicBezTo>
                  <a:cubicBezTo>
                    <a:pt x="3070" y="696"/>
                    <a:pt x="3079" y="637"/>
                    <a:pt x="3091" y="616"/>
                  </a:cubicBezTo>
                  <a:cubicBezTo>
                    <a:pt x="3102" y="592"/>
                    <a:pt x="3069" y="570"/>
                    <a:pt x="3069" y="570"/>
                  </a:cubicBezTo>
                  <a:cubicBezTo>
                    <a:pt x="3069" y="570"/>
                    <a:pt x="3066" y="551"/>
                    <a:pt x="3085" y="436"/>
                  </a:cubicBezTo>
                  <a:cubicBezTo>
                    <a:pt x="3104" y="320"/>
                    <a:pt x="2949" y="128"/>
                    <a:pt x="2811" y="45"/>
                  </a:cubicBezTo>
                  <a:cubicBezTo>
                    <a:pt x="2762" y="14"/>
                    <a:pt x="2709" y="1"/>
                    <a:pt x="265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" name="Google Shape;215;p18"/>
            <p:cNvSpPr/>
            <p:nvPr/>
          </p:nvSpPr>
          <p:spPr>
            <a:xfrm flipH="1">
              <a:off x="7917353" y="2619520"/>
              <a:ext cx="158930" cy="158940"/>
            </a:xfrm>
            <a:custGeom>
              <a:rect b="b" l="l" r="r" t="t"/>
              <a:pathLst>
                <a:path extrusionOk="0" h="1210" w="1210">
                  <a:moveTo>
                    <a:pt x="605" y="1"/>
                  </a:moveTo>
                  <a:cubicBezTo>
                    <a:pt x="272" y="1"/>
                    <a:pt x="1" y="272"/>
                    <a:pt x="1" y="605"/>
                  </a:cubicBezTo>
                  <a:cubicBezTo>
                    <a:pt x="1" y="940"/>
                    <a:pt x="272" y="1210"/>
                    <a:pt x="605" y="1210"/>
                  </a:cubicBezTo>
                  <a:cubicBezTo>
                    <a:pt x="939" y="1210"/>
                    <a:pt x="1210" y="940"/>
                    <a:pt x="1210" y="605"/>
                  </a:cubicBezTo>
                  <a:cubicBezTo>
                    <a:pt x="1210" y="272"/>
                    <a:pt x="939" y="1"/>
                    <a:pt x="60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6" name="Google Shape;216;p18"/>
          <p:cNvGrpSpPr/>
          <p:nvPr/>
        </p:nvGrpSpPr>
        <p:grpSpPr>
          <a:xfrm>
            <a:off x="4793445" y="1834611"/>
            <a:ext cx="694133" cy="995560"/>
            <a:chOff x="4793445" y="1834611"/>
            <a:chExt cx="694133" cy="995560"/>
          </a:xfrm>
        </p:grpSpPr>
        <p:sp>
          <p:nvSpPr>
            <p:cNvPr id="217" name="Google Shape;217;p18"/>
            <p:cNvSpPr/>
            <p:nvPr/>
          </p:nvSpPr>
          <p:spPr>
            <a:xfrm>
              <a:off x="4793445" y="1834611"/>
              <a:ext cx="694133" cy="995560"/>
            </a:xfrm>
            <a:custGeom>
              <a:rect b="b" l="l" r="r" t="t"/>
              <a:pathLst>
                <a:path extrusionOk="0" h="7429" w="5180">
                  <a:moveTo>
                    <a:pt x="2840" y="1"/>
                  </a:moveTo>
                  <a:cubicBezTo>
                    <a:pt x="2740" y="1"/>
                    <a:pt x="2588" y="41"/>
                    <a:pt x="2419" y="103"/>
                  </a:cubicBezTo>
                  <a:cubicBezTo>
                    <a:pt x="2206" y="181"/>
                    <a:pt x="2238" y="588"/>
                    <a:pt x="2247" y="622"/>
                  </a:cubicBezTo>
                  <a:cubicBezTo>
                    <a:pt x="2257" y="657"/>
                    <a:pt x="2266" y="752"/>
                    <a:pt x="2266" y="800"/>
                  </a:cubicBezTo>
                  <a:cubicBezTo>
                    <a:pt x="2266" y="848"/>
                    <a:pt x="2320" y="899"/>
                    <a:pt x="2319" y="937"/>
                  </a:cubicBezTo>
                  <a:cubicBezTo>
                    <a:pt x="2316" y="976"/>
                    <a:pt x="2375" y="972"/>
                    <a:pt x="2389" y="976"/>
                  </a:cubicBezTo>
                  <a:cubicBezTo>
                    <a:pt x="2403" y="980"/>
                    <a:pt x="2389" y="1041"/>
                    <a:pt x="2375" y="1041"/>
                  </a:cubicBezTo>
                  <a:cubicBezTo>
                    <a:pt x="2361" y="1041"/>
                    <a:pt x="2355" y="1053"/>
                    <a:pt x="2316" y="1066"/>
                  </a:cubicBezTo>
                  <a:cubicBezTo>
                    <a:pt x="2302" y="1071"/>
                    <a:pt x="2287" y="1072"/>
                    <a:pt x="2271" y="1072"/>
                  </a:cubicBezTo>
                  <a:cubicBezTo>
                    <a:pt x="2265" y="1072"/>
                    <a:pt x="2258" y="1072"/>
                    <a:pt x="2252" y="1072"/>
                  </a:cubicBezTo>
                  <a:cubicBezTo>
                    <a:pt x="2229" y="1072"/>
                    <a:pt x="2207" y="1074"/>
                    <a:pt x="2189" y="1087"/>
                  </a:cubicBezTo>
                  <a:cubicBezTo>
                    <a:pt x="2153" y="1114"/>
                    <a:pt x="2157" y="1145"/>
                    <a:pt x="2129" y="1162"/>
                  </a:cubicBezTo>
                  <a:cubicBezTo>
                    <a:pt x="2102" y="1181"/>
                    <a:pt x="2037" y="1251"/>
                    <a:pt x="2033" y="1267"/>
                  </a:cubicBezTo>
                  <a:cubicBezTo>
                    <a:pt x="2029" y="1283"/>
                    <a:pt x="1952" y="1324"/>
                    <a:pt x="1870" y="1375"/>
                  </a:cubicBezTo>
                  <a:cubicBezTo>
                    <a:pt x="1787" y="1425"/>
                    <a:pt x="1694" y="1566"/>
                    <a:pt x="1672" y="1646"/>
                  </a:cubicBezTo>
                  <a:cubicBezTo>
                    <a:pt x="1649" y="1725"/>
                    <a:pt x="1685" y="1929"/>
                    <a:pt x="1685" y="1950"/>
                  </a:cubicBezTo>
                  <a:cubicBezTo>
                    <a:pt x="1685" y="1974"/>
                    <a:pt x="1660" y="2016"/>
                    <a:pt x="1637" y="2068"/>
                  </a:cubicBezTo>
                  <a:cubicBezTo>
                    <a:pt x="1615" y="2121"/>
                    <a:pt x="1548" y="2240"/>
                    <a:pt x="1532" y="2269"/>
                  </a:cubicBezTo>
                  <a:cubicBezTo>
                    <a:pt x="1516" y="2299"/>
                    <a:pt x="1450" y="2331"/>
                    <a:pt x="1407" y="2357"/>
                  </a:cubicBezTo>
                  <a:cubicBezTo>
                    <a:pt x="1364" y="2382"/>
                    <a:pt x="1293" y="2475"/>
                    <a:pt x="1228" y="2555"/>
                  </a:cubicBezTo>
                  <a:cubicBezTo>
                    <a:pt x="1161" y="2634"/>
                    <a:pt x="946" y="2851"/>
                    <a:pt x="910" y="2883"/>
                  </a:cubicBezTo>
                  <a:cubicBezTo>
                    <a:pt x="874" y="2915"/>
                    <a:pt x="793" y="2980"/>
                    <a:pt x="792" y="2999"/>
                  </a:cubicBezTo>
                  <a:cubicBezTo>
                    <a:pt x="789" y="3017"/>
                    <a:pt x="763" y="3026"/>
                    <a:pt x="731" y="3047"/>
                  </a:cubicBezTo>
                  <a:cubicBezTo>
                    <a:pt x="699" y="3068"/>
                    <a:pt x="721" y="3110"/>
                    <a:pt x="712" y="3129"/>
                  </a:cubicBezTo>
                  <a:cubicBezTo>
                    <a:pt x="703" y="3148"/>
                    <a:pt x="671" y="3211"/>
                    <a:pt x="642" y="3245"/>
                  </a:cubicBezTo>
                  <a:cubicBezTo>
                    <a:pt x="611" y="3279"/>
                    <a:pt x="601" y="3346"/>
                    <a:pt x="601" y="3379"/>
                  </a:cubicBezTo>
                  <a:cubicBezTo>
                    <a:pt x="601" y="3414"/>
                    <a:pt x="595" y="3497"/>
                    <a:pt x="591" y="3516"/>
                  </a:cubicBezTo>
                  <a:cubicBezTo>
                    <a:pt x="587" y="3534"/>
                    <a:pt x="627" y="3541"/>
                    <a:pt x="646" y="3562"/>
                  </a:cubicBezTo>
                  <a:cubicBezTo>
                    <a:pt x="664" y="3582"/>
                    <a:pt x="651" y="3613"/>
                    <a:pt x="651" y="3650"/>
                  </a:cubicBezTo>
                  <a:cubicBezTo>
                    <a:pt x="651" y="3690"/>
                    <a:pt x="680" y="3703"/>
                    <a:pt x="694" y="3703"/>
                  </a:cubicBezTo>
                  <a:cubicBezTo>
                    <a:pt x="707" y="3703"/>
                    <a:pt x="716" y="3710"/>
                    <a:pt x="740" y="3726"/>
                  </a:cubicBezTo>
                  <a:cubicBezTo>
                    <a:pt x="746" y="3730"/>
                    <a:pt x="752" y="3732"/>
                    <a:pt x="758" y="3732"/>
                  </a:cubicBezTo>
                  <a:cubicBezTo>
                    <a:pt x="769" y="3732"/>
                    <a:pt x="779" y="3727"/>
                    <a:pt x="785" y="3723"/>
                  </a:cubicBezTo>
                  <a:cubicBezTo>
                    <a:pt x="865" y="3851"/>
                    <a:pt x="1008" y="3936"/>
                    <a:pt x="1169" y="3936"/>
                  </a:cubicBezTo>
                  <a:cubicBezTo>
                    <a:pt x="1421" y="3936"/>
                    <a:pt x="1625" y="3732"/>
                    <a:pt x="1625" y="3480"/>
                  </a:cubicBezTo>
                  <a:cubicBezTo>
                    <a:pt x="1625" y="3264"/>
                    <a:pt x="1477" y="3084"/>
                    <a:pt x="1276" y="3036"/>
                  </a:cubicBezTo>
                  <a:cubicBezTo>
                    <a:pt x="1279" y="3030"/>
                    <a:pt x="1280" y="3027"/>
                    <a:pt x="1280" y="3027"/>
                  </a:cubicBezTo>
                  <a:cubicBezTo>
                    <a:pt x="1264" y="3027"/>
                    <a:pt x="1245" y="2999"/>
                    <a:pt x="1265" y="2976"/>
                  </a:cubicBezTo>
                  <a:cubicBezTo>
                    <a:pt x="1286" y="2954"/>
                    <a:pt x="1427" y="2875"/>
                    <a:pt x="1474" y="2849"/>
                  </a:cubicBezTo>
                  <a:cubicBezTo>
                    <a:pt x="1519" y="2822"/>
                    <a:pt x="1641" y="2714"/>
                    <a:pt x="1665" y="2692"/>
                  </a:cubicBezTo>
                  <a:cubicBezTo>
                    <a:pt x="1688" y="2669"/>
                    <a:pt x="1704" y="2656"/>
                    <a:pt x="1724" y="2637"/>
                  </a:cubicBezTo>
                  <a:cubicBezTo>
                    <a:pt x="1745" y="2619"/>
                    <a:pt x="1806" y="2562"/>
                    <a:pt x="1850" y="2526"/>
                  </a:cubicBezTo>
                  <a:cubicBezTo>
                    <a:pt x="1893" y="2489"/>
                    <a:pt x="1978" y="2269"/>
                    <a:pt x="1994" y="2223"/>
                  </a:cubicBezTo>
                  <a:cubicBezTo>
                    <a:pt x="2004" y="2189"/>
                    <a:pt x="2012" y="2165"/>
                    <a:pt x="2021" y="2165"/>
                  </a:cubicBezTo>
                  <a:cubicBezTo>
                    <a:pt x="2024" y="2165"/>
                    <a:pt x="2028" y="2170"/>
                    <a:pt x="2032" y="2179"/>
                  </a:cubicBezTo>
                  <a:cubicBezTo>
                    <a:pt x="2045" y="2211"/>
                    <a:pt x="2125" y="2338"/>
                    <a:pt x="2153" y="2361"/>
                  </a:cubicBezTo>
                  <a:cubicBezTo>
                    <a:pt x="2180" y="2385"/>
                    <a:pt x="2243" y="2463"/>
                    <a:pt x="2265" y="2535"/>
                  </a:cubicBezTo>
                  <a:cubicBezTo>
                    <a:pt x="2285" y="2605"/>
                    <a:pt x="2253" y="2765"/>
                    <a:pt x="2225" y="2826"/>
                  </a:cubicBezTo>
                  <a:cubicBezTo>
                    <a:pt x="2198" y="2887"/>
                    <a:pt x="2266" y="2956"/>
                    <a:pt x="2278" y="3012"/>
                  </a:cubicBezTo>
                  <a:cubicBezTo>
                    <a:pt x="2289" y="3069"/>
                    <a:pt x="2278" y="3120"/>
                    <a:pt x="2234" y="3149"/>
                  </a:cubicBezTo>
                  <a:cubicBezTo>
                    <a:pt x="2192" y="3178"/>
                    <a:pt x="2244" y="3314"/>
                    <a:pt x="2246" y="3342"/>
                  </a:cubicBezTo>
                  <a:cubicBezTo>
                    <a:pt x="2249" y="3368"/>
                    <a:pt x="2234" y="3375"/>
                    <a:pt x="2176" y="3410"/>
                  </a:cubicBezTo>
                  <a:cubicBezTo>
                    <a:pt x="2116" y="3444"/>
                    <a:pt x="2048" y="3576"/>
                    <a:pt x="2011" y="3613"/>
                  </a:cubicBezTo>
                  <a:cubicBezTo>
                    <a:pt x="1975" y="3649"/>
                    <a:pt x="1991" y="3808"/>
                    <a:pt x="1986" y="3856"/>
                  </a:cubicBezTo>
                  <a:cubicBezTo>
                    <a:pt x="1982" y="3904"/>
                    <a:pt x="1952" y="3917"/>
                    <a:pt x="1909" y="3965"/>
                  </a:cubicBezTo>
                  <a:cubicBezTo>
                    <a:pt x="1866" y="4013"/>
                    <a:pt x="1765" y="4271"/>
                    <a:pt x="1732" y="4325"/>
                  </a:cubicBezTo>
                  <a:cubicBezTo>
                    <a:pt x="1697" y="4380"/>
                    <a:pt x="1681" y="4497"/>
                    <a:pt x="1681" y="4504"/>
                  </a:cubicBezTo>
                  <a:cubicBezTo>
                    <a:pt x="1681" y="4510"/>
                    <a:pt x="1663" y="4538"/>
                    <a:pt x="1653" y="4574"/>
                  </a:cubicBezTo>
                  <a:cubicBezTo>
                    <a:pt x="1644" y="4610"/>
                    <a:pt x="1560" y="4752"/>
                    <a:pt x="1538" y="4775"/>
                  </a:cubicBezTo>
                  <a:cubicBezTo>
                    <a:pt x="1514" y="4797"/>
                    <a:pt x="1449" y="4937"/>
                    <a:pt x="1418" y="4993"/>
                  </a:cubicBezTo>
                  <a:cubicBezTo>
                    <a:pt x="1389" y="5050"/>
                    <a:pt x="1236" y="5232"/>
                    <a:pt x="1184" y="5305"/>
                  </a:cubicBezTo>
                  <a:cubicBezTo>
                    <a:pt x="1131" y="5378"/>
                    <a:pt x="993" y="5732"/>
                    <a:pt x="957" y="5811"/>
                  </a:cubicBezTo>
                  <a:cubicBezTo>
                    <a:pt x="920" y="5891"/>
                    <a:pt x="840" y="6191"/>
                    <a:pt x="833" y="6191"/>
                  </a:cubicBezTo>
                  <a:cubicBezTo>
                    <a:pt x="827" y="6191"/>
                    <a:pt x="817" y="6201"/>
                    <a:pt x="817" y="6201"/>
                  </a:cubicBezTo>
                  <a:cubicBezTo>
                    <a:pt x="817" y="6201"/>
                    <a:pt x="764" y="6335"/>
                    <a:pt x="731" y="6360"/>
                  </a:cubicBezTo>
                  <a:cubicBezTo>
                    <a:pt x="696" y="6385"/>
                    <a:pt x="671" y="6465"/>
                    <a:pt x="664" y="6484"/>
                  </a:cubicBezTo>
                  <a:cubicBezTo>
                    <a:pt x="658" y="6501"/>
                    <a:pt x="601" y="6500"/>
                    <a:pt x="582" y="6501"/>
                  </a:cubicBezTo>
                  <a:cubicBezTo>
                    <a:pt x="565" y="6504"/>
                    <a:pt x="571" y="6536"/>
                    <a:pt x="565" y="6557"/>
                  </a:cubicBezTo>
                  <a:cubicBezTo>
                    <a:pt x="557" y="6577"/>
                    <a:pt x="533" y="6610"/>
                    <a:pt x="521" y="6618"/>
                  </a:cubicBezTo>
                  <a:cubicBezTo>
                    <a:pt x="509" y="6624"/>
                    <a:pt x="509" y="6691"/>
                    <a:pt x="505" y="6718"/>
                  </a:cubicBezTo>
                  <a:cubicBezTo>
                    <a:pt x="501" y="6744"/>
                    <a:pt x="352" y="6864"/>
                    <a:pt x="332" y="6886"/>
                  </a:cubicBezTo>
                  <a:cubicBezTo>
                    <a:pt x="311" y="6909"/>
                    <a:pt x="206" y="6970"/>
                    <a:pt x="163" y="7017"/>
                  </a:cubicBezTo>
                  <a:cubicBezTo>
                    <a:pt x="120" y="7062"/>
                    <a:pt x="1" y="7211"/>
                    <a:pt x="20" y="7313"/>
                  </a:cubicBezTo>
                  <a:cubicBezTo>
                    <a:pt x="35" y="7399"/>
                    <a:pt x="239" y="7429"/>
                    <a:pt x="352" y="7429"/>
                  </a:cubicBezTo>
                  <a:cubicBezTo>
                    <a:pt x="373" y="7429"/>
                    <a:pt x="390" y="7428"/>
                    <a:pt x="403" y="7426"/>
                  </a:cubicBezTo>
                  <a:cubicBezTo>
                    <a:pt x="486" y="7415"/>
                    <a:pt x="591" y="7199"/>
                    <a:pt x="606" y="7183"/>
                  </a:cubicBezTo>
                  <a:cubicBezTo>
                    <a:pt x="613" y="7174"/>
                    <a:pt x="642" y="7171"/>
                    <a:pt x="676" y="7171"/>
                  </a:cubicBezTo>
                  <a:cubicBezTo>
                    <a:pt x="703" y="7171"/>
                    <a:pt x="734" y="7173"/>
                    <a:pt x="760" y="7174"/>
                  </a:cubicBezTo>
                  <a:cubicBezTo>
                    <a:pt x="760" y="7174"/>
                    <a:pt x="761" y="7174"/>
                    <a:pt x="761" y="7174"/>
                  </a:cubicBezTo>
                  <a:cubicBezTo>
                    <a:pt x="821" y="7174"/>
                    <a:pt x="904" y="7059"/>
                    <a:pt x="925" y="7017"/>
                  </a:cubicBezTo>
                  <a:cubicBezTo>
                    <a:pt x="944" y="6975"/>
                    <a:pt x="945" y="6827"/>
                    <a:pt x="949" y="6827"/>
                  </a:cubicBezTo>
                  <a:cubicBezTo>
                    <a:pt x="949" y="6827"/>
                    <a:pt x="949" y="6827"/>
                    <a:pt x="949" y="6827"/>
                  </a:cubicBezTo>
                  <a:cubicBezTo>
                    <a:pt x="950" y="6830"/>
                    <a:pt x="952" y="6832"/>
                    <a:pt x="955" y="6832"/>
                  </a:cubicBezTo>
                  <a:cubicBezTo>
                    <a:pt x="963" y="6832"/>
                    <a:pt x="978" y="6819"/>
                    <a:pt x="989" y="6803"/>
                  </a:cubicBezTo>
                  <a:cubicBezTo>
                    <a:pt x="1002" y="6779"/>
                    <a:pt x="1027" y="6715"/>
                    <a:pt x="1027" y="6715"/>
                  </a:cubicBezTo>
                  <a:cubicBezTo>
                    <a:pt x="1027" y="6715"/>
                    <a:pt x="973" y="6682"/>
                    <a:pt x="961" y="6675"/>
                  </a:cubicBezTo>
                  <a:cubicBezTo>
                    <a:pt x="949" y="6669"/>
                    <a:pt x="984" y="6574"/>
                    <a:pt x="1005" y="6558"/>
                  </a:cubicBezTo>
                  <a:cubicBezTo>
                    <a:pt x="1025" y="6542"/>
                    <a:pt x="1021" y="6513"/>
                    <a:pt x="1027" y="6492"/>
                  </a:cubicBezTo>
                  <a:cubicBezTo>
                    <a:pt x="1034" y="6472"/>
                    <a:pt x="1127" y="6328"/>
                    <a:pt x="1136" y="6315"/>
                  </a:cubicBezTo>
                  <a:cubicBezTo>
                    <a:pt x="1146" y="6302"/>
                    <a:pt x="1131" y="6286"/>
                    <a:pt x="1131" y="6286"/>
                  </a:cubicBezTo>
                  <a:cubicBezTo>
                    <a:pt x="1131" y="6286"/>
                    <a:pt x="1184" y="6238"/>
                    <a:pt x="1204" y="6205"/>
                  </a:cubicBezTo>
                  <a:cubicBezTo>
                    <a:pt x="1225" y="6173"/>
                    <a:pt x="1394" y="6009"/>
                    <a:pt x="1474" y="5932"/>
                  </a:cubicBezTo>
                  <a:cubicBezTo>
                    <a:pt x="1554" y="5854"/>
                    <a:pt x="1651" y="5570"/>
                    <a:pt x="1679" y="5487"/>
                  </a:cubicBezTo>
                  <a:cubicBezTo>
                    <a:pt x="1705" y="5406"/>
                    <a:pt x="1772" y="5285"/>
                    <a:pt x="1788" y="5272"/>
                  </a:cubicBezTo>
                  <a:cubicBezTo>
                    <a:pt x="1804" y="5257"/>
                    <a:pt x="1911" y="5123"/>
                    <a:pt x="1947" y="5078"/>
                  </a:cubicBezTo>
                  <a:cubicBezTo>
                    <a:pt x="1984" y="5031"/>
                    <a:pt x="2088" y="4934"/>
                    <a:pt x="2154" y="4861"/>
                  </a:cubicBezTo>
                  <a:cubicBezTo>
                    <a:pt x="2220" y="4789"/>
                    <a:pt x="2340" y="4674"/>
                    <a:pt x="2362" y="4674"/>
                  </a:cubicBezTo>
                  <a:cubicBezTo>
                    <a:pt x="2362" y="4674"/>
                    <a:pt x="2362" y="4674"/>
                    <a:pt x="2362" y="4674"/>
                  </a:cubicBezTo>
                  <a:cubicBezTo>
                    <a:pt x="2366" y="4675"/>
                    <a:pt x="2371" y="4675"/>
                    <a:pt x="2378" y="4675"/>
                  </a:cubicBezTo>
                  <a:cubicBezTo>
                    <a:pt x="2401" y="4675"/>
                    <a:pt x="2438" y="4670"/>
                    <a:pt x="2476" y="4640"/>
                  </a:cubicBezTo>
                  <a:cubicBezTo>
                    <a:pt x="2524" y="4602"/>
                    <a:pt x="2572" y="4578"/>
                    <a:pt x="2576" y="4555"/>
                  </a:cubicBezTo>
                  <a:cubicBezTo>
                    <a:pt x="2581" y="4533"/>
                    <a:pt x="2652" y="4517"/>
                    <a:pt x="2689" y="4510"/>
                  </a:cubicBezTo>
                  <a:cubicBezTo>
                    <a:pt x="2725" y="4504"/>
                    <a:pt x="2871" y="4399"/>
                    <a:pt x="2891" y="4373"/>
                  </a:cubicBezTo>
                  <a:cubicBezTo>
                    <a:pt x="2906" y="4355"/>
                    <a:pt x="2937" y="4331"/>
                    <a:pt x="2958" y="4331"/>
                  </a:cubicBezTo>
                  <a:cubicBezTo>
                    <a:pt x="2965" y="4331"/>
                    <a:pt x="2971" y="4334"/>
                    <a:pt x="2976" y="4341"/>
                  </a:cubicBezTo>
                  <a:cubicBezTo>
                    <a:pt x="2992" y="4369"/>
                    <a:pt x="3162" y="4519"/>
                    <a:pt x="3185" y="4546"/>
                  </a:cubicBezTo>
                  <a:cubicBezTo>
                    <a:pt x="3207" y="4574"/>
                    <a:pt x="3247" y="4690"/>
                    <a:pt x="3247" y="4739"/>
                  </a:cubicBezTo>
                  <a:cubicBezTo>
                    <a:pt x="3247" y="4787"/>
                    <a:pt x="3365" y="4918"/>
                    <a:pt x="3365" y="4918"/>
                  </a:cubicBezTo>
                  <a:cubicBezTo>
                    <a:pt x="3365" y="4918"/>
                    <a:pt x="3383" y="5052"/>
                    <a:pt x="3388" y="5110"/>
                  </a:cubicBezTo>
                  <a:cubicBezTo>
                    <a:pt x="3392" y="5167"/>
                    <a:pt x="3478" y="5248"/>
                    <a:pt x="3501" y="5302"/>
                  </a:cubicBezTo>
                  <a:cubicBezTo>
                    <a:pt x="3525" y="5358"/>
                    <a:pt x="3670" y="5499"/>
                    <a:pt x="3735" y="5560"/>
                  </a:cubicBezTo>
                  <a:cubicBezTo>
                    <a:pt x="3797" y="5623"/>
                    <a:pt x="3839" y="5715"/>
                    <a:pt x="3861" y="5768"/>
                  </a:cubicBezTo>
                  <a:cubicBezTo>
                    <a:pt x="3885" y="5821"/>
                    <a:pt x="3922" y="5914"/>
                    <a:pt x="3954" y="5956"/>
                  </a:cubicBezTo>
                  <a:cubicBezTo>
                    <a:pt x="3987" y="6000"/>
                    <a:pt x="4139" y="6157"/>
                    <a:pt x="4190" y="6208"/>
                  </a:cubicBezTo>
                  <a:cubicBezTo>
                    <a:pt x="4240" y="6258"/>
                    <a:pt x="4300" y="6342"/>
                    <a:pt x="4306" y="6351"/>
                  </a:cubicBezTo>
                  <a:cubicBezTo>
                    <a:pt x="4313" y="6360"/>
                    <a:pt x="4349" y="6404"/>
                    <a:pt x="4345" y="6412"/>
                  </a:cubicBezTo>
                  <a:cubicBezTo>
                    <a:pt x="4341" y="6423"/>
                    <a:pt x="4362" y="6443"/>
                    <a:pt x="4374" y="6465"/>
                  </a:cubicBezTo>
                  <a:cubicBezTo>
                    <a:pt x="4386" y="6488"/>
                    <a:pt x="4441" y="6577"/>
                    <a:pt x="4442" y="6605"/>
                  </a:cubicBezTo>
                  <a:cubicBezTo>
                    <a:pt x="4445" y="6632"/>
                    <a:pt x="4451" y="6648"/>
                    <a:pt x="4461" y="6670"/>
                  </a:cubicBezTo>
                  <a:cubicBezTo>
                    <a:pt x="4470" y="6693"/>
                    <a:pt x="4463" y="6693"/>
                    <a:pt x="4450" y="6714"/>
                  </a:cubicBezTo>
                  <a:cubicBezTo>
                    <a:pt x="4435" y="6734"/>
                    <a:pt x="4426" y="6746"/>
                    <a:pt x="4426" y="6759"/>
                  </a:cubicBezTo>
                  <a:cubicBezTo>
                    <a:pt x="4426" y="6774"/>
                    <a:pt x="4475" y="6860"/>
                    <a:pt x="4475" y="6887"/>
                  </a:cubicBezTo>
                  <a:cubicBezTo>
                    <a:pt x="4475" y="6913"/>
                    <a:pt x="4539" y="6932"/>
                    <a:pt x="4550" y="6960"/>
                  </a:cubicBezTo>
                  <a:cubicBezTo>
                    <a:pt x="4560" y="6988"/>
                    <a:pt x="4593" y="7030"/>
                    <a:pt x="4609" y="7046"/>
                  </a:cubicBezTo>
                  <a:cubicBezTo>
                    <a:pt x="4625" y="7062"/>
                    <a:pt x="4652" y="7103"/>
                    <a:pt x="4671" y="7125"/>
                  </a:cubicBezTo>
                  <a:cubicBezTo>
                    <a:pt x="4689" y="7145"/>
                    <a:pt x="4687" y="7177"/>
                    <a:pt x="4676" y="7222"/>
                  </a:cubicBezTo>
                  <a:cubicBezTo>
                    <a:pt x="4664" y="7267"/>
                    <a:pt x="4712" y="7311"/>
                    <a:pt x="4708" y="7349"/>
                  </a:cubicBezTo>
                  <a:cubicBezTo>
                    <a:pt x="4703" y="7388"/>
                    <a:pt x="4732" y="7401"/>
                    <a:pt x="4754" y="7401"/>
                  </a:cubicBezTo>
                  <a:cubicBezTo>
                    <a:pt x="4778" y="7401"/>
                    <a:pt x="5037" y="7263"/>
                    <a:pt x="5089" y="7228"/>
                  </a:cubicBezTo>
                  <a:cubicBezTo>
                    <a:pt x="5140" y="7195"/>
                    <a:pt x="5180" y="7149"/>
                    <a:pt x="5164" y="7077"/>
                  </a:cubicBezTo>
                  <a:cubicBezTo>
                    <a:pt x="5148" y="7004"/>
                    <a:pt x="5066" y="6947"/>
                    <a:pt x="5054" y="6912"/>
                  </a:cubicBezTo>
                  <a:cubicBezTo>
                    <a:pt x="5043" y="6878"/>
                    <a:pt x="4948" y="6758"/>
                    <a:pt x="4929" y="6755"/>
                  </a:cubicBezTo>
                  <a:cubicBezTo>
                    <a:pt x="4912" y="6753"/>
                    <a:pt x="4885" y="6680"/>
                    <a:pt x="4856" y="6631"/>
                  </a:cubicBezTo>
                  <a:cubicBezTo>
                    <a:pt x="4827" y="6584"/>
                    <a:pt x="4812" y="6584"/>
                    <a:pt x="4799" y="6584"/>
                  </a:cubicBezTo>
                  <a:cubicBezTo>
                    <a:pt x="4786" y="6584"/>
                    <a:pt x="4779" y="6552"/>
                    <a:pt x="4780" y="6542"/>
                  </a:cubicBezTo>
                  <a:cubicBezTo>
                    <a:pt x="4783" y="6533"/>
                    <a:pt x="4756" y="6506"/>
                    <a:pt x="4743" y="6506"/>
                  </a:cubicBezTo>
                  <a:cubicBezTo>
                    <a:pt x="4729" y="6506"/>
                    <a:pt x="4718" y="6436"/>
                    <a:pt x="4706" y="6411"/>
                  </a:cubicBezTo>
                  <a:cubicBezTo>
                    <a:pt x="4694" y="6386"/>
                    <a:pt x="4641" y="6246"/>
                    <a:pt x="4635" y="6230"/>
                  </a:cubicBezTo>
                  <a:cubicBezTo>
                    <a:pt x="4633" y="6224"/>
                    <a:pt x="4630" y="6222"/>
                    <a:pt x="4627" y="6222"/>
                  </a:cubicBezTo>
                  <a:cubicBezTo>
                    <a:pt x="4622" y="6222"/>
                    <a:pt x="4617" y="6227"/>
                    <a:pt x="4617" y="6227"/>
                  </a:cubicBezTo>
                  <a:cubicBezTo>
                    <a:pt x="4617" y="6227"/>
                    <a:pt x="4585" y="6156"/>
                    <a:pt x="4568" y="6093"/>
                  </a:cubicBezTo>
                  <a:cubicBezTo>
                    <a:pt x="4549" y="6032"/>
                    <a:pt x="4476" y="5790"/>
                    <a:pt x="4399" y="5624"/>
                  </a:cubicBezTo>
                  <a:cubicBezTo>
                    <a:pt x="4320" y="5458"/>
                    <a:pt x="4182" y="5334"/>
                    <a:pt x="4116" y="5285"/>
                  </a:cubicBezTo>
                  <a:cubicBezTo>
                    <a:pt x="4049" y="5234"/>
                    <a:pt x="4029" y="5189"/>
                    <a:pt x="3979" y="5103"/>
                  </a:cubicBezTo>
                  <a:cubicBezTo>
                    <a:pt x="3930" y="5015"/>
                    <a:pt x="3963" y="4988"/>
                    <a:pt x="3963" y="4988"/>
                  </a:cubicBezTo>
                  <a:cubicBezTo>
                    <a:pt x="3963" y="4988"/>
                    <a:pt x="4007" y="4988"/>
                    <a:pt x="4016" y="4979"/>
                  </a:cubicBezTo>
                  <a:cubicBezTo>
                    <a:pt x="4024" y="4970"/>
                    <a:pt x="4016" y="4954"/>
                    <a:pt x="4033" y="4910"/>
                  </a:cubicBezTo>
                  <a:cubicBezTo>
                    <a:pt x="4052" y="4867"/>
                    <a:pt x="4109" y="4865"/>
                    <a:pt x="4113" y="4842"/>
                  </a:cubicBezTo>
                  <a:cubicBezTo>
                    <a:pt x="4118" y="4820"/>
                    <a:pt x="4081" y="4514"/>
                    <a:pt x="4068" y="4437"/>
                  </a:cubicBezTo>
                  <a:cubicBezTo>
                    <a:pt x="4055" y="4360"/>
                    <a:pt x="4027" y="4175"/>
                    <a:pt x="4020" y="4152"/>
                  </a:cubicBezTo>
                  <a:cubicBezTo>
                    <a:pt x="4013" y="4130"/>
                    <a:pt x="4003" y="4054"/>
                    <a:pt x="4008" y="4015"/>
                  </a:cubicBezTo>
                  <a:cubicBezTo>
                    <a:pt x="4016" y="3977"/>
                    <a:pt x="3984" y="3827"/>
                    <a:pt x="3984" y="3827"/>
                  </a:cubicBezTo>
                  <a:cubicBezTo>
                    <a:pt x="3984" y="3827"/>
                    <a:pt x="3956" y="3748"/>
                    <a:pt x="3970" y="3715"/>
                  </a:cubicBezTo>
                  <a:cubicBezTo>
                    <a:pt x="3984" y="3680"/>
                    <a:pt x="3984" y="3534"/>
                    <a:pt x="3984" y="3502"/>
                  </a:cubicBezTo>
                  <a:cubicBezTo>
                    <a:pt x="3984" y="3471"/>
                    <a:pt x="4004" y="3412"/>
                    <a:pt x="4024" y="3345"/>
                  </a:cubicBezTo>
                  <a:cubicBezTo>
                    <a:pt x="4045" y="3279"/>
                    <a:pt x="4107" y="3162"/>
                    <a:pt x="4107" y="3162"/>
                  </a:cubicBezTo>
                  <a:lnTo>
                    <a:pt x="4125" y="3162"/>
                  </a:lnTo>
                  <a:cubicBezTo>
                    <a:pt x="4125" y="3162"/>
                    <a:pt x="4137" y="3113"/>
                    <a:pt x="4154" y="3093"/>
                  </a:cubicBezTo>
                  <a:cubicBezTo>
                    <a:pt x="4173" y="3072"/>
                    <a:pt x="4189" y="2903"/>
                    <a:pt x="4205" y="2867"/>
                  </a:cubicBezTo>
                  <a:cubicBezTo>
                    <a:pt x="4221" y="2830"/>
                    <a:pt x="4193" y="2743"/>
                    <a:pt x="4193" y="2743"/>
                  </a:cubicBezTo>
                  <a:cubicBezTo>
                    <a:pt x="4193" y="2743"/>
                    <a:pt x="4185" y="2689"/>
                    <a:pt x="4177" y="2637"/>
                  </a:cubicBezTo>
                  <a:cubicBezTo>
                    <a:pt x="4170" y="2584"/>
                    <a:pt x="4129" y="2443"/>
                    <a:pt x="4116" y="2411"/>
                  </a:cubicBezTo>
                  <a:cubicBezTo>
                    <a:pt x="4102" y="2379"/>
                    <a:pt x="4040" y="2201"/>
                    <a:pt x="4023" y="2133"/>
                  </a:cubicBezTo>
                  <a:cubicBezTo>
                    <a:pt x="4004" y="2064"/>
                    <a:pt x="3931" y="1910"/>
                    <a:pt x="3918" y="1881"/>
                  </a:cubicBezTo>
                  <a:cubicBezTo>
                    <a:pt x="3903" y="1850"/>
                    <a:pt x="3799" y="1567"/>
                    <a:pt x="3730" y="1441"/>
                  </a:cubicBezTo>
                  <a:cubicBezTo>
                    <a:pt x="3663" y="1312"/>
                    <a:pt x="3469" y="1180"/>
                    <a:pt x="3475" y="1180"/>
                  </a:cubicBezTo>
                  <a:cubicBezTo>
                    <a:pt x="3483" y="1180"/>
                    <a:pt x="3475" y="1164"/>
                    <a:pt x="3466" y="1146"/>
                  </a:cubicBezTo>
                  <a:cubicBezTo>
                    <a:pt x="3458" y="1127"/>
                    <a:pt x="3348" y="1094"/>
                    <a:pt x="3308" y="1069"/>
                  </a:cubicBezTo>
                  <a:cubicBezTo>
                    <a:pt x="3265" y="1044"/>
                    <a:pt x="3075" y="1008"/>
                    <a:pt x="3075" y="1008"/>
                  </a:cubicBezTo>
                  <a:lnTo>
                    <a:pt x="3070" y="1008"/>
                  </a:lnTo>
                  <a:cubicBezTo>
                    <a:pt x="3083" y="1001"/>
                    <a:pt x="3066" y="937"/>
                    <a:pt x="3050" y="921"/>
                  </a:cubicBezTo>
                  <a:cubicBezTo>
                    <a:pt x="3034" y="905"/>
                    <a:pt x="3050" y="859"/>
                    <a:pt x="3062" y="848"/>
                  </a:cubicBezTo>
                  <a:cubicBezTo>
                    <a:pt x="3073" y="836"/>
                    <a:pt x="3086" y="819"/>
                    <a:pt x="3086" y="794"/>
                  </a:cubicBezTo>
                  <a:cubicBezTo>
                    <a:pt x="3086" y="768"/>
                    <a:pt x="3095" y="714"/>
                    <a:pt x="3095" y="714"/>
                  </a:cubicBezTo>
                  <a:cubicBezTo>
                    <a:pt x="3095" y="714"/>
                    <a:pt x="3118" y="709"/>
                    <a:pt x="3139" y="679"/>
                  </a:cubicBezTo>
                  <a:cubicBezTo>
                    <a:pt x="3159" y="650"/>
                    <a:pt x="3099" y="581"/>
                    <a:pt x="3083" y="552"/>
                  </a:cubicBezTo>
                  <a:cubicBezTo>
                    <a:pt x="3067" y="521"/>
                    <a:pt x="3073" y="500"/>
                    <a:pt x="3089" y="484"/>
                  </a:cubicBezTo>
                  <a:cubicBezTo>
                    <a:pt x="3104" y="468"/>
                    <a:pt x="3098" y="396"/>
                    <a:pt x="3079" y="360"/>
                  </a:cubicBezTo>
                  <a:cubicBezTo>
                    <a:pt x="3062" y="323"/>
                    <a:pt x="3037" y="271"/>
                    <a:pt x="3063" y="271"/>
                  </a:cubicBezTo>
                  <a:cubicBezTo>
                    <a:pt x="3091" y="271"/>
                    <a:pt x="3098" y="224"/>
                    <a:pt x="3114" y="192"/>
                  </a:cubicBezTo>
                  <a:cubicBezTo>
                    <a:pt x="3130" y="160"/>
                    <a:pt x="2997" y="36"/>
                    <a:pt x="2906" y="9"/>
                  </a:cubicBezTo>
                  <a:cubicBezTo>
                    <a:pt x="2888" y="3"/>
                    <a:pt x="2866" y="1"/>
                    <a:pt x="284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" name="Google Shape;218;p18"/>
            <p:cNvSpPr/>
            <p:nvPr/>
          </p:nvSpPr>
          <p:spPr>
            <a:xfrm>
              <a:off x="4871518" y="2241622"/>
              <a:ext cx="173935" cy="181584"/>
            </a:xfrm>
            <a:custGeom>
              <a:rect b="b" l="l" r="r" t="t"/>
              <a:pathLst>
                <a:path extrusionOk="0" h="1355" w="1298">
                  <a:moveTo>
                    <a:pt x="649" y="0"/>
                  </a:moveTo>
                  <a:cubicBezTo>
                    <a:pt x="290" y="0"/>
                    <a:pt x="1" y="303"/>
                    <a:pt x="1" y="678"/>
                  </a:cubicBezTo>
                  <a:cubicBezTo>
                    <a:pt x="1" y="1052"/>
                    <a:pt x="290" y="1355"/>
                    <a:pt x="649" y="1355"/>
                  </a:cubicBezTo>
                  <a:cubicBezTo>
                    <a:pt x="1007" y="1355"/>
                    <a:pt x="1297" y="1052"/>
                    <a:pt x="1297" y="678"/>
                  </a:cubicBezTo>
                  <a:cubicBezTo>
                    <a:pt x="1297" y="303"/>
                    <a:pt x="1007" y="0"/>
                    <a:pt x="6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9" name="Google Shape;219;p18"/>
          <p:cNvGrpSpPr/>
          <p:nvPr/>
        </p:nvGrpSpPr>
        <p:grpSpPr>
          <a:xfrm>
            <a:off x="2093232" y="1217552"/>
            <a:ext cx="610303" cy="1618072"/>
            <a:chOff x="2093232" y="1217552"/>
            <a:chExt cx="610303" cy="1618072"/>
          </a:xfrm>
        </p:grpSpPr>
        <p:sp>
          <p:nvSpPr>
            <p:cNvPr id="220" name="Google Shape;220;p18"/>
            <p:cNvSpPr/>
            <p:nvPr/>
          </p:nvSpPr>
          <p:spPr>
            <a:xfrm>
              <a:off x="2126223" y="1237671"/>
              <a:ext cx="577312" cy="1597953"/>
            </a:xfrm>
            <a:custGeom>
              <a:rect b="b" l="l" r="r" t="t"/>
              <a:pathLst>
                <a:path extrusionOk="0" h="9369" w="3385">
                  <a:moveTo>
                    <a:pt x="656" y="848"/>
                  </a:moveTo>
                  <a:cubicBezTo>
                    <a:pt x="743" y="895"/>
                    <a:pt x="829" y="901"/>
                    <a:pt x="866" y="901"/>
                  </a:cubicBezTo>
                  <a:cubicBezTo>
                    <a:pt x="880" y="901"/>
                    <a:pt x="887" y="900"/>
                    <a:pt x="886" y="900"/>
                  </a:cubicBezTo>
                  <a:cubicBezTo>
                    <a:pt x="850" y="899"/>
                    <a:pt x="817" y="893"/>
                    <a:pt x="787" y="886"/>
                  </a:cubicBezTo>
                  <a:lnTo>
                    <a:pt x="787" y="886"/>
                  </a:lnTo>
                  <a:cubicBezTo>
                    <a:pt x="812" y="890"/>
                    <a:pt x="836" y="895"/>
                    <a:pt x="863" y="895"/>
                  </a:cubicBezTo>
                  <a:cubicBezTo>
                    <a:pt x="902" y="895"/>
                    <a:pt x="938" y="887"/>
                    <a:pt x="975" y="879"/>
                  </a:cubicBezTo>
                  <a:cubicBezTo>
                    <a:pt x="976" y="940"/>
                    <a:pt x="988" y="1024"/>
                    <a:pt x="1030" y="1066"/>
                  </a:cubicBezTo>
                  <a:cubicBezTo>
                    <a:pt x="1102" y="1139"/>
                    <a:pt x="1102" y="1419"/>
                    <a:pt x="1102" y="1471"/>
                  </a:cubicBezTo>
                  <a:cubicBezTo>
                    <a:pt x="1102" y="1524"/>
                    <a:pt x="1110" y="1817"/>
                    <a:pt x="1110" y="1817"/>
                  </a:cubicBezTo>
                  <a:cubicBezTo>
                    <a:pt x="1110" y="1817"/>
                    <a:pt x="950" y="1828"/>
                    <a:pt x="899" y="1879"/>
                  </a:cubicBezTo>
                  <a:cubicBezTo>
                    <a:pt x="848" y="1930"/>
                    <a:pt x="796" y="1974"/>
                    <a:pt x="796" y="2012"/>
                  </a:cubicBezTo>
                  <a:cubicBezTo>
                    <a:pt x="796" y="2051"/>
                    <a:pt x="785" y="2089"/>
                    <a:pt x="785" y="2089"/>
                  </a:cubicBezTo>
                  <a:cubicBezTo>
                    <a:pt x="785" y="2089"/>
                    <a:pt x="753" y="2069"/>
                    <a:pt x="727" y="1981"/>
                  </a:cubicBezTo>
                  <a:cubicBezTo>
                    <a:pt x="701" y="1892"/>
                    <a:pt x="628" y="1725"/>
                    <a:pt x="643" y="1607"/>
                  </a:cubicBezTo>
                  <a:cubicBezTo>
                    <a:pt x="657" y="1490"/>
                    <a:pt x="657" y="1157"/>
                    <a:pt x="657" y="1093"/>
                  </a:cubicBezTo>
                  <a:cubicBezTo>
                    <a:pt x="657" y="1039"/>
                    <a:pt x="634" y="916"/>
                    <a:pt x="656" y="848"/>
                  </a:cubicBezTo>
                  <a:close/>
                  <a:moveTo>
                    <a:pt x="863" y="0"/>
                  </a:moveTo>
                  <a:cubicBezTo>
                    <a:pt x="749" y="0"/>
                    <a:pt x="646" y="45"/>
                    <a:pt x="567" y="118"/>
                  </a:cubicBezTo>
                  <a:cubicBezTo>
                    <a:pt x="561" y="108"/>
                    <a:pt x="552" y="99"/>
                    <a:pt x="539" y="99"/>
                  </a:cubicBezTo>
                  <a:cubicBezTo>
                    <a:pt x="513" y="99"/>
                    <a:pt x="464" y="137"/>
                    <a:pt x="497" y="171"/>
                  </a:cubicBezTo>
                  <a:cubicBezTo>
                    <a:pt x="497" y="171"/>
                    <a:pt x="501" y="178"/>
                    <a:pt x="506" y="187"/>
                  </a:cubicBezTo>
                  <a:cubicBezTo>
                    <a:pt x="472" y="235"/>
                    <a:pt x="447" y="289"/>
                    <a:pt x="433" y="348"/>
                  </a:cubicBezTo>
                  <a:cubicBezTo>
                    <a:pt x="429" y="348"/>
                    <a:pt x="425" y="347"/>
                    <a:pt x="420" y="347"/>
                  </a:cubicBezTo>
                  <a:cubicBezTo>
                    <a:pt x="404" y="347"/>
                    <a:pt x="386" y="353"/>
                    <a:pt x="386" y="373"/>
                  </a:cubicBezTo>
                  <a:cubicBezTo>
                    <a:pt x="386" y="411"/>
                    <a:pt x="385" y="444"/>
                    <a:pt x="418" y="444"/>
                  </a:cubicBezTo>
                  <a:lnTo>
                    <a:pt x="423" y="444"/>
                  </a:lnTo>
                  <a:cubicBezTo>
                    <a:pt x="423" y="446"/>
                    <a:pt x="421" y="446"/>
                    <a:pt x="421" y="447"/>
                  </a:cubicBezTo>
                  <a:cubicBezTo>
                    <a:pt x="421" y="504"/>
                    <a:pt x="433" y="559"/>
                    <a:pt x="453" y="610"/>
                  </a:cubicBezTo>
                  <a:cubicBezTo>
                    <a:pt x="452" y="664"/>
                    <a:pt x="447" y="723"/>
                    <a:pt x="436" y="759"/>
                  </a:cubicBezTo>
                  <a:cubicBezTo>
                    <a:pt x="411" y="845"/>
                    <a:pt x="300" y="1190"/>
                    <a:pt x="300" y="1374"/>
                  </a:cubicBezTo>
                  <a:cubicBezTo>
                    <a:pt x="300" y="1557"/>
                    <a:pt x="305" y="1710"/>
                    <a:pt x="293" y="1779"/>
                  </a:cubicBezTo>
                  <a:cubicBezTo>
                    <a:pt x="281" y="1849"/>
                    <a:pt x="270" y="2034"/>
                    <a:pt x="318" y="2124"/>
                  </a:cubicBezTo>
                  <a:cubicBezTo>
                    <a:pt x="367" y="2216"/>
                    <a:pt x="452" y="2434"/>
                    <a:pt x="452" y="2498"/>
                  </a:cubicBezTo>
                  <a:cubicBezTo>
                    <a:pt x="452" y="2562"/>
                    <a:pt x="466" y="2820"/>
                    <a:pt x="440" y="2895"/>
                  </a:cubicBezTo>
                  <a:cubicBezTo>
                    <a:pt x="440" y="2895"/>
                    <a:pt x="245" y="3144"/>
                    <a:pt x="197" y="3426"/>
                  </a:cubicBezTo>
                  <a:cubicBezTo>
                    <a:pt x="147" y="3709"/>
                    <a:pt x="13" y="4152"/>
                    <a:pt x="41" y="4259"/>
                  </a:cubicBezTo>
                  <a:cubicBezTo>
                    <a:pt x="43" y="4262"/>
                    <a:pt x="43" y="4265"/>
                    <a:pt x="43" y="4268"/>
                  </a:cubicBezTo>
                  <a:cubicBezTo>
                    <a:pt x="22" y="4331"/>
                    <a:pt x="0" y="4391"/>
                    <a:pt x="40" y="4468"/>
                  </a:cubicBezTo>
                  <a:cubicBezTo>
                    <a:pt x="41" y="4481"/>
                    <a:pt x="43" y="4495"/>
                    <a:pt x="48" y="4513"/>
                  </a:cubicBezTo>
                  <a:cubicBezTo>
                    <a:pt x="80" y="4616"/>
                    <a:pt x="143" y="4941"/>
                    <a:pt x="217" y="5017"/>
                  </a:cubicBezTo>
                  <a:cubicBezTo>
                    <a:pt x="292" y="5091"/>
                    <a:pt x="404" y="5037"/>
                    <a:pt x="404" y="5167"/>
                  </a:cubicBezTo>
                  <a:cubicBezTo>
                    <a:pt x="404" y="5295"/>
                    <a:pt x="436" y="5723"/>
                    <a:pt x="510" y="5859"/>
                  </a:cubicBezTo>
                  <a:cubicBezTo>
                    <a:pt x="584" y="5996"/>
                    <a:pt x="593" y="6064"/>
                    <a:pt x="555" y="6102"/>
                  </a:cubicBezTo>
                  <a:cubicBezTo>
                    <a:pt x="519" y="6140"/>
                    <a:pt x="558" y="6179"/>
                    <a:pt x="558" y="6179"/>
                  </a:cubicBezTo>
                  <a:cubicBezTo>
                    <a:pt x="558" y="6179"/>
                    <a:pt x="389" y="6535"/>
                    <a:pt x="433" y="6721"/>
                  </a:cubicBezTo>
                  <a:cubicBezTo>
                    <a:pt x="475" y="6906"/>
                    <a:pt x="573" y="7049"/>
                    <a:pt x="598" y="7152"/>
                  </a:cubicBezTo>
                  <a:cubicBezTo>
                    <a:pt x="622" y="7256"/>
                    <a:pt x="820" y="8143"/>
                    <a:pt x="820" y="8143"/>
                  </a:cubicBezTo>
                  <a:lnTo>
                    <a:pt x="791" y="8153"/>
                  </a:lnTo>
                  <a:cubicBezTo>
                    <a:pt x="791" y="8153"/>
                    <a:pt x="788" y="8439"/>
                    <a:pt x="823" y="8532"/>
                  </a:cubicBezTo>
                  <a:cubicBezTo>
                    <a:pt x="836" y="8567"/>
                    <a:pt x="840" y="8578"/>
                    <a:pt x="839" y="8578"/>
                  </a:cubicBezTo>
                  <a:cubicBezTo>
                    <a:pt x="837" y="8578"/>
                    <a:pt x="823" y="8547"/>
                    <a:pt x="823" y="8547"/>
                  </a:cubicBezTo>
                  <a:cubicBezTo>
                    <a:pt x="823" y="8547"/>
                    <a:pt x="791" y="8603"/>
                    <a:pt x="791" y="8635"/>
                  </a:cubicBezTo>
                  <a:cubicBezTo>
                    <a:pt x="791" y="8667"/>
                    <a:pt x="704" y="8979"/>
                    <a:pt x="662" y="8979"/>
                  </a:cubicBezTo>
                  <a:cubicBezTo>
                    <a:pt x="619" y="8979"/>
                    <a:pt x="305" y="9189"/>
                    <a:pt x="305" y="9240"/>
                  </a:cubicBezTo>
                  <a:cubicBezTo>
                    <a:pt x="305" y="9289"/>
                    <a:pt x="274" y="9368"/>
                    <a:pt x="436" y="9368"/>
                  </a:cubicBezTo>
                  <a:cubicBezTo>
                    <a:pt x="598" y="9368"/>
                    <a:pt x="781" y="9329"/>
                    <a:pt x="901" y="9268"/>
                  </a:cubicBezTo>
                  <a:cubicBezTo>
                    <a:pt x="1021" y="9208"/>
                    <a:pt x="1120" y="9122"/>
                    <a:pt x="1222" y="9122"/>
                  </a:cubicBezTo>
                  <a:cubicBezTo>
                    <a:pt x="1324" y="9122"/>
                    <a:pt x="1448" y="9068"/>
                    <a:pt x="1409" y="8965"/>
                  </a:cubicBezTo>
                  <a:cubicBezTo>
                    <a:pt x="1370" y="8861"/>
                    <a:pt x="1275" y="8694"/>
                    <a:pt x="1236" y="8654"/>
                  </a:cubicBezTo>
                  <a:cubicBezTo>
                    <a:pt x="1198" y="8615"/>
                    <a:pt x="1158" y="8544"/>
                    <a:pt x="1158" y="8525"/>
                  </a:cubicBezTo>
                  <a:cubicBezTo>
                    <a:pt x="1158" y="8507"/>
                    <a:pt x="1138" y="8507"/>
                    <a:pt x="1138" y="8507"/>
                  </a:cubicBezTo>
                  <a:cubicBezTo>
                    <a:pt x="1138" y="8507"/>
                    <a:pt x="1161" y="8239"/>
                    <a:pt x="1138" y="8165"/>
                  </a:cubicBezTo>
                  <a:lnTo>
                    <a:pt x="1109" y="8139"/>
                  </a:lnTo>
                  <a:cubicBezTo>
                    <a:pt x="1109" y="8139"/>
                    <a:pt x="1155" y="7453"/>
                    <a:pt x="1106" y="7310"/>
                  </a:cubicBezTo>
                  <a:cubicBezTo>
                    <a:pt x="1056" y="7167"/>
                    <a:pt x="915" y="6871"/>
                    <a:pt x="947" y="6803"/>
                  </a:cubicBezTo>
                  <a:cubicBezTo>
                    <a:pt x="979" y="6734"/>
                    <a:pt x="979" y="6688"/>
                    <a:pt x="979" y="6688"/>
                  </a:cubicBezTo>
                  <a:cubicBezTo>
                    <a:pt x="979" y="6688"/>
                    <a:pt x="1134" y="6982"/>
                    <a:pt x="1176" y="7078"/>
                  </a:cubicBezTo>
                  <a:cubicBezTo>
                    <a:pt x="1218" y="7174"/>
                    <a:pt x="1276" y="7289"/>
                    <a:pt x="1365" y="7332"/>
                  </a:cubicBezTo>
                  <a:cubicBezTo>
                    <a:pt x="1453" y="7374"/>
                    <a:pt x="2314" y="7911"/>
                    <a:pt x="2399" y="7954"/>
                  </a:cubicBezTo>
                  <a:lnTo>
                    <a:pt x="2399" y="7989"/>
                  </a:lnTo>
                  <a:cubicBezTo>
                    <a:pt x="2399" y="7989"/>
                    <a:pt x="2649" y="8171"/>
                    <a:pt x="2698" y="8171"/>
                  </a:cubicBezTo>
                  <a:cubicBezTo>
                    <a:pt x="2698" y="8171"/>
                    <a:pt x="2698" y="8217"/>
                    <a:pt x="2726" y="8246"/>
                  </a:cubicBezTo>
                  <a:cubicBezTo>
                    <a:pt x="2755" y="8274"/>
                    <a:pt x="2905" y="8517"/>
                    <a:pt x="2944" y="8660"/>
                  </a:cubicBezTo>
                  <a:cubicBezTo>
                    <a:pt x="2982" y="8804"/>
                    <a:pt x="3051" y="9004"/>
                    <a:pt x="3051" y="9046"/>
                  </a:cubicBezTo>
                  <a:cubicBezTo>
                    <a:pt x="3051" y="9079"/>
                    <a:pt x="3086" y="9110"/>
                    <a:pt x="3115" y="9110"/>
                  </a:cubicBezTo>
                  <a:cubicBezTo>
                    <a:pt x="3124" y="9110"/>
                    <a:pt x="3133" y="9107"/>
                    <a:pt x="3139" y="9100"/>
                  </a:cubicBezTo>
                  <a:cubicBezTo>
                    <a:pt x="3167" y="9071"/>
                    <a:pt x="3298" y="8611"/>
                    <a:pt x="3298" y="8517"/>
                  </a:cubicBezTo>
                  <a:cubicBezTo>
                    <a:pt x="3298" y="8426"/>
                    <a:pt x="3273" y="8322"/>
                    <a:pt x="3316" y="8236"/>
                  </a:cubicBezTo>
                  <a:cubicBezTo>
                    <a:pt x="3359" y="8150"/>
                    <a:pt x="3384" y="7971"/>
                    <a:pt x="3335" y="7885"/>
                  </a:cubicBezTo>
                  <a:cubicBezTo>
                    <a:pt x="3302" y="7828"/>
                    <a:pt x="3261" y="7810"/>
                    <a:pt x="3214" y="7810"/>
                  </a:cubicBezTo>
                  <a:cubicBezTo>
                    <a:pt x="3191" y="7810"/>
                    <a:pt x="3166" y="7815"/>
                    <a:pt x="3139" y="7821"/>
                  </a:cubicBezTo>
                  <a:cubicBezTo>
                    <a:pt x="3062" y="7839"/>
                    <a:pt x="2918" y="7860"/>
                    <a:pt x="2918" y="7860"/>
                  </a:cubicBezTo>
                  <a:lnTo>
                    <a:pt x="2903" y="7875"/>
                  </a:lnTo>
                  <a:lnTo>
                    <a:pt x="2654" y="7710"/>
                  </a:lnTo>
                  <a:lnTo>
                    <a:pt x="2631" y="7734"/>
                  </a:lnTo>
                  <a:cubicBezTo>
                    <a:pt x="2631" y="7734"/>
                    <a:pt x="2322" y="7381"/>
                    <a:pt x="2220" y="7278"/>
                  </a:cubicBezTo>
                  <a:cubicBezTo>
                    <a:pt x="2118" y="7174"/>
                    <a:pt x="1814" y="7084"/>
                    <a:pt x="1761" y="7032"/>
                  </a:cubicBezTo>
                  <a:cubicBezTo>
                    <a:pt x="1709" y="6978"/>
                    <a:pt x="1533" y="6624"/>
                    <a:pt x="1533" y="6574"/>
                  </a:cubicBezTo>
                  <a:cubicBezTo>
                    <a:pt x="1533" y="6523"/>
                    <a:pt x="1541" y="6498"/>
                    <a:pt x="1541" y="6498"/>
                  </a:cubicBezTo>
                  <a:lnTo>
                    <a:pt x="1541" y="6388"/>
                  </a:lnTo>
                  <a:cubicBezTo>
                    <a:pt x="1541" y="6338"/>
                    <a:pt x="1544" y="6016"/>
                    <a:pt x="1498" y="5903"/>
                  </a:cubicBezTo>
                  <a:cubicBezTo>
                    <a:pt x="1453" y="5788"/>
                    <a:pt x="1700" y="5584"/>
                    <a:pt x="1700" y="5544"/>
                  </a:cubicBezTo>
                  <a:cubicBezTo>
                    <a:pt x="1700" y="5505"/>
                    <a:pt x="1744" y="4959"/>
                    <a:pt x="1705" y="4833"/>
                  </a:cubicBezTo>
                  <a:cubicBezTo>
                    <a:pt x="1677" y="4745"/>
                    <a:pt x="1677" y="4732"/>
                    <a:pt x="1680" y="4732"/>
                  </a:cubicBezTo>
                  <a:lnTo>
                    <a:pt x="1680" y="4732"/>
                  </a:lnTo>
                  <a:cubicBezTo>
                    <a:pt x="1681" y="4732"/>
                    <a:pt x="1683" y="4734"/>
                    <a:pt x="1683" y="4734"/>
                  </a:cubicBezTo>
                  <a:lnTo>
                    <a:pt x="1705" y="4713"/>
                  </a:lnTo>
                  <a:cubicBezTo>
                    <a:pt x="1705" y="4713"/>
                    <a:pt x="1630" y="4327"/>
                    <a:pt x="1603" y="4297"/>
                  </a:cubicBezTo>
                  <a:cubicBezTo>
                    <a:pt x="1575" y="4270"/>
                    <a:pt x="1568" y="4187"/>
                    <a:pt x="1585" y="4133"/>
                  </a:cubicBezTo>
                  <a:cubicBezTo>
                    <a:pt x="1591" y="4114"/>
                    <a:pt x="1607" y="4038"/>
                    <a:pt x="1623" y="3948"/>
                  </a:cubicBezTo>
                  <a:cubicBezTo>
                    <a:pt x="1632" y="3922"/>
                    <a:pt x="1638" y="3895"/>
                    <a:pt x="1639" y="3866"/>
                  </a:cubicBezTo>
                  <a:cubicBezTo>
                    <a:pt x="1664" y="3728"/>
                    <a:pt x="1689" y="3591"/>
                    <a:pt x="1689" y="3591"/>
                  </a:cubicBezTo>
                  <a:cubicBezTo>
                    <a:pt x="1689" y="3591"/>
                    <a:pt x="1868" y="3441"/>
                    <a:pt x="1868" y="3286"/>
                  </a:cubicBezTo>
                  <a:cubicBezTo>
                    <a:pt x="1868" y="3133"/>
                    <a:pt x="1811" y="2991"/>
                    <a:pt x="1751" y="2930"/>
                  </a:cubicBezTo>
                  <a:cubicBezTo>
                    <a:pt x="1751" y="2930"/>
                    <a:pt x="1759" y="2629"/>
                    <a:pt x="1667" y="2536"/>
                  </a:cubicBezTo>
                  <a:cubicBezTo>
                    <a:pt x="1575" y="2443"/>
                    <a:pt x="1553" y="2283"/>
                    <a:pt x="1553" y="2229"/>
                  </a:cubicBezTo>
                  <a:cubicBezTo>
                    <a:pt x="1553" y="2175"/>
                    <a:pt x="1483" y="1783"/>
                    <a:pt x="1434" y="1611"/>
                  </a:cubicBezTo>
                  <a:cubicBezTo>
                    <a:pt x="1384" y="1439"/>
                    <a:pt x="1243" y="1018"/>
                    <a:pt x="1272" y="918"/>
                  </a:cubicBezTo>
                  <a:cubicBezTo>
                    <a:pt x="1300" y="817"/>
                    <a:pt x="1397" y="619"/>
                    <a:pt x="1371" y="504"/>
                  </a:cubicBezTo>
                  <a:cubicBezTo>
                    <a:pt x="1346" y="391"/>
                    <a:pt x="1313" y="264"/>
                    <a:pt x="1298" y="249"/>
                  </a:cubicBezTo>
                  <a:cubicBezTo>
                    <a:pt x="1290" y="241"/>
                    <a:pt x="1273" y="229"/>
                    <a:pt x="1259" y="229"/>
                  </a:cubicBezTo>
                  <a:cubicBezTo>
                    <a:pt x="1255" y="229"/>
                    <a:pt x="1251" y="230"/>
                    <a:pt x="1249" y="233"/>
                  </a:cubicBezTo>
                  <a:cubicBezTo>
                    <a:pt x="1173" y="95"/>
                    <a:pt x="1030" y="0"/>
                    <a:pt x="86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" name="Google Shape;221;p18"/>
            <p:cNvSpPr/>
            <p:nvPr/>
          </p:nvSpPr>
          <p:spPr>
            <a:xfrm>
              <a:off x="2093232" y="1217552"/>
              <a:ext cx="221374" cy="231105"/>
            </a:xfrm>
            <a:custGeom>
              <a:rect b="b" l="l" r="r" t="t"/>
              <a:pathLst>
                <a:path extrusionOk="0" h="1355" w="1298">
                  <a:moveTo>
                    <a:pt x="649" y="0"/>
                  </a:moveTo>
                  <a:cubicBezTo>
                    <a:pt x="290" y="0"/>
                    <a:pt x="1" y="303"/>
                    <a:pt x="1" y="678"/>
                  </a:cubicBezTo>
                  <a:cubicBezTo>
                    <a:pt x="1" y="1052"/>
                    <a:pt x="290" y="1355"/>
                    <a:pt x="649" y="1355"/>
                  </a:cubicBezTo>
                  <a:cubicBezTo>
                    <a:pt x="1007" y="1355"/>
                    <a:pt x="1297" y="1052"/>
                    <a:pt x="1297" y="678"/>
                  </a:cubicBezTo>
                  <a:cubicBezTo>
                    <a:pt x="1297" y="303"/>
                    <a:pt x="1007" y="0"/>
                    <a:pt x="6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9"/>
          <p:cNvSpPr txBox="1"/>
          <p:nvPr>
            <p:ph type="title"/>
          </p:nvPr>
        </p:nvSpPr>
        <p:spPr>
          <a:xfrm>
            <a:off x="713225" y="539500"/>
            <a:ext cx="7717500" cy="47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 and Post Processing</a:t>
            </a:r>
            <a:endParaRPr/>
          </a:p>
        </p:txBody>
      </p:sp>
      <p:grpSp>
        <p:nvGrpSpPr>
          <p:cNvPr id="227" name="Google Shape;227;p19"/>
          <p:cNvGrpSpPr/>
          <p:nvPr/>
        </p:nvGrpSpPr>
        <p:grpSpPr>
          <a:xfrm>
            <a:off x="941800" y="1235763"/>
            <a:ext cx="3325900" cy="2637925"/>
            <a:chOff x="941800" y="1235763"/>
            <a:chExt cx="3325900" cy="2637925"/>
          </a:xfrm>
        </p:grpSpPr>
        <p:sp>
          <p:nvSpPr>
            <p:cNvPr id="228" name="Google Shape;228;p19"/>
            <p:cNvSpPr txBox="1"/>
            <p:nvPr/>
          </p:nvSpPr>
          <p:spPr>
            <a:xfrm>
              <a:off x="941800" y="1235763"/>
              <a:ext cx="3322200" cy="1547100"/>
            </a:xfrm>
            <a:prstGeom prst="rect">
              <a:avLst/>
            </a:prstGeom>
            <a:noFill/>
            <a:ln cap="flat" cmpd="sng" w="285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-330200" lvl="0" marL="45720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Dosis"/>
                <a:buChar char="●"/>
              </a:pPr>
              <a:r>
                <a:rPr lang="en" sz="1600">
                  <a:solidFill>
                    <a:schemeClr val="lt1"/>
                  </a:solidFill>
                  <a:latin typeface="Dosis"/>
                  <a:ea typeface="Dosis"/>
                  <a:cs typeface="Dosis"/>
                  <a:sym typeface="Dosis"/>
                </a:rPr>
                <a:t>Cleaned dataset by handling missing values.</a:t>
              </a:r>
              <a:endParaRPr sz="1600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endParaRPr>
            </a:p>
            <a:p>
              <a:pPr indent="-330200" lvl="0" marL="45720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Dosis"/>
                <a:buChar char="●"/>
              </a:pPr>
              <a:r>
                <a:rPr lang="en" sz="1600">
                  <a:solidFill>
                    <a:schemeClr val="lt1"/>
                  </a:solidFill>
                  <a:latin typeface="Dosis"/>
                  <a:ea typeface="Dosis"/>
                  <a:cs typeface="Dosis"/>
                  <a:sym typeface="Dosis"/>
                </a:rPr>
                <a:t>Standardized formats and encoded categorical variables (e.g., teams, player IDs).</a:t>
              </a:r>
              <a:endParaRPr sz="1600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endParaRPr>
            </a:p>
          </p:txBody>
        </p:sp>
        <p:sp>
          <p:nvSpPr>
            <p:cNvPr id="229" name="Google Shape;229;p19"/>
            <p:cNvSpPr/>
            <p:nvPr/>
          </p:nvSpPr>
          <p:spPr>
            <a:xfrm>
              <a:off x="945500" y="3470188"/>
              <a:ext cx="3322200" cy="403500"/>
            </a:xfrm>
            <a:prstGeom prst="roundRect">
              <a:avLst>
                <a:gd fmla="val 0" name="adj"/>
              </a:avLst>
            </a:prstGeom>
            <a:noFill/>
            <a:ln>
              <a:noFill/>
            </a:ln>
          </p:spPr>
          <p:txBody>
            <a:bodyPr anchorCtr="0" anchor="b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>
                  <a:solidFill>
                    <a:schemeClr val="dk2"/>
                  </a:solidFill>
                  <a:latin typeface="Dosis SemiBold"/>
                  <a:ea typeface="Dosis SemiBold"/>
                  <a:cs typeface="Dosis SemiBold"/>
                  <a:sym typeface="Dosis SemiBold"/>
                </a:rPr>
                <a:t>Preprocessing</a:t>
              </a:r>
              <a:endParaRPr sz="2000">
                <a:solidFill>
                  <a:schemeClr val="dk2"/>
                </a:solidFill>
                <a:latin typeface="Dosis SemiBold"/>
                <a:ea typeface="Dosis SemiBold"/>
                <a:cs typeface="Dosis SemiBold"/>
                <a:sym typeface="Dosis SemiBold"/>
              </a:endParaRPr>
            </a:p>
          </p:txBody>
        </p:sp>
      </p:grpSp>
      <p:grpSp>
        <p:nvGrpSpPr>
          <p:cNvPr id="230" name="Google Shape;230;p19"/>
          <p:cNvGrpSpPr/>
          <p:nvPr/>
        </p:nvGrpSpPr>
        <p:grpSpPr>
          <a:xfrm>
            <a:off x="4872625" y="1235763"/>
            <a:ext cx="3322225" cy="2637925"/>
            <a:chOff x="4872625" y="1235763"/>
            <a:chExt cx="3322225" cy="2637925"/>
          </a:xfrm>
        </p:grpSpPr>
        <p:sp>
          <p:nvSpPr>
            <p:cNvPr id="231" name="Google Shape;231;p19"/>
            <p:cNvSpPr txBox="1"/>
            <p:nvPr/>
          </p:nvSpPr>
          <p:spPr>
            <a:xfrm>
              <a:off x="4872625" y="1235763"/>
              <a:ext cx="3322200" cy="1547100"/>
            </a:xfrm>
            <a:prstGeom prst="rect">
              <a:avLst/>
            </a:prstGeom>
            <a:noFill/>
            <a:ln cap="flat" cmpd="sng" w="285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-311150" lvl="0" marL="45720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300"/>
                <a:buFont typeface="Dosis"/>
                <a:buChar char="●"/>
              </a:pPr>
              <a:r>
                <a:rPr lang="en" sz="1300">
                  <a:solidFill>
                    <a:schemeClr val="lt1"/>
                  </a:solidFill>
                  <a:latin typeface="Dosis"/>
                  <a:ea typeface="Dosis"/>
                  <a:cs typeface="Dosis"/>
                  <a:sym typeface="Dosis"/>
                </a:rPr>
                <a:t>Predicted player recommendations were filtered to ensure that only available players (not injured) were considered.</a:t>
              </a:r>
              <a:endParaRPr sz="1300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endParaRPr>
            </a:p>
            <a:p>
              <a:pPr indent="-311150" lvl="0" marL="45720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300"/>
                <a:buFont typeface="Dosis"/>
                <a:buChar char="●"/>
              </a:pPr>
              <a:r>
                <a:rPr lang="en" sz="1300">
                  <a:solidFill>
                    <a:schemeClr val="lt1"/>
                  </a:solidFill>
                  <a:latin typeface="Dosis"/>
                  <a:ea typeface="Dosis"/>
                  <a:cs typeface="Dosis"/>
                  <a:sym typeface="Dosis"/>
                </a:rPr>
                <a:t>Results were formatted for submission: Game ID, Home Team, Fifth Player.</a:t>
              </a:r>
              <a:endParaRPr sz="1300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endParaRPr>
            </a:p>
          </p:txBody>
        </p:sp>
        <p:sp>
          <p:nvSpPr>
            <p:cNvPr id="232" name="Google Shape;232;p19"/>
            <p:cNvSpPr/>
            <p:nvPr/>
          </p:nvSpPr>
          <p:spPr>
            <a:xfrm>
              <a:off x="4872650" y="3470188"/>
              <a:ext cx="3322200" cy="403500"/>
            </a:xfrm>
            <a:prstGeom prst="roundRect">
              <a:avLst>
                <a:gd fmla="val 0" name="adj"/>
              </a:avLst>
            </a:prstGeom>
            <a:noFill/>
            <a:ln>
              <a:noFill/>
            </a:ln>
          </p:spPr>
          <p:txBody>
            <a:bodyPr anchorCtr="0" anchor="b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>
                  <a:solidFill>
                    <a:schemeClr val="dk2"/>
                  </a:solidFill>
                  <a:latin typeface="Dosis SemiBold"/>
                  <a:ea typeface="Dosis SemiBold"/>
                  <a:cs typeface="Dosis SemiBold"/>
                  <a:sym typeface="Dosis SemiBold"/>
                </a:rPr>
                <a:t>Post Processing</a:t>
              </a:r>
              <a:endParaRPr sz="2000">
                <a:solidFill>
                  <a:schemeClr val="dk2"/>
                </a:solidFill>
                <a:latin typeface="Dosis SemiBold"/>
                <a:ea typeface="Dosis SemiBold"/>
                <a:cs typeface="Dosis SemiBold"/>
                <a:sym typeface="Dosis SemiBold"/>
              </a:endParaRPr>
            </a:p>
          </p:txBody>
        </p:sp>
      </p:grpSp>
      <p:sp>
        <p:nvSpPr>
          <p:cNvPr id="233" name="Google Shape;233;p19"/>
          <p:cNvSpPr/>
          <p:nvPr/>
        </p:nvSpPr>
        <p:spPr>
          <a:xfrm>
            <a:off x="4180091" y="4106500"/>
            <a:ext cx="776400" cy="4035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2"/>
                </a:solidFill>
                <a:latin typeface="Dosis SemiBold"/>
                <a:ea typeface="Dosis SemiBold"/>
                <a:cs typeface="Dosis SemiBold"/>
                <a:sym typeface="Dosis SemiBold"/>
              </a:rPr>
              <a:t>&amp;</a:t>
            </a:r>
            <a:endParaRPr sz="2100">
              <a:solidFill>
                <a:srgbClr val="7146FF"/>
              </a:solidFill>
              <a:latin typeface="Lilita One"/>
              <a:ea typeface="Lilita One"/>
              <a:cs typeface="Lilita One"/>
              <a:sym typeface="Lilita One"/>
            </a:endParaRPr>
          </a:p>
        </p:txBody>
      </p:sp>
      <p:cxnSp>
        <p:nvCxnSpPr>
          <p:cNvPr id="234" name="Google Shape;234;p19"/>
          <p:cNvCxnSpPr>
            <a:stCxn id="229" idx="2"/>
            <a:endCxn id="233" idx="1"/>
          </p:cNvCxnSpPr>
          <p:nvPr/>
        </p:nvCxnSpPr>
        <p:spPr>
          <a:xfrm flipH="1" rot="-5400000">
            <a:off x="3176000" y="3304288"/>
            <a:ext cx="434700" cy="1573500"/>
          </a:xfrm>
          <a:prstGeom prst="bentConnector2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5" name="Google Shape;235;p19"/>
          <p:cNvCxnSpPr>
            <a:stCxn id="233" idx="3"/>
            <a:endCxn id="232" idx="2"/>
          </p:cNvCxnSpPr>
          <p:nvPr/>
        </p:nvCxnSpPr>
        <p:spPr>
          <a:xfrm flipH="1" rot="10800000">
            <a:off x="4956491" y="3873550"/>
            <a:ext cx="1577400" cy="434700"/>
          </a:xfrm>
          <a:prstGeom prst="bentConnector2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6" name="Google Shape;236;p19"/>
          <p:cNvSpPr/>
          <p:nvPr/>
        </p:nvSpPr>
        <p:spPr>
          <a:xfrm>
            <a:off x="2179078" y="2917678"/>
            <a:ext cx="847635" cy="478187"/>
          </a:xfrm>
          <a:custGeom>
            <a:rect b="b" l="l" r="r" t="t"/>
            <a:pathLst>
              <a:path extrusionOk="0" h="15735" w="29046">
                <a:moveTo>
                  <a:pt x="1" y="0"/>
                </a:moveTo>
                <a:lnTo>
                  <a:pt x="4600" y="7867"/>
                </a:lnTo>
                <a:lnTo>
                  <a:pt x="1" y="15735"/>
                </a:lnTo>
                <a:lnTo>
                  <a:pt x="29045" y="15735"/>
                </a:lnTo>
                <a:lnTo>
                  <a:pt x="24444" y="7867"/>
                </a:lnTo>
                <a:lnTo>
                  <a:pt x="29045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lt1"/>
              </a:solidFill>
              <a:latin typeface="Bevan"/>
              <a:ea typeface="Bevan"/>
              <a:cs typeface="Bevan"/>
              <a:sym typeface="Bevan"/>
            </a:endParaRPr>
          </a:p>
        </p:txBody>
      </p:sp>
      <p:grpSp>
        <p:nvGrpSpPr>
          <p:cNvPr id="237" name="Google Shape;237;p19"/>
          <p:cNvGrpSpPr/>
          <p:nvPr/>
        </p:nvGrpSpPr>
        <p:grpSpPr>
          <a:xfrm>
            <a:off x="2349071" y="2977350"/>
            <a:ext cx="507656" cy="358834"/>
            <a:chOff x="2079138" y="2776438"/>
            <a:chExt cx="562500" cy="397600"/>
          </a:xfrm>
        </p:grpSpPr>
        <p:sp>
          <p:nvSpPr>
            <p:cNvPr id="238" name="Google Shape;238;p19"/>
            <p:cNvSpPr/>
            <p:nvPr/>
          </p:nvSpPr>
          <p:spPr>
            <a:xfrm>
              <a:off x="2263438" y="2931613"/>
              <a:ext cx="193950" cy="242425"/>
            </a:xfrm>
            <a:custGeom>
              <a:rect b="b" l="l" r="r" t="t"/>
              <a:pathLst>
                <a:path extrusionOk="0" h="9697" w="7758">
                  <a:moveTo>
                    <a:pt x="1401" y="2695"/>
                  </a:moveTo>
                  <a:cubicBezTo>
                    <a:pt x="1480" y="2695"/>
                    <a:pt x="1559" y="2719"/>
                    <a:pt x="1628" y="2768"/>
                  </a:cubicBezTo>
                  <a:cubicBezTo>
                    <a:pt x="2108" y="3112"/>
                    <a:pt x="2661" y="3340"/>
                    <a:pt x="3242" y="3439"/>
                  </a:cubicBezTo>
                  <a:cubicBezTo>
                    <a:pt x="3439" y="3472"/>
                    <a:pt x="3581" y="3650"/>
                    <a:pt x="3564" y="3852"/>
                  </a:cubicBezTo>
                  <a:cubicBezTo>
                    <a:pt x="3548" y="4052"/>
                    <a:pt x="3379" y="4208"/>
                    <a:pt x="3180" y="4208"/>
                  </a:cubicBezTo>
                  <a:lnTo>
                    <a:pt x="3178" y="4208"/>
                  </a:lnTo>
                  <a:cubicBezTo>
                    <a:pt x="3156" y="4208"/>
                    <a:pt x="3134" y="4205"/>
                    <a:pt x="3113" y="4203"/>
                  </a:cubicBezTo>
                  <a:cubicBezTo>
                    <a:pt x="2413" y="4088"/>
                    <a:pt x="1750" y="3811"/>
                    <a:pt x="1174" y="3398"/>
                  </a:cubicBezTo>
                  <a:cubicBezTo>
                    <a:pt x="1000" y="3271"/>
                    <a:pt x="962" y="3028"/>
                    <a:pt x="1087" y="2855"/>
                  </a:cubicBezTo>
                  <a:cubicBezTo>
                    <a:pt x="1162" y="2750"/>
                    <a:pt x="1281" y="2695"/>
                    <a:pt x="1401" y="2695"/>
                  </a:cubicBezTo>
                  <a:close/>
                  <a:moveTo>
                    <a:pt x="6359" y="2695"/>
                  </a:moveTo>
                  <a:cubicBezTo>
                    <a:pt x="6480" y="2695"/>
                    <a:pt x="6598" y="2750"/>
                    <a:pt x="6674" y="2855"/>
                  </a:cubicBezTo>
                  <a:cubicBezTo>
                    <a:pt x="6799" y="3028"/>
                    <a:pt x="6760" y="3271"/>
                    <a:pt x="6587" y="3398"/>
                  </a:cubicBezTo>
                  <a:lnTo>
                    <a:pt x="6585" y="3398"/>
                  </a:lnTo>
                  <a:cubicBezTo>
                    <a:pt x="6008" y="3811"/>
                    <a:pt x="5345" y="4085"/>
                    <a:pt x="4646" y="4203"/>
                  </a:cubicBezTo>
                  <a:cubicBezTo>
                    <a:pt x="4624" y="4205"/>
                    <a:pt x="4603" y="4208"/>
                    <a:pt x="4581" y="4208"/>
                  </a:cubicBezTo>
                  <a:cubicBezTo>
                    <a:pt x="4379" y="4208"/>
                    <a:pt x="4213" y="4052"/>
                    <a:pt x="4196" y="3852"/>
                  </a:cubicBezTo>
                  <a:cubicBezTo>
                    <a:pt x="4180" y="3650"/>
                    <a:pt x="4319" y="3470"/>
                    <a:pt x="4518" y="3436"/>
                  </a:cubicBezTo>
                  <a:cubicBezTo>
                    <a:pt x="5100" y="3340"/>
                    <a:pt x="5653" y="3112"/>
                    <a:pt x="6131" y="2768"/>
                  </a:cubicBezTo>
                  <a:cubicBezTo>
                    <a:pt x="6200" y="2719"/>
                    <a:pt x="6280" y="2695"/>
                    <a:pt x="6359" y="2695"/>
                  </a:cubicBezTo>
                  <a:close/>
                  <a:moveTo>
                    <a:pt x="20" y="0"/>
                  </a:moveTo>
                  <a:cubicBezTo>
                    <a:pt x="87" y="671"/>
                    <a:pt x="328" y="1315"/>
                    <a:pt x="722" y="1865"/>
                  </a:cubicBezTo>
                  <a:cubicBezTo>
                    <a:pt x="847" y="2038"/>
                    <a:pt x="808" y="2281"/>
                    <a:pt x="633" y="2406"/>
                  </a:cubicBezTo>
                  <a:cubicBezTo>
                    <a:pt x="565" y="2455"/>
                    <a:pt x="486" y="2478"/>
                    <a:pt x="408" y="2478"/>
                  </a:cubicBezTo>
                  <a:cubicBezTo>
                    <a:pt x="287" y="2478"/>
                    <a:pt x="168" y="2422"/>
                    <a:pt x="92" y="2317"/>
                  </a:cubicBezTo>
                  <a:cubicBezTo>
                    <a:pt x="59" y="2271"/>
                    <a:pt x="30" y="2223"/>
                    <a:pt x="1" y="2177"/>
                  </a:cubicBezTo>
                  <a:lnTo>
                    <a:pt x="1" y="9696"/>
                  </a:lnTo>
                  <a:lnTo>
                    <a:pt x="7758" y="9696"/>
                  </a:lnTo>
                  <a:lnTo>
                    <a:pt x="7758" y="2177"/>
                  </a:lnTo>
                  <a:cubicBezTo>
                    <a:pt x="7726" y="2223"/>
                    <a:pt x="7698" y="2271"/>
                    <a:pt x="7666" y="2317"/>
                  </a:cubicBezTo>
                  <a:cubicBezTo>
                    <a:pt x="7590" y="2422"/>
                    <a:pt x="7471" y="2478"/>
                    <a:pt x="7350" y="2478"/>
                  </a:cubicBezTo>
                  <a:cubicBezTo>
                    <a:pt x="7272" y="2478"/>
                    <a:pt x="7194" y="2455"/>
                    <a:pt x="7126" y="2406"/>
                  </a:cubicBezTo>
                  <a:cubicBezTo>
                    <a:pt x="6950" y="2281"/>
                    <a:pt x="6912" y="2038"/>
                    <a:pt x="7034" y="1865"/>
                  </a:cubicBezTo>
                  <a:cubicBezTo>
                    <a:pt x="7428" y="1315"/>
                    <a:pt x="7671" y="673"/>
                    <a:pt x="773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" name="Google Shape;239;p19"/>
            <p:cNvSpPr/>
            <p:nvPr/>
          </p:nvSpPr>
          <p:spPr>
            <a:xfrm>
              <a:off x="2263938" y="2824913"/>
              <a:ext cx="192975" cy="87300"/>
            </a:xfrm>
            <a:custGeom>
              <a:rect b="b" l="l" r="r" t="t"/>
              <a:pathLst>
                <a:path extrusionOk="0" h="3492" w="7719">
                  <a:moveTo>
                    <a:pt x="3859" y="0"/>
                  </a:moveTo>
                  <a:cubicBezTo>
                    <a:pt x="1867" y="3"/>
                    <a:pt x="202" y="1510"/>
                    <a:pt x="0" y="3492"/>
                  </a:cubicBezTo>
                  <a:lnTo>
                    <a:pt x="7718" y="3492"/>
                  </a:lnTo>
                  <a:cubicBezTo>
                    <a:pt x="7517" y="1510"/>
                    <a:pt x="5851" y="3"/>
                    <a:pt x="385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" name="Google Shape;240;p19"/>
            <p:cNvSpPr/>
            <p:nvPr/>
          </p:nvSpPr>
          <p:spPr>
            <a:xfrm>
              <a:off x="2079138" y="2776438"/>
              <a:ext cx="562500" cy="397600"/>
            </a:xfrm>
            <a:custGeom>
              <a:rect b="b" l="l" r="r" t="t"/>
              <a:pathLst>
                <a:path extrusionOk="0" h="15904" w="22500">
                  <a:moveTo>
                    <a:pt x="1553" y="12025"/>
                  </a:moveTo>
                  <a:cubicBezTo>
                    <a:pt x="1767" y="12025"/>
                    <a:pt x="1940" y="12198"/>
                    <a:pt x="1940" y="12412"/>
                  </a:cubicBezTo>
                  <a:lnTo>
                    <a:pt x="1940" y="13957"/>
                  </a:lnTo>
                  <a:lnTo>
                    <a:pt x="3105" y="13957"/>
                  </a:lnTo>
                  <a:cubicBezTo>
                    <a:pt x="3319" y="13957"/>
                    <a:pt x="3492" y="14130"/>
                    <a:pt x="3492" y="14344"/>
                  </a:cubicBezTo>
                  <a:cubicBezTo>
                    <a:pt x="3492" y="14557"/>
                    <a:pt x="3319" y="14733"/>
                    <a:pt x="3105" y="14733"/>
                  </a:cubicBezTo>
                  <a:lnTo>
                    <a:pt x="1553" y="14733"/>
                  </a:lnTo>
                  <a:cubicBezTo>
                    <a:pt x="1339" y="14733"/>
                    <a:pt x="1166" y="14560"/>
                    <a:pt x="1166" y="14346"/>
                  </a:cubicBezTo>
                  <a:lnTo>
                    <a:pt x="1166" y="12412"/>
                  </a:lnTo>
                  <a:cubicBezTo>
                    <a:pt x="1166" y="12198"/>
                    <a:pt x="1339" y="12025"/>
                    <a:pt x="1553" y="12025"/>
                  </a:cubicBezTo>
                  <a:close/>
                  <a:moveTo>
                    <a:pt x="11251" y="0"/>
                  </a:moveTo>
                  <a:cubicBezTo>
                    <a:pt x="5037" y="0"/>
                    <a:pt x="1" y="5037"/>
                    <a:pt x="1" y="11249"/>
                  </a:cubicBezTo>
                  <a:lnTo>
                    <a:pt x="1" y="15516"/>
                  </a:lnTo>
                  <a:cubicBezTo>
                    <a:pt x="1" y="15730"/>
                    <a:pt x="176" y="15903"/>
                    <a:pt x="390" y="15903"/>
                  </a:cubicBezTo>
                  <a:lnTo>
                    <a:pt x="6597" y="15903"/>
                  </a:lnTo>
                  <a:lnTo>
                    <a:pt x="6597" y="14351"/>
                  </a:lnTo>
                  <a:lnTo>
                    <a:pt x="5821" y="14351"/>
                  </a:lnTo>
                  <a:cubicBezTo>
                    <a:pt x="5607" y="14351"/>
                    <a:pt x="5431" y="14178"/>
                    <a:pt x="5431" y="13964"/>
                  </a:cubicBezTo>
                  <a:cubicBezTo>
                    <a:pt x="5431" y="13750"/>
                    <a:pt x="5607" y="13577"/>
                    <a:pt x="5821" y="13577"/>
                  </a:cubicBezTo>
                  <a:lnTo>
                    <a:pt x="6597" y="13577"/>
                  </a:lnTo>
                  <a:lnTo>
                    <a:pt x="6597" y="12412"/>
                  </a:lnTo>
                  <a:lnTo>
                    <a:pt x="5821" y="12412"/>
                  </a:lnTo>
                  <a:cubicBezTo>
                    <a:pt x="5607" y="12412"/>
                    <a:pt x="5431" y="12239"/>
                    <a:pt x="5431" y="12025"/>
                  </a:cubicBezTo>
                  <a:cubicBezTo>
                    <a:pt x="5431" y="11811"/>
                    <a:pt x="5607" y="11638"/>
                    <a:pt x="5821" y="11638"/>
                  </a:cubicBezTo>
                  <a:lnTo>
                    <a:pt x="6597" y="11638"/>
                  </a:lnTo>
                  <a:lnTo>
                    <a:pt x="6597" y="10472"/>
                  </a:lnTo>
                  <a:lnTo>
                    <a:pt x="5821" y="10472"/>
                  </a:lnTo>
                  <a:cubicBezTo>
                    <a:pt x="5607" y="10472"/>
                    <a:pt x="5431" y="10299"/>
                    <a:pt x="5431" y="10086"/>
                  </a:cubicBezTo>
                  <a:cubicBezTo>
                    <a:pt x="5431" y="9872"/>
                    <a:pt x="5607" y="9699"/>
                    <a:pt x="5821" y="9699"/>
                  </a:cubicBezTo>
                  <a:lnTo>
                    <a:pt x="6597" y="9699"/>
                  </a:lnTo>
                  <a:lnTo>
                    <a:pt x="6597" y="8533"/>
                  </a:lnTo>
                  <a:lnTo>
                    <a:pt x="5821" y="8533"/>
                  </a:lnTo>
                  <a:cubicBezTo>
                    <a:pt x="5607" y="8533"/>
                    <a:pt x="5431" y="8360"/>
                    <a:pt x="5431" y="8146"/>
                  </a:cubicBezTo>
                  <a:cubicBezTo>
                    <a:pt x="5431" y="7932"/>
                    <a:pt x="5607" y="7759"/>
                    <a:pt x="5821" y="7759"/>
                  </a:cubicBezTo>
                  <a:lnTo>
                    <a:pt x="6597" y="7759"/>
                  </a:lnTo>
                  <a:lnTo>
                    <a:pt x="6597" y="5820"/>
                  </a:lnTo>
                  <a:cubicBezTo>
                    <a:pt x="6597" y="3249"/>
                    <a:pt x="8680" y="1163"/>
                    <a:pt x="11251" y="1163"/>
                  </a:cubicBezTo>
                  <a:cubicBezTo>
                    <a:pt x="13822" y="1163"/>
                    <a:pt x="15906" y="3249"/>
                    <a:pt x="15906" y="5820"/>
                  </a:cubicBezTo>
                  <a:lnTo>
                    <a:pt x="15906" y="7759"/>
                  </a:lnTo>
                  <a:lnTo>
                    <a:pt x="16682" y="7759"/>
                  </a:lnTo>
                  <a:cubicBezTo>
                    <a:pt x="16896" y="7759"/>
                    <a:pt x="17069" y="7932"/>
                    <a:pt x="17069" y="8146"/>
                  </a:cubicBezTo>
                  <a:cubicBezTo>
                    <a:pt x="17069" y="8360"/>
                    <a:pt x="16896" y="8533"/>
                    <a:pt x="16682" y="8533"/>
                  </a:cubicBezTo>
                  <a:lnTo>
                    <a:pt x="15906" y="8533"/>
                  </a:lnTo>
                  <a:lnTo>
                    <a:pt x="15906" y="9699"/>
                  </a:lnTo>
                  <a:lnTo>
                    <a:pt x="16682" y="9699"/>
                  </a:lnTo>
                  <a:cubicBezTo>
                    <a:pt x="16896" y="9699"/>
                    <a:pt x="17069" y="9872"/>
                    <a:pt x="17069" y="10086"/>
                  </a:cubicBezTo>
                  <a:cubicBezTo>
                    <a:pt x="17069" y="10299"/>
                    <a:pt x="16896" y="10472"/>
                    <a:pt x="16682" y="10472"/>
                  </a:cubicBezTo>
                  <a:lnTo>
                    <a:pt x="15906" y="10472"/>
                  </a:lnTo>
                  <a:lnTo>
                    <a:pt x="15906" y="11638"/>
                  </a:lnTo>
                  <a:lnTo>
                    <a:pt x="16682" y="11638"/>
                  </a:lnTo>
                  <a:cubicBezTo>
                    <a:pt x="16896" y="11638"/>
                    <a:pt x="17069" y="11811"/>
                    <a:pt x="17069" y="12025"/>
                  </a:cubicBezTo>
                  <a:cubicBezTo>
                    <a:pt x="17069" y="12239"/>
                    <a:pt x="16896" y="12412"/>
                    <a:pt x="16682" y="12412"/>
                  </a:cubicBezTo>
                  <a:lnTo>
                    <a:pt x="15906" y="12412"/>
                  </a:lnTo>
                  <a:lnTo>
                    <a:pt x="15906" y="13577"/>
                  </a:lnTo>
                  <a:lnTo>
                    <a:pt x="16682" y="13577"/>
                  </a:lnTo>
                  <a:cubicBezTo>
                    <a:pt x="16896" y="13577"/>
                    <a:pt x="17069" y="13750"/>
                    <a:pt x="17069" y="13964"/>
                  </a:cubicBezTo>
                  <a:cubicBezTo>
                    <a:pt x="17069" y="14178"/>
                    <a:pt x="16896" y="14351"/>
                    <a:pt x="16682" y="14351"/>
                  </a:cubicBezTo>
                  <a:lnTo>
                    <a:pt x="15906" y="14351"/>
                  </a:lnTo>
                  <a:lnTo>
                    <a:pt x="15906" y="15903"/>
                  </a:lnTo>
                  <a:lnTo>
                    <a:pt x="22113" y="15903"/>
                  </a:lnTo>
                  <a:cubicBezTo>
                    <a:pt x="22326" y="15903"/>
                    <a:pt x="22499" y="15730"/>
                    <a:pt x="22499" y="15516"/>
                  </a:cubicBezTo>
                  <a:lnTo>
                    <a:pt x="22499" y="11249"/>
                  </a:lnTo>
                  <a:cubicBezTo>
                    <a:pt x="22499" y="5037"/>
                    <a:pt x="17463" y="0"/>
                    <a:pt x="1125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41" name="Google Shape;241;p19"/>
          <p:cNvSpPr/>
          <p:nvPr/>
        </p:nvSpPr>
        <p:spPr>
          <a:xfrm>
            <a:off x="6109903" y="2917678"/>
            <a:ext cx="847635" cy="478187"/>
          </a:xfrm>
          <a:custGeom>
            <a:rect b="b" l="l" r="r" t="t"/>
            <a:pathLst>
              <a:path extrusionOk="0" h="15735" w="29046">
                <a:moveTo>
                  <a:pt x="1" y="0"/>
                </a:moveTo>
                <a:lnTo>
                  <a:pt x="4600" y="7867"/>
                </a:lnTo>
                <a:lnTo>
                  <a:pt x="1" y="15735"/>
                </a:lnTo>
                <a:lnTo>
                  <a:pt x="29045" y="15735"/>
                </a:lnTo>
                <a:lnTo>
                  <a:pt x="24444" y="7867"/>
                </a:lnTo>
                <a:lnTo>
                  <a:pt x="29045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lt1"/>
              </a:solidFill>
              <a:latin typeface="Bevan"/>
              <a:ea typeface="Bevan"/>
              <a:cs typeface="Bevan"/>
              <a:sym typeface="Bevan"/>
            </a:endParaRPr>
          </a:p>
        </p:txBody>
      </p:sp>
      <p:grpSp>
        <p:nvGrpSpPr>
          <p:cNvPr id="242" name="Google Shape;242;p19"/>
          <p:cNvGrpSpPr/>
          <p:nvPr/>
        </p:nvGrpSpPr>
        <p:grpSpPr>
          <a:xfrm>
            <a:off x="6355357" y="2964727"/>
            <a:ext cx="356746" cy="384075"/>
            <a:chOff x="3013238" y="4249563"/>
            <a:chExt cx="522475" cy="562500"/>
          </a:xfrm>
        </p:grpSpPr>
        <p:sp>
          <p:nvSpPr>
            <p:cNvPr id="243" name="Google Shape;243;p19"/>
            <p:cNvSpPr/>
            <p:nvPr/>
          </p:nvSpPr>
          <p:spPr>
            <a:xfrm>
              <a:off x="3235563" y="4530838"/>
              <a:ext cx="60650" cy="64525"/>
            </a:xfrm>
            <a:custGeom>
              <a:rect b="b" l="l" r="r" t="t"/>
              <a:pathLst>
                <a:path extrusionOk="0" h="2581" w="2426">
                  <a:moveTo>
                    <a:pt x="1555" y="0"/>
                  </a:moveTo>
                  <a:cubicBezTo>
                    <a:pt x="1022" y="0"/>
                    <a:pt x="493" y="106"/>
                    <a:pt x="1" y="313"/>
                  </a:cubicBezTo>
                  <a:cubicBezTo>
                    <a:pt x="721" y="887"/>
                    <a:pt x="1233" y="1685"/>
                    <a:pt x="1452" y="2581"/>
                  </a:cubicBezTo>
                  <a:cubicBezTo>
                    <a:pt x="1774" y="2562"/>
                    <a:pt x="2098" y="2550"/>
                    <a:pt x="2425" y="2550"/>
                  </a:cubicBezTo>
                  <a:cubicBezTo>
                    <a:pt x="2283" y="1423"/>
                    <a:pt x="1985" y="466"/>
                    <a:pt x="1627" y="3"/>
                  </a:cubicBezTo>
                  <a:cubicBezTo>
                    <a:pt x="1603" y="3"/>
                    <a:pt x="1579" y="0"/>
                    <a:pt x="155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" name="Google Shape;244;p19"/>
            <p:cNvSpPr/>
            <p:nvPr/>
          </p:nvSpPr>
          <p:spPr>
            <a:xfrm>
              <a:off x="3175363" y="4549263"/>
              <a:ext cx="76375" cy="65925"/>
            </a:xfrm>
            <a:custGeom>
              <a:rect b="b" l="l" r="r" t="t"/>
              <a:pathLst>
                <a:path extrusionOk="0" h="2637" w="3055">
                  <a:moveTo>
                    <a:pt x="1649" y="1"/>
                  </a:moveTo>
                  <a:cubicBezTo>
                    <a:pt x="767" y="623"/>
                    <a:pt x="174" y="1572"/>
                    <a:pt x="1" y="2637"/>
                  </a:cubicBezTo>
                  <a:cubicBezTo>
                    <a:pt x="911" y="2281"/>
                    <a:pt x="1863" y="2046"/>
                    <a:pt x="2834" y="1935"/>
                  </a:cubicBezTo>
                  <a:cubicBezTo>
                    <a:pt x="2906" y="1928"/>
                    <a:pt x="2980" y="1923"/>
                    <a:pt x="3055" y="1914"/>
                  </a:cubicBezTo>
                  <a:cubicBezTo>
                    <a:pt x="2824" y="1133"/>
                    <a:pt x="2327" y="455"/>
                    <a:pt x="164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" name="Google Shape;245;p19"/>
            <p:cNvSpPr/>
            <p:nvPr/>
          </p:nvSpPr>
          <p:spPr>
            <a:xfrm>
              <a:off x="3211163" y="4614638"/>
              <a:ext cx="88525" cy="117100"/>
            </a:xfrm>
            <a:custGeom>
              <a:rect b="b" l="l" r="r" t="t"/>
              <a:pathLst>
                <a:path extrusionOk="0" h="4684" w="3541">
                  <a:moveTo>
                    <a:pt x="3444" y="0"/>
                  </a:moveTo>
                  <a:cubicBezTo>
                    <a:pt x="3132" y="0"/>
                    <a:pt x="2827" y="12"/>
                    <a:pt x="2529" y="29"/>
                  </a:cubicBezTo>
                  <a:lnTo>
                    <a:pt x="2529" y="56"/>
                  </a:lnTo>
                  <a:cubicBezTo>
                    <a:pt x="2529" y="1591"/>
                    <a:pt x="1556" y="3002"/>
                    <a:pt x="1" y="3785"/>
                  </a:cubicBezTo>
                  <a:cubicBezTo>
                    <a:pt x="717" y="4367"/>
                    <a:pt x="1608" y="4684"/>
                    <a:pt x="2531" y="4684"/>
                  </a:cubicBezTo>
                  <a:cubicBezTo>
                    <a:pt x="2630" y="4684"/>
                    <a:pt x="2728" y="4676"/>
                    <a:pt x="2827" y="4669"/>
                  </a:cubicBezTo>
                  <a:cubicBezTo>
                    <a:pt x="2836" y="4645"/>
                    <a:pt x="2851" y="4628"/>
                    <a:pt x="2860" y="4602"/>
                  </a:cubicBezTo>
                  <a:cubicBezTo>
                    <a:pt x="3322" y="3405"/>
                    <a:pt x="3540" y="2127"/>
                    <a:pt x="3500" y="844"/>
                  </a:cubicBezTo>
                  <a:cubicBezTo>
                    <a:pt x="3500" y="555"/>
                    <a:pt x="3490" y="277"/>
                    <a:pt x="347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" name="Google Shape;246;p19"/>
            <p:cNvSpPr/>
            <p:nvPr/>
          </p:nvSpPr>
          <p:spPr>
            <a:xfrm>
              <a:off x="3015163" y="4791963"/>
              <a:ext cx="518575" cy="20100"/>
            </a:xfrm>
            <a:custGeom>
              <a:rect b="b" l="l" r="r" t="t"/>
              <a:pathLst>
                <a:path extrusionOk="0" h="804" w="20743">
                  <a:moveTo>
                    <a:pt x="0" y="1"/>
                  </a:moveTo>
                  <a:cubicBezTo>
                    <a:pt x="168" y="481"/>
                    <a:pt x="622" y="801"/>
                    <a:pt x="1129" y="803"/>
                  </a:cubicBezTo>
                  <a:lnTo>
                    <a:pt x="19611" y="803"/>
                  </a:lnTo>
                  <a:cubicBezTo>
                    <a:pt x="20120" y="801"/>
                    <a:pt x="20574" y="481"/>
                    <a:pt x="2074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" name="Google Shape;247;p19"/>
            <p:cNvSpPr/>
            <p:nvPr/>
          </p:nvSpPr>
          <p:spPr>
            <a:xfrm>
              <a:off x="3173988" y="4259363"/>
              <a:ext cx="200900" cy="171050"/>
            </a:xfrm>
            <a:custGeom>
              <a:rect b="b" l="l" r="r" t="t"/>
              <a:pathLst>
                <a:path extrusionOk="0" h="6842" w="8036">
                  <a:moveTo>
                    <a:pt x="32" y="0"/>
                  </a:moveTo>
                  <a:cubicBezTo>
                    <a:pt x="10" y="253"/>
                    <a:pt x="0" y="502"/>
                    <a:pt x="0" y="752"/>
                  </a:cubicBezTo>
                  <a:cubicBezTo>
                    <a:pt x="0" y="4109"/>
                    <a:pt x="1803" y="6841"/>
                    <a:pt x="4018" y="6841"/>
                  </a:cubicBezTo>
                  <a:cubicBezTo>
                    <a:pt x="6234" y="6841"/>
                    <a:pt x="8036" y="4109"/>
                    <a:pt x="8036" y="752"/>
                  </a:cubicBezTo>
                  <a:cubicBezTo>
                    <a:pt x="8036" y="502"/>
                    <a:pt x="8024" y="250"/>
                    <a:pt x="8005" y="0"/>
                  </a:cubicBezTo>
                  <a:cubicBezTo>
                    <a:pt x="7459" y="673"/>
                    <a:pt x="6291" y="1617"/>
                    <a:pt x="4018" y="1617"/>
                  </a:cubicBezTo>
                  <a:cubicBezTo>
                    <a:pt x="1745" y="1617"/>
                    <a:pt x="577" y="673"/>
                    <a:pt x="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" name="Google Shape;248;p19"/>
            <p:cNvSpPr/>
            <p:nvPr/>
          </p:nvSpPr>
          <p:spPr>
            <a:xfrm>
              <a:off x="3477188" y="4288488"/>
              <a:ext cx="57450" cy="219000"/>
            </a:xfrm>
            <a:custGeom>
              <a:rect b="b" l="l" r="r" t="t"/>
              <a:pathLst>
                <a:path extrusionOk="0" h="8760" w="2298">
                  <a:moveTo>
                    <a:pt x="0" y="1"/>
                  </a:moveTo>
                  <a:lnTo>
                    <a:pt x="0" y="1"/>
                  </a:lnTo>
                  <a:cubicBezTo>
                    <a:pt x="154" y="2327"/>
                    <a:pt x="659" y="6832"/>
                    <a:pt x="2297" y="8759"/>
                  </a:cubicBezTo>
                  <a:cubicBezTo>
                    <a:pt x="2086" y="4002"/>
                    <a:pt x="997" y="1399"/>
                    <a:pt x="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" name="Google Shape;249;p19"/>
            <p:cNvSpPr/>
            <p:nvPr/>
          </p:nvSpPr>
          <p:spPr>
            <a:xfrm>
              <a:off x="3014188" y="4288013"/>
              <a:ext cx="57525" cy="219525"/>
            </a:xfrm>
            <a:custGeom>
              <a:rect b="b" l="l" r="r" t="t"/>
              <a:pathLst>
                <a:path extrusionOk="0" h="8781" w="2301">
                  <a:moveTo>
                    <a:pt x="2300" y="0"/>
                  </a:moveTo>
                  <a:lnTo>
                    <a:pt x="2300" y="0"/>
                  </a:lnTo>
                  <a:cubicBezTo>
                    <a:pt x="1291" y="1404"/>
                    <a:pt x="210" y="4009"/>
                    <a:pt x="1" y="8781"/>
                  </a:cubicBezTo>
                  <a:cubicBezTo>
                    <a:pt x="1647" y="6846"/>
                    <a:pt x="2149" y="2319"/>
                    <a:pt x="230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" name="Google Shape;250;p19"/>
            <p:cNvSpPr/>
            <p:nvPr/>
          </p:nvSpPr>
          <p:spPr>
            <a:xfrm>
              <a:off x="3133788" y="4249563"/>
              <a:ext cx="281300" cy="221050"/>
            </a:xfrm>
            <a:custGeom>
              <a:rect b="b" l="l" r="r" t="t"/>
              <a:pathLst>
                <a:path extrusionOk="0" h="8842" w="11252">
                  <a:moveTo>
                    <a:pt x="71" y="1"/>
                  </a:moveTo>
                  <a:cubicBezTo>
                    <a:pt x="25" y="380"/>
                    <a:pt x="3" y="762"/>
                    <a:pt x="1" y="1147"/>
                  </a:cubicBezTo>
                  <a:cubicBezTo>
                    <a:pt x="1" y="5460"/>
                    <a:pt x="2471" y="8841"/>
                    <a:pt x="5626" y="8841"/>
                  </a:cubicBezTo>
                  <a:cubicBezTo>
                    <a:pt x="8781" y="8841"/>
                    <a:pt x="11252" y="5460"/>
                    <a:pt x="11252" y="1147"/>
                  </a:cubicBezTo>
                  <a:cubicBezTo>
                    <a:pt x="11249" y="762"/>
                    <a:pt x="11225" y="380"/>
                    <a:pt x="11182" y="1"/>
                  </a:cubicBezTo>
                  <a:lnTo>
                    <a:pt x="10372" y="1"/>
                  </a:lnTo>
                  <a:cubicBezTo>
                    <a:pt x="10420" y="380"/>
                    <a:pt x="10444" y="762"/>
                    <a:pt x="10447" y="1144"/>
                  </a:cubicBezTo>
                  <a:cubicBezTo>
                    <a:pt x="10447" y="4946"/>
                    <a:pt x="8284" y="8036"/>
                    <a:pt x="5626" y="8036"/>
                  </a:cubicBezTo>
                  <a:cubicBezTo>
                    <a:pt x="2966" y="8036"/>
                    <a:pt x="803" y="4946"/>
                    <a:pt x="803" y="1144"/>
                  </a:cubicBezTo>
                  <a:cubicBezTo>
                    <a:pt x="806" y="762"/>
                    <a:pt x="832" y="380"/>
                    <a:pt x="87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" name="Google Shape;251;p19"/>
            <p:cNvSpPr/>
            <p:nvPr/>
          </p:nvSpPr>
          <p:spPr>
            <a:xfrm>
              <a:off x="3174338" y="4617088"/>
              <a:ext cx="80050" cy="77050"/>
            </a:xfrm>
            <a:custGeom>
              <a:rect b="b" l="l" r="r" t="t"/>
              <a:pathLst>
                <a:path extrusionOk="0" h="3082" w="3202">
                  <a:moveTo>
                    <a:pt x="3202" y="1"/>
                  </a:moveTo>
                  <a:cubicBezTo>
                    <a:pt x="3127" y="8"/>
                    <a:pt x="3050" y="13"/>
                    <a:pt x="2978" y="22"/>
                  </a:cubicBezTo>
                  <a:cubicBezTo>
                    <a:pt x="1950" y="131"/>
                    <a:pt x="945" y="402"/>
                    <a:pt x="1" y="825"/>
                  </a:cubicBezTo>
                  <a:cubicBezTo>
                    <a:pt x="54" y="1649"/>
                    <a:pt x="359" y="2437"/>
                    <a:pt x="878" y="3081"/>
                  </a:cubicBezTo>
                  <a:cubicBezTo>
                    <a:pt x="2281" y="2469"/>
                    <a:pt x="3178" y="1286"/>
                    <a:pt x="320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" name="Google Shape;252;p19"/>
            <p:cNvSpPr/>
            <p:nvPr/>
          </p:nvSpPr>
          <p:spPr>
            <a:xfrm>
              <a:off x="3301463" y="4534613"/>
              <a:ext cx="44050" cy="61900"/>
            </a:xfrm>
            <a:custGeom>
              <a:rect b="b" l="l" r="r" t="t"/>
              <a:pathLst>
                <a:path extrusionOk="0" h="2476" w="1762">
                  <a:moveTo>
                    <a:pt x="1" y="1"/>
                  </a:moveTo>
                  <a:lnTo>
                    <a:pt x="1" y="1"/>
                  </a:lnTo>
                  <a:cubicBezTo>
                    <a:pt x="320" y="772"/>
                    <a:pt x="520" y="1589"/>
                    <a:pt x="596" y="2420"/>
                  </a:cubicBezTo>
                  <a:cubicBezTo>
                    <a:pt x="861" y="2432"/>
                    <a:pt x="1118" y="2452"/>
                    <a:pt x="1370" y="2476"/>
                  </a:cubicBezTo>
                  <a:cubicBezTo>
                    <a:pt x="1421" y="1973"/>
                    <a:pt x="1553" y="1486"/>
                    <a:pt x="1762" y="1029"/>
                  </a:cubicBezTo>
                  <a:cubicBezTo>
                    <a:pt x="1272" y="541"/>
                    <a:pt x="666" y="186"/>
                    <a:pt x="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" name="Google Shape;253;p19"/>
            <p:cNvSpPr/>
            <p:nvPr/>
          </p:nvSpPr>
          <p:spPr>
            <a:xfrm>
              <a:off x="3013238" y="4250588"/>
              <a:ext cx="522475" cy="521350"/>
            </a:xfrm>
            <a:custGeom>
              <a:rect b="b" l="l" r="r" t="t"/>
              <a:pathLst>
                <a:path extrusionOk="0" h="20854" w="20899">
                  <a:moveTo>
                    <a:pt x="16876" y="8396"/>
                  </a:moveTo>
                  <a:cubicBezTo>
                    <a:pt x="17542" y="8396"/>
                    <a:pt x="18082" y="8937"/>
                    <a:pt x="18082" y="9603"/>
                  </a:cubicBezTo>
                  <a:lnTo>
                    <a:pt x="18082" y="10004"/>
                  </a:lnTo>
                  <a:cubicBezTo>
                    <a:pt x="18082" y="10670"/>
                    <a:pt x="17542" y="11210"/>
                    <a:pt x="16876" y="11210"/>
                  </a:cubicBezTo>
                  <a:lnTo>
                    <a:pt x="15670" y="11210"/>
                  </a:lnTo>
                  <a:cubicBezTo>
                    <a:pt x="15004" y="11210"/>
                    <a:pt x="14466" y="10670"/>
                    <a:pt x="14466" y="10004"/>
                  </a:cubicBezTo>
                  <a:lnTo>
                    <a:pt x="14466" y="9603"/>
                  </a:lnTo>
                  <a:cubicBezTo>
                    <a:pt x="14466" y="8937"/>
                    <a:pt x="15004" y="8396"/>
                    <a:pt x="15670" y="8396"/>
                  </a:cubicBezTo>
                  <a:close/>
                  <a:moveTo>
                    <a:pt x="10448" y="10405"/>
                  </a:moveTo>
                  <a:cubicBezTo>
                    <a:pt x="13111" y="10405"/>
                    <a:pt x="15269" y="12565"/>
                    <a:pt x="15269" y="15228"/>
                  </a:cubicBezTo>
                  <a:cubicBezTo>
                    <a:pt x="15266" y="17888"/>
                    <a:pt x="13111" y="20046"/>
                    <a:pt x="10448" y="20048"/>
                  </a:cubicBezTo>
                  <a:cubicBezTo>
                    <a:pt x="7786" y="20048"/>
                    <a:pt x="5628" y="17890"/>
                    <a:pt x="5628" y="15228"/>
                  </a:cubicBezTo>
                  <a:cubicBezTo>
                    <a:pt x="5628" y="12565"/>
                    <a:pt x="7786" y="10405"/>
                    <a:pt x="10448" y="10405"/>
                  </a:cubicBezTo>
                  <a:close/>
                  <a:moveTo>
                    <a:pt x="4083" y="0"/>
                  </a:moveTo>
                  <a:cubicBezTo>
                    <a:pt x="3566" y="128"/>
                    <a:pt x="3196" y="577"/>
                    <a:pt x="3167" y="1106"/>
                  </a:cubicBezTo>
                  <a:cubicBezTo>
                    <a:pt x="3011" y="3994"/>
                    <a:pt x="2444" y="9139"/>
                    <a:pt x="353" y="11129"/>
                  </a:cubicBezTo>
                  <a:cubicBezTo>
                    <a:pt x="125" y="11352"/>
                    <a:pt x="0" y="11660"/>
                    <a:pt x="3" y="11979"/>
                  </a:cubicBezTo>
                  <a:lnTo>
                    <a:pt x="3" y="20853"/>
                  </a:lnTo>
                  <a:lnTo>
                    <a:pt x="20894" y="20853"/>
                  </a:lnTo>
                  <a:lnTo>
                    <a:pt x="20894" y="11979"/>
                  </a:lnTo>
                  <a:cubicBezTo>
                    <a:pt x="20899" y="11660"/>
                    <a:pt x="20771" y="11352"/>
                    <a:pt x="20543" y="11129"/>
                  </a:cubicBezTo>
                  <a:cubicBezTo>
                    <a:pt x="18455" y="9136"/>
                    <a:pt x="17885" y="3994"/>
                    <a:pt x="17732" y="1106"/>
                  </a:cubicBezTo>
                  <a:cubicBezTo>
                    <a:pt x="17703" y="575"/>
                    <a:pt x="17330" y="128"/>
                    <a:pt x="16816" y="0"/>
                  </a:cubicBezTo>
                  <a:lnTo>
                    <a:pt x="16816" y="0"/>
                  </a:lnTo>
                  <a:cubicBezTo>
                    <a:pt x="16855" y="368"/>
                    <a:pt x="16874" y="736"/>
                    <a:pt x="16876" y="1106"/>
                  </a:cubicBezTo>
                  <a:cubicBezTo>
                    <a:pt x="16876" y="5871"/>
                    <a:pt x="14053" y="9603"/>
                    <a:pt x="10448" y="9603"/>
                  </a:cubicBezTo>
                  <a:cubicBezTo>
                    <a:pt x="6844" y="9603"/>
                    <a:pt x="4020" y="5871"/>
                    <a:pt x="4020" y="1106"/>
                  </a:cubicBezTo>
                  <a:cubicBezTo>
                    <a:pt x="4023" y="736"/>
                    <a:pt x="4042" y="368"/>
                    <a:pt x="408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" name="Google Shape;254;p19"/>
            <p:cNvSpPr/>
            <p:nvPr/>
          </p:nvSpPr>
          <p:spPr>
            <a:xfrm>
              <a:off x="3394938" y="4480613"/>
              <a:ext cx="50250" cy="30175"/>
            </a:xfrm>
            <a:custGeom>
              <a:rect b="b" l="l" r="r" t="t"/>
              <a:pathLst>
                <a:path extrusionOk="0" h="1207" w="2010">
                  <a:moveTo>
                    <a:pt x="404" y="0"/>
                  </a:moveTo>
                  <a:cubicBezTo>
                    <a:pt x="181" y="0"/>
                    <a:pt x="1" y="181"/>
                    <a:pt x="1" y="402"/>
                  </a:cubicBezTo>
                  <a:lnTo>
                    <a:pt x="1" y="803"/>
                  </a:lnTo>
                  <a:cubicBezTo>
                    <a:pt x="1" y="1026"/>
                    <a:pt x="181" y="1207"/>
                    <a:pt x="404" y="1207"/>
                  </a:cubicBezTo>
                  <a:lnTo>
                    <a:pt x="1608" y="1207"/>
                  </a:lnTo>
                  <a:cubicBezTo>
                    <a:pt x="1832" y="1207"/>
                    <a:pt x="2009" y="1026"/>
                    <a:pt x="2009" y="803"/>
                  </a:cubicBezTo>
                  <a:lnTo>
                    <a:pt x="2009" y="402"/>
                  </a:lnTo>
                  <a:cubicBezTo>
                    <a:pt x="2009" y="181"/>
                    <a:pt x="1832" y="0"/>
                    <a:pt x="160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" name="Google Shape;255;p19"/>
            <p:cNvSpPr/>
            <p:nvPr/>
          </p:nvSpPr>
          <p:spPr>
            <a:xfrm>
              <a:off x="3355588" y="4578588"/>
              <a:ext cx="14675" cy="22675"/>
            </a:xfrm>
            <a:custGeom>
              <a:rect b="b" l="l" r="r" t="t"/>
              <a:pathLst>
                <a:path extrusionOk="0" h="907" w="587">
                  <a:moveTo>
                    <a:pt x="169" y="1"/>
                  </a:moveTo>
                  <a:cubicBezTo>
                    <a:pt x="85" y="262"/>
                    <a:pt x="27" y="534"/>
                    <a:pt x="1" y="808"/>
                  </a:cubicBezTo>
                  <a:cubicBezTo>
                    <a:pt x="198" y="837"/>
                    <a:pt x="397" y="868"/>
                    <a:pt x="587" y="906"/>
                  </a:cubicBezTo>
                  <a:cubicBezTo>
                    <a:pt x="486" y="587"/>
                    <a:pt x="347" y="284"/>
                    <a:pt x="16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" name="Google Shape;256;p19"/>
            <p:cNvSpPr/>
            <p:nvPr/>
          </p:nvSpPr>
          <p:spPr>
            <a:xfrm>
              <a:off x="3355163" y="4619013"/>
              <a:ext cx="19725" cy="44425"/>
            </a:xfrm>
            <a:custGeom>
              <a:rect b="b" l="l" r="r" t="t"/>
              <a:pathLst>
                <a:path extrusionOk="0" h="1777" w="789">
                  <a:moveTo>
                    <a:pt x="1" y="1"/>
                  </a:moveTo>
                  <a:lnTo>
                    <a:pt x="1" y="1"/>
                  </a:lnTo>
                  <a:cubicBezTo>
                    <a:pt x="27" y="633"/>
                    <a:pt x="227" y="1248"/>
                    <a:pt x="575" y="1777"/>
                  </a:cubicBezTo>
                  <a:cubicBezTo>
                    <a:pt x="717" y="1363"/>
                    <a:pt x="789" y="928"/>
                    <a:pt x="789" y="491"/>
                  </a:cubicBezTo>
                  <a:cubicBezTo>
                    <a:pt x="789" y="373"/>
                    <a:pt x="782" y="260"/>
                    <a:pt x="772" y="145"/>
                  </a:cubicBezTo>
                  <a:cubicBezTo>
                    <a:pt x="522" y="90"/>
                    <a:pt x="265" y="42"/>
                    <a:pt x="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" name="Google Shape;257;p19"/>
            <p:cNvSpPr/>
            <p:nvPr/>
          </p:nvSpPr>
          <p:spPr>
            <a:xfrm>
              <a:off x="3305488" y="4615163"/>
              <a:ext cx="54700" cy="111525"/>
            </a:xfrm>
            <a:custGeom>
              <a:rect b="b" l="l" r="r" t="t"/>
              <a:pathLst>
                <a:path extrusionOk="0" h="4461" w="2188">
                  <a:moveTo>
                    <a:pt x="505" y="1"/>
                  </a:moveTo>
                  <a:lnTo>
                    <a:pt x="505" y="1"/>
                  </a:lnTo>
                  <a:cubicBezTo>
                    <a:pt x="520" y="265"/>
                    <a:pt x="532" y="537"/>
                    <a:pt x="532" y="820"/>
                  </a:cubicBezTo>
                  <a:cubicBezTo>
                    <a:pt x="553" y="2056"/>
                    <a:pt x="375" y="3286"/>
                    <a:pt x="1" y="4461"/>
                  </a:cubicBezTo>
                  <a:cubicBezTo>
                    <a:pt x="911" y="4163"/>
                    <a:pt x="1687" y="3545"/>
                    <a:pt x="2187" y="2726"/>
                  </a:cubicBezTo>
                  <a:cubicBezTo>
                    <a:pt x="1538" y="1986"/>
                    <a:pt x="1183" y="1037"/>
                    <a:pt x="1178" y="54"/>
                  </a:cubicBezTo>
                  <a:cubicBezTo>
                    <a:pt x="957" y="35"/>
                    <a:pt x="733" y="15"/>
                    <a:pt x="50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20"/>
          <p:cNvSpPr txBox="1"/>
          <p:nvPr>
            <p:ph type="title"/>
          </p:nvPr>
        </p:nvSpPr>
        <p:spPr>
          <a:xfrm>
            <a:off x="713225" y="539500"/>
            <a:ext cx="7717500" cy="47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Evaluation</a:t>
            </a:r>
            <a:endParaRPr/>
          </a:p>
        </p:txBody>
      </p:sp>
      <p:grpSp>
        <p:nvGrpSpPr>
          <p:cNvPr id="263" name="Google Shape;263;p20"/>
          <p:cNvGrpSpPr/>
          <p:nvPr/>
        </p:nvGrpSpPr>
        <p:grpSpPr>
          <a:xfrm>
            <a:off x="6884225" y="1253948"/>
            <a:ext cx="1866375" cy="3276346"/>
            <a:chOff x="3635150" y="1233648"/>
            <a:chExt cx="1866375" cy="3276346"/>
          </a:xfrm>
        </p:grpSpPr>
        <p:sp>
          <p:nvSpPr>
            <p:cNvPr id="264" name="Google Shape;264;p20"/>
            <p:cNvSpPr/>
            <p:nvPr/>
          </p:nvSpPr>
          <p:spPr>
            <a:xfrm>
              <a:off x="3635150" y="1235799"/>
              <a:ext cx="1866375" cy="3274195"/>
            </a:xfrm>
            <a:custGeom>
              <a:rect b="b" l="l" r="r" t="t"/>
              <a:pathLst>
                <a:path extrusionOk="0" h="8642" w="4926">
                  <a:moveTo>
                    <a:pt x="2028" y="968"/>
                  </a:moveTo>
                  <a:cubicBezTo>
                    <a:pt x="2028" y="968"/>
                    <a:pt x="2023" y="990"/>
                    <a:pt x="2025" y="994"/>
                  </a:cubicBezTo>
                  <a:cubicBezTo>
                    <a:pt x="2028" y="1000"/>
                    <a:pt x="2011" y="1019"/>
                    <a:pt x="2012" y="1039"/>
                  </a:cubicBezTo>
                  <a:cubicBezTo>
                    <a:pt x="2015" y="1058"/>
                    <a:pt x="2002" y="1064"/>
                    <a:pt x="1995" y="1064"/>
                  </a:cubicBezTo>
                  <a:cubicBezTo>
                    <a:pt x="1986" y="1064"/>
                    <a:pt x="1966" y="1062"/>
                    <a:pt x="1966" y="1062"/>
                  </a:cubicBezTo>
                  <a:cubicBezTo>
                    <a:pt x="1966" y="1062"/>
                    <a:pt x="1980" y="1044"/>
                    <a:pt x="1980" y="1027"/>
                  </a:cubicBezTo>
                  <a:cubicBezTo>
                    <a:pt x="1980" y="1022"/>
                    <a:pt x="1978" y="1020"/>
                    <a:pt x="1974" y="1020"/>
                  </a:cubicBezTo>
                  <a:cubicBezTo>
                    <a:pt x="1968" y="1020"/>
                    <a:pt x="1958" y="1026"/>
                    <a:pt x="1951" y="1026"/>
                  </a:cubicBezTo>
                  <a:cubicBezTo>
                    <a:pt x="1941" y="1026"/>
                    <a:pt x="1890" y="1055"/>
                    <a:pt x="1881" y="1055"/>
                  </a:cubicBezTo>
                  <a:cubicBezTo>
                    <a:pt x="1886" y="1049"/>
                    <a:pt x="1922" y="1033"/>
                    <a:pt x="1966" y="1007"/>
                  </a:cubicBezTo>
                  <a:cubicBezTo>
                    <a:pt x="2018" y="977"/>
                    <a:pt x="2028" y="968"/>
                    <a:pt x="2028" y="968"/>
                  </a:cubicBezTo>
                  <a:close/>
                  <a:moveTo>
                    <a:pt x="1737" y="1"/>
                  </a:moveTo>
                  <a:cubicBezTo>
                    <a:pt x="1440" y="1"/>
                    <a:pt x="1199" y="241"/>
                    <a:pt x="1199" y="538"/>
                  </a:cubicBezTo>
                  <a:cubicBezTo>
                    <a:pt x="1199" y="684"/>
                    <a:pt x="1256" y="816"/>
                    <a:pt x="1351" y="912"/>
                  </a:cubicBezTo>
                  <a:cubicBezTo>
                    <a:pt x="1352" y="917"/>
                    <a:pt x="1352" y="918"/>
                    <a:pt x="1351" y="918"/>
                  </a:cubicBezTo>
                  <a:cubicBezTo>
                    <a:pt x="1342" y="923"/>
                    <a:pt x="1341" y="926"/>
                    <a:pt x="1350" y="952"/>
                  </a:cubicBezTo>
                  <a:cubicBezTo>
                    <a:pt x="1360" y="977"/>
                    <a:pt x="1399" y="1023"/>
                    <a:pt x="1408" y="1062"/>
                  </a:cubicBezTo>
                  <a:cubicBezTo>
                    <a:pt x="1418" y="1102"/>
                    <a:pt x="1540" y="1167"/>
                    <a:pt x="1565" y="1173"/>
                  </a:cubicBezTo>
                  <a:cubicBezTo>
                    <a:pt x="1590" y="1180"/>
                    <a:pt x="1628" y="1226"/>
                    <a:pt x="1648" y="1259"/>
                  </a:cubicBezTo>
                  <a:cubicBezTo>
                    <a:pt x="1670" y="1294"/>
                    <a:pt x="1737" y="1360"/>
                    <a:pt x="1741" y="1371"/>
                  </a:cubicBezTo>
                  <a:cubicBezTo>
                    <a:pt x="1744" y="1383"/>
                    <a:pt x="1722" y="1402"/>
                    <a:pt x="1705" y="1406"/>
                  </a:cubicBezTo>
                  <a:cubicBezTo>
                    <a:pt x="1687" y="1411"/>
                    <a:pt x="1660" y="1421"/>
                    <a:pt x="1647" y="1430"/>
                  </a:cubicBezTo>
                  <a:cubicBezTo>
                    <a:pt x="1645" y="1431"/>
                    <a:pt x="1643" y="1431"/>
                    <a:pt x="1642" y="1431"/>
                  </a:cubicBezTo>
                  <a:cubicBezTo>
                    <a:pt x="1631" y="1431"/>
                    <a:pt x="1623" y="1403"/>
                    <a:pt x="1622" y="1373"/>
                  </a:cubicBezTo>
                  <a:cubicBezTo>
                    <a:pt x="1620" y="1338"/>
                    <a:pt x="1590" y="1274"/>
                    <a:pt x="1556" y="1268"/>
                  </a:cubicBezTo>
                  <a:cubicBezTo>
                    <a:pt x="1553" y="1267"/>
                    <a:pt x="1551" y="1267"/>
                    <a:pt x="1548" y="1267"/>
                  </a:cubicBezTo>
                  <a:cubicBezTo>
                    <a:pt x="1520" y="1267"/>
                    <a:pt x="1509" y="1293"/>
                    <a:pt x="1519" y="1309"/>
                  </a:cubicBezTo>
                  <a:cubicBezTo>
                    <a:pt x="1527" y="1326"/>
                    <a:pt x="1553" y="1383"/>
                    <a:pt x="1561" y="1416"/>
                  </a:cubicBezTo>
                  <a:cubicBezTo>
                    <a:pt x="1568" y="1450"/>
                    <a:pt x="1567" y="1486"/>
                    <a:pt x="1578" y="1527"/>
                  </a:cubicBezTo>
                  <a:cubicBezTo>
                    <a:pt x="1590" y="1568"/>
                    <a:pt x="1612" y="1601"/>
                    <a:pt x="1628" y="1628"/>
                  </a:cubicBezTo>
                  <a:cubicBezTo>
                    <a:pt x="1642" y="1652"/>
                    <a:pt x="1653" y="1657"/>
                    <a:pt x="1658" y="1687"/>
                  </a:cubicBezTo>
                  <a:cubicBezTo>
                    <a:pt x="1664" y="1719"/>
                    <a:pt x="1634" y="1800"/>
                    <a:pt x="1616" y="1843"/>
                  </a:cubicBezTo>
                  <a:cubicBezTo>
                    <a:pt x="1599" y="1890"/>
                    <a:pt x="1577" y="1971"/>
                    <a:pt x="1551" y="2056"/>
                  </a:cubicBezTo>
                  <a:cubicBezTo>
                    <a:pt x="1526" y="2139"/>
                    <a:pt x="1447" y="2238"/>
                    <a:pt x="1437" y="2254"/>
                  </a:cubicBezTo>
                  <a:cubicBezTo>
                    <a:pt x="1428" y="2270"/>
                    <a:pt x="1408" y="2288"/>
                    <a:pt x="1384" y="2288"/>
                  </a:cubicBezTo>
                  <a:cubicBezTo>
                    <a:pt x="1361" y="2288"/>
                    <a:pt x="1360" y="2324"/>
                    <a:pt x="1338" y="2330"/>
                  </a:cubicBezTo>
                  <a:cubicBezTo>
                    <a:pt x="1316" y="2336"/>
                    <a:pt x="1320" y="2357"/>
                    <a:pt x="1316" y="2371"/>
                  </a:cubicBezTo>
                  <a:cubicBezTo>
                    <a:pt x="1312" y="2385"/>
                    <a:pt x="1258" y="2411"/>
                    <a:pt x="1223" y="2414"/>
                  </a:cubicBezTo>
                  <a:cubicBezTo>
                    <a:pt x="1188" y="2417"/>
                    <a:pt x="1151" y="2470"/>
                    <a:pt x="1132" y="2486"/>
                  </a:cubicBezTo>
                  <a:cubicBezTo>
                    <a:pt x="1116" y="2503"/>
                    <a:pt x="1094" y="2512"/>
                    <a:pt x="1060" y="2512"/>
                  </a:cubicBezTo>
                  <a:cubicBezTo>
                    <a:pt x="1058" y="2512"/>
                    <a:pt x="1055" y="2512"/>
                    <a:pt x="1052" y="2512"/>
                  </a:cubicBezTo>
                  <a:cubicBezTo>
                    <a:pt x="1052" y="2512"/>
                    <a:pt x="1051" y="2512"/>
                    <a:pt x="1050" y="2512"/>
                  </a:cubicBezTo>
                  <a:cubicBezTo>
                    <a:pt x="1014" y="2512"/>
                    <a:pt x="966" y="2542"/>
                    <a:pt x="958" y="2542"/>
                  </a:cubicBezTo>
                  <a:cubicBezTo>
                    <a:pt x="947" y="2542"/>
                    <a:pt x="936" y="2519"/>
                    <a:pt x="952" y="2512"/>
                  </a:cubicBezTo>
                  <a:cubicBezTo>
                    <a:pt x="966" y="2505"/>
                    <a:pt x="965" y="2470"/>
                    <a:pt x="950" y="2470"/>
                  </a:cubicBezTo>
                  <a:cubicBezTo>
                    <a:pt x="934" y="2470"/>
                    <a:pt x="914" y="2459"/>
                    <a:pt x="917" y="2442"/>
                  </a:cubicBezTo>
                  <a:cubicBezTo>
                    <a:pt x="918" y="2424"/>
                    <a:pt x="888" y="2398"/>
                    <a:pt x="888" y="2398"/>
                  </a:cubicBezTo>
                  <a:lnTo>
                    <a:pt x="872" y="2404"/>
                  </a:lnTo>
                  <a:cubicBezTo>
                    <a:pt x="862" y="2408"/>
                    <a:pt x="854" y="2411"/>
                    <a:pt x="849" y="2411"/>
                  </a:cubicBezTo>
                  <a:cubicBezTo>
                    <a:pt x="846" y="2411"/>
                    <a:pt x="844" y="2410"/>
                    <a:pt x="844" y="2407"/>
                  </a:cubicBezTo>
                  <a:cubicBezTo>
                    <a:pt x="844" y="2398"/>
                    <a:pt x="837" y="2379"/>
                    <a:pt x="822" y="2373"/>
                  </a:cubicBezTo>
                  <a:cubicBezTo>
                    <a:pt x="809" y="2368"/>
                    <a:pt x="768" y="2346"/>
                    <a:pt x="755" y="2341"/>
                  </a:cubicBezTo>
                  <a:cubicBezTo>
                    <a:pt x="745" y="2337"/>
                    <a:pt x="749" y="2328"/>
                    <a:pt x="745" y="2312"/>
                  </a:cubicBezTo>
                  <a:cubicBezTo>
                    <a:pt x="741" y="2298"/>
                    <a:pt x="697" y="2251"/>
                    <a:pt x="580" y="2206"/>
                  </a:cubicBezTo>
                  <a:cubicBezTo>
                    <a:pt x="556" y="2196"/>
                    <a:pt x="533" y="2192"/>
                    <a:pt x="510" y="2192"/>
                  </a:cubicBezTo>
                  <a:cubicBezTo>
                    <a:pt x="423" y="2192"/>
                    <a:pt x="345" y="2255"/>
                    <a:pt x="276" y="2311"/>
                  </a:cubicBezTo>
                  <a:cubicBezTo>
                    <a:pt x="189" y="2381"/>
                    <a:pt x="107" y="2475"/>
                    <a:pt x="116" y="2589"/>
                  </a:cubicBezTo>
                  <a:cubicBezTo>
                    <a:pt x="126" y="2701"/>
                    <a:pt x="202" y="2778"/>
                    <a:pt x="223" y="2793"/>
                  </a:cubicBezTo>
                  <a:cubicBezTo>
                    <a:pt x="245" y="2806"/>
                    <a:pt x="285" y="2854"/>
                    <a:pt x="298" y="2867"/>
                  </a:cubicBezTo>
                  <a:cubicBezTo>
                    <a:pt x="311" y="2882"/>
                    <a:pt x="333" y="2927"/>
                    <a:pt x="333" y="2927"/>
                  </a:cubicBezTo>
                  <a:cubicBezTo>
                    <a:pt x="333" y="2927"/>
                    <a:pt x="324" y="2931"/>
                    <a:pt x="321" y="2947"/>
                  </a:cubicBezTo>
                  <a:cubicBezTo>
                    <a:pt x="317" y="2963"/>
                    <a:pt x="317" y="2977"/>
                    <a:pt x="293" y="2994"/>
                  </a:cubicBezTo>
                  <a:cubicBezTo>
                    <a:pt x="270" y="3012"/>
                    <a:pt x="293" y="3080"/>
                    <a:pt x="299" y="3108"/>
                  </a:cubicBezTo>
                  <a:cubicBezTo>
                    <a:pt x="305" y="3135"/>
                    <a:pt x="272" y="3188"/>
                    <a:pt x="245" y="3229"/>
                  </a:cubicBezTo>
                  <a:cubicBezTo>
                    <a:pt x="218" y="3269"/>
                    <a:pt x="203" y="3312"/>
                    <a:pt x="226" y="3351"/>
                  </a:cubicBezTo>
                  <a:cubicBezTo>
                    <a:pt x="251" y="3393"/>
                    <a:pt x="254" y="3501"/>
                    <a:pt x="261" y="3577"/>
                  </a:cubicBezTo>
                  <a:cubicBezTo>
                    <a:pt x="270" y="3652"/>
                    <a:pt x="261" y="3883"/>
                    <a:pt x="266" y="3925"/>
                  </a:cubicBezTo>
                  <a:cubicBezTo>
                    <a:pt x="270" y="3964"/>
                    <a:pt x="282" y="4094"/>
                    <a:pt x="264" y="4123"/>
                  </a:cubicBezTo>
                  <a:cubicBezTo>
                    <a:pt x="247" y="4152"/>
                    <a:pt x="237" y="4270"/>
                    <a:pt x="238" y="4317"/>
                  </a:cubicBezTo>
                  <a:cubicBezTo>
                    <a:pt x="241" y="4363"/>
                    <a:pt x="173" y="4455"/>
                    <a:pt x="107" y="4547"/>
                  </a:cubicBezTo>
                  <a:cubicBezTo>
                    <a:pt x="40" y="4639"/>
                    <a:pt x="36" y="5001"/>
                    <a:pt x="30" y="5051"/>
                  </a:cubicBezTo>
                  <a:cubicBezTo>
                    <a:pt x="24" y="5100"/>
                    <a:pt x="28" y="5162"/>
                    <a:pt x="15" y="5188"/>
                  </a:cubicBezTo>
                  <a:cubicBezTo>
                    <a:pt x="1" y="5214"/>
                    <a:pt x="40" y="5207"/>
                    <a:pt x="40" y="5229"/>
                  </a:cubicBezTo>
                  <a:cubicBezTo>
                    <a:pt x="40" y="5250"/>
                    <a:pt x="65" y="5322"/>
                    <a:pt x="100" y="5393"/>
                  </a:cubicBezTo>
                  <a:cubicBezTo>
                    <a:pt x="135" y="5463"/>
                    <a:pt x="231" y="5540"/>
                    <a:pt x="266" y="5558"/>
                  </a:cubicBezTo>
                  <a:cubicBezTo>
                    <a:pt x="301" y="5575"/>
                    <a:pt x="317" y="5606"/>
                    <a:pt x="327" y="5645"/>
                  </a:cubicBezTo>
                  <a:cubicBezTo>
                    <a:pt x="337" y="5683"/>
                    <a:pt x="461" y="5750"/>
                    <a:pt x="489" y="5770"/>
                  </a:cubicBezTo>
                  <a:cubicBezTo>
                    <a:pt x="516" y="5789"/>
                    <a:pt x="532" y="5807"/>
                    <a:pt x="541" y="5870"/>
                  </a:cubicBezTo>
                  <a:cubicBezTo>
                    <a:pt x="551" y="5932"/>
                    <a:pt x="637" y="6081"/>
                    <a:pt x="666" y="6136"/>
                  </a:cubicBezTo>
                  <a:cubicBezTo>
                    <a:pt x="695" y="6193"/>
                    <a:pt x="758" y="6350"/>
                    <a:pt x="790" y="6388"/>
                  </a:cubicBezTo>
                  <a:cubicBezTo>
                    <a:pt x="821" y="6427"/>
                    <a:pt x="812" y="6432"/>
                    <a:pt x="795" y="6451"/>
                  </a:cubicBezTo>
                  <a:cubicBezTo>
                    <a:pt x="774" y="6471"/>
                    <a:pt x="824" y="6471"/>
                    <a:pt x="821" y="6487"/>
                  </a:cubicBezTo>
                  <a:cubicBezTo>
                    <a:pt x="819" y="6506"/>
                    <a:pt x="758" y="6605"/>
                    <a:pt x="687" y="6716"/>
                  </a:cubicBezTo>
                  <a:cubicBezTo>
                    <a:pt x="614" y="6828"/>
                    <a:pt x="646" y="6997"/>
                    <a:pt x="652" y="7026"/>
                  </a:cubicBezTo>
                  <a:cubicBezTo>
                    <a:pt x="658" y="7055"/>
                    <a:pt x="639" y="7316"/>
                    <a:pt x="628" y="7415"/>
                  </a:cubicBezTo>
                  <a:cubicBezTo>
                    <a:pt x="617" y="7516"/>
                    <a:pt x="580" y="7670"/>
                    <a:pt x="576" y="7689"/>
                  </a:cubicBezTo>
                  <a:cubicBezTo>
                    <a:pt x="573" y="7709"/>
                    <a:pt x="560" y="7727"/>
                    <a:pt x="541" y="7728"/>
                  </a:cubicBezTo>
                  <a:cubicBezTo>
                    <a:pt x="525" y="7730"/>
                    <a:pt x="502" y="7752"/>
                    <a:pt x="494" y="7782"/>
                  </a:cubicBezTo>
                  <a:cubicBezTo>
                    <a:pt x="489" y="7811"/>
                    <a:pt x="441" y="7817"/>
                    <a:pt x="401" y="7836"/>
                  </a:cubicBezTo>
                  <a:cubicBezTo>
                    <a:pt x="362" y="7855"/>
                    <a:pt x="290" y="7931"/>
                    <a:pt x="263" y="7941"/>
                  </a:cubicBezTo>
                  <a:cubicBezTo>
                    <a:pt x="235" y="7954"/>
                    <a:pt x="196" y="7974"/>
                    <a:pt x="210" y="8047"/>
                  </a:cubicBezTo>
                  <a:cubicBezTo>
                    <a:pt x="223" y="8119"/>
                    <a:pt x="531" y="8304"/>
                    <a:pt x="655" y="8406"/>
                  </a:cubicBezTo>
                  <a:cubicBezTo>
                    <a:pt x="780" y="8511"/>
                    <a:pt x="1007" y="8612"/>
                    <a:pt x="1068" y="8637"/>
                  </a:cubicBezTo>
                  <a:cubicBezTo>
                    <a:pt x="1077" y="8640"/>
                    <a:pt x="1085" y="8642"/>
                    <a:pt x="1092" y="8642"/>
                  </a:cubicBezTo>
                  <a:cubicBezTo>
                    <a:pt x="1136" y="8642"/>
                    <a:pt x="1152" y="8585"/>
                    <a:pt x="1165" y="8540"/>
                  </a:cubicBezTo>
                  <a:cubicBezTo>
                    <a:pt x="1181" y="8487"/>
                    <a:pt x="1071" y="8425"/>
                    <a:pt x="1048" y="8409"/>
                  </a:cubicBezTo>
                  <a:cubicBezTo>
                    <a:pt x="1025" y="8393"/>
                    <a:pt x="933" y="8232"/>
                    <a:pt x="910" y="8194"/>
                  </a:cubicBezTo>
                  <a:cubicBezTo>
                    <a:pt x="886" y="8155"/>
                    <a:pt x="864" y="8069"/>
                    <a:pt x="863" y="8037"/>
                  </a:cubicBezTo>
                  <a:cubicBezTo>
                    <a:pt x="860" y="8005"/>
                    <a:pt x="915" y="7926"/>
                    <a:pt x="924" y="7890"/>
                  </a:cubicBezTo>
                  <a:cubicBezTo>
                    <a:pt x="933" y="7861"/>
                    <a:pt x="894" y="7851"/>
                    <a:pt x="873" y="7851"/>
                  </a:cubicBezTo>
                  <a:cubicBezTo>
                    <a:pt x="869" y="7851"/>
                    <a:pt x="865" y="7851"/>
                    <a:pt x="863" y="7852"/>
                  </a:cubicBezTo>
                  <a:cubicBezTo>
                    <a:pt x="860" y="7853"/>
                    <a:pt x="857" y="7854"/>
                    <a:pt x="854" y="7854"/>
                  </a:cubicBezTo>
                  <a:cubicBezTo>
                    <a:pt x="845" y="7854"/>
                    <a:pt x="840" y="7844"/>
                    <a:pt x="840" y="7789"/>
                  </a:cubicBezTo>
                  <a:cubicBezTo>
                    <a:pt x="840" y="7717"/>
                    <a:pt x="902" y="7500"/>
                    <a:pt x="923" y="7449"/>
                  </a:cubicBezTo>
                  <a:cubicBezTo>
                    <a:pt x="943" y="7399"/>
                    <a:pt x="1031" y="7162"/>
                    <a:pt x="1054" y="7087"/>
                  </a:cubicBezTo>
                  <a:cubicBezTo>
                    <a:pt x="1077" y="7013"/>
                    <a:pt x="1144" y="6843"/>
                    <a:pt x="1157" y="6797"/>
                  </a:cubicBezTo>
                  <a:cubicBezTo>
                    <a:pt x="1170" y="6752"/>
                    <a:pt x="1253" y="6650"/>
                    <a:pt x="1287" y="6614"/>
                  </a:cubicBezTo>
                  <a:cubicBezTo>
                    <a:pt x="1320" y="6576"/>
                    <a:pt x="1357" y="6492"/>
                    <a:pt x="1360" y="6455"/>
                  </a:cubicBezTo>
                  <a:cubicBezTo>
                    <a:pt x="1364" y="6419"/>
                    <a:pt x="1357" y="6228"/>
                    <a:pt x="1357" y="6228"/>
                  </a:cubicBezTo>
                  <a:lnTo>
                    <a:pt x="1374" y="6228"/>
                  </a:lnTo>
                  <a:cubicBezTo>
                    <a:pt x="1390" y="6228"/>
                    <a:pt x="1435" y="6186"/>
                    <a:pt x="1444" y="6158"/>
                  </a:cubicBezTo>
                  <a:cubicBezTo>
                    <a:pt x="1454" y="6130"/>
                    <a:pt x="1485" y="6095"/>
                    <a:pt x="1521" y="6090"/>
                  </a:cubicBezTo>
                  <a:cubicBezTo>
                    <a:pt x="1522" y="6089"/>
                    <a:pt x="1523" y="6089"/>
                    <a:pt x="1524" y="6089"/>
                  </a:cubicBezTo>
                  <a:cubicBezTo>
                    <a:pt x="1556" y="6089"/>
                    <a:pt x="1548" y="6181"/>
                    <a:pt x="1548" y="6225"/>
                  </a:cubicBezTo>
                  <a:cubicBezTo>
                    <a:pt x="1548" y="6239"/>
                    <a:pt x="1553" y="6245"/>
                    <a:pt x="1562" y="6245"/>
                  </a:cubicBezTo>
                  <a:cubicBezTo>
                    <a:pt x="1580" y="6245"/>
                    <a:pt x="1611" y="6217"/>
                    <a:pt x="1623" y="6193"/>
                  </a:cubicBezTo>
                  <a:cubicBezTo>
                    <a:pt x="1642" y="6158"/>
                    <a:pt x="1938" y="6071"/>
                    <a:pt x="1963" y="6071"/>
                  </a:cubicBezTo>
                  <a:cubicBezTo>
                    <a:pt x="1986" y="6071"/>
                    <a:pt x="1977" y="6113"/>
                    <a:pt x="1969" y="6193"/>
                  </a:cubicBezTo>
                  <a:cubicBezTo>
                    <a:pt x="1963" y="6273"/>
                    <a:pt x="1995" y="6391"/>
                    <a:pt x="2014" y="6473"/>
                  </a:cubicBezTo>
                  <a:cubicBezTo>
                    <a:pt x="2030" y="6554"/>
                    <a:pt x="2191" y="6746"/>
                    <a:pt x="2224" y="6811"/>
                  </a:cubicBezTo>
                  <a:cubicBezTo>
                    <a:pt x="2257" y="6875"/>
                    <a:pt x="2441" y="7211"/>
                    <a:pt x="2465" y="7271"/>
                  </a:cubicBezTo>
                  <a:cubicBezTo>
                    <a:pt x="2492" y="7332"/>
                    <a:pt x="2503" y="7386"/>
                    <a:pt x="2493" y="7392"/>
                  </a:cubicBezTo>
                  <a:cubicBezTo>
                    <a:pt x="2484" y="7398"/>
                    <a:pt x="2471" y="7415"/>
                    <a:pt x="2471" y="7425"/>
                  </a:cubicBezTo>
                  <a:cubicBezTo>
                    <a:pt x="2471" y="7435"/>
                    <a:pt x="2464" y="7472"/>
                    <a:pt x="2419" y="7500"/>
                  </a:cubicBezTo>
                  <a:cubicBezTo>
                    <a:pt x="2375" y="7527"/>
                    <a:pt x="2379" y="7570"/>
                    <a:pt x="2381" y="7625"/>
                  </a:cubicBezTo>
                  <a:cubicBezTo>
                    <a:pt x="2384" y="7679"/>
                    <a:pt x="2309" y="7725"/>
                    <a:pt x="2277" y="7795"/>
                  </a:cubicBezTo>
                  <a:cubicBezTo>
                    <a:pt x="2244" y="7865"/>
                    <a:pt x="2527" y="7957"/>
                    <a:pt x="2633" y="7973"/>
                  </a:cubicBezTo>
                  <a:cubicBezTo>
                    <a:pt x="2738" y="7989"/>
                    <a:pt x="3118" y="8072"/>
                    <a:pt x="3290" y="8094"/>
                  </a:cubicBezTo>
                  <a:cubicBezTo>
                    <a:pt x="3303" y="8096"/>
                    <a:pt x="3315" y="8096"/>
                    <a:pt x="3326" y="8096"/>
                  </a:cubicBezTo>
                  <a:cubicBezTo>
                    <a:pt x="3466" y="8096"/>
                    <a:pt x="3489" y="7981"/>
                    <a:pt x="3488" y="7953"/>
                  </a:cubicBezTo>
                  <a:cubicBezTo>
                    <a:pt x="3485" y="7923"/>
                    <a:pt x="3197" y="7769"/>
                    <a:pt x="3117" y="7734"/>
                  </a:cubicBezTo>
                  <a:cubicBezTo>
                    <a:pt x="3036" y="7699"/>
                    <a:pt x="2948" y="7545"/>
                    <a:pt x="2933" y="7543"/>
                  </a:cubicBezTo>
                  <a:cubicBezTo>
                    <a:pt x="2920" y="7540"/>
                    <a:pt x="2886" y="7459"/>
                    <a:pt x="2899" y="7430"/>
                  </a:cubicBezTo>
                  <a:cubicBezTo>
                    <a:pt x="2912" y="7402"/>
                    <a:pt x="2889" y="7348"/>
                    <a:pt x="2852" y="7348"/>
                  </a:cubicBezTo>
                  <a:cubicBezTo>
                    <a:pt x="2851" y="7348"/>
                    <a:pt x="2849" y="7348"/>
                    <a:pt x="2847" y="7348"/>
                  </a:cubicBezTo>
                  <a:cubicBezTo>
                    <a:pt x="2822" y="7352"/>
                    <a:pt x="2808" y="7375"/>
                    <a:pt x="2796" y="7375"/>
                  </a:cubicBezTo>
                  <a:cubicBezTo>
                    <a:pt x="2788" y="7375"/>
                    <a:pt x="2781" y="7367"/>
                    <a:pt x="2773" y="7344"/>
                  </a:cubicBezTo>
                  <a:cubicBezTo>
                    <a:pt x="2749" y="7278"/>
                    <a:pt x="2672" y="6950"/>
                    <a:pt x="2646" y="6862"/>
                  </a:cubicBezTo>
                  <a:cubicBezTo>
                    <a:pt x="2618" y="6771"/>
                    <a:pt x="2534" y="6398"/>
                    <a:pt x="2487" y="6209"/>
                  </a:cubicBezTo>
                  <a:cubicBezTo>
                    <a:pt x="2441" y="6018"/>
                    <a:pt x="2436" y="5871"/>
                    <a:pt x="2451" y="5859"/>
                  </a:cubicBezTo>
                  <a:cubicBezTo>
                    <a:pt x="2464" y="5848"/>
                    <a:pt x="2474" y="5845"/>
                    <a:pt x="2480" y="5820"/>
                  </a:cubicBezTo>
                  <a:cubicBezTo>
                    <a:pt x="2486" y="5794"/>
                    <a:pt x="2406" y="5687"/>
                    <a:pt x="2372" y="5638"/>
                  </a:cubicBezTo>
                  <a:cubicBezTo>
                    <a:pt x="2339" y="5590"/>
                    <a:pt x="2084" y="5339"/>
                    <a:pt x="2050" y="5320"/>
                  </a:cubicBezTo>
                  <a:cubicBezTo>
                    <a:pt x="2017" y="5300"/>
                    <a:pt x="1925" y="5201"/>
                    <a:pt x="1913" y="5165"/>
                  </a:cubicBezTo>
                  <a:cubicBezTo>
                    <a:pt x="1902" y="5127"/>
                    <a:pt x="1787" y="5054"/>
                    <a:pt x="1758" y="5054"/>
                  </a:cubicBezTo>
                  <a:cubicBezTo>
                    <a:pt x="1758" y="5054"/>
                    <a:pt x="1758" y="5054"/>
                    <a:pt x="1757" y="5054"/>
                  </a:cubicBezTo>
                  <a:cubicBezTo>
                    <a:pt x="1756" y="5054"/>
                    <a:pt x="1755" y="5054"/>
                    <a:pt x="1754" y="5054"/>
                  </a:cubicBezTo>
                  <a:cubicBezTo>
                    <a:pt x="1728" y="5054"/>
                    <a:pt x="1699" y="5016"/>
                    <a:pt x="1622" y="4965"/>
                  </a:cubicBezTo>
                  <a:cubicBezTo>
                    <a:pt x="1542" y="4911"/>
                    <a:pt x="1457" y="4793"/>
                    <a:pt x="1453" y="4778"/>
                  </a:cubicBezTo>
                  <a:cubicBezTo>
                    <a:pt x="1450" y="4765"/>
                    <a:pt x="1478" y="4736"/>
                    <a:pt x="1498" y="4736"/>
                  </a:cubicBezTo>
                  <a:cubicBezTo>
                    <a:pt x="1517" y="4736"/>
                    <a:pt x="1565" y="4710"/>
                    <a:pt x="1572" y="4678"/>
                  </a:cubicBezTo>
                  <a:cubicBezTo>
                    <a:pt x="1581" y="4644"/>
                    <a:pt x="1498" y="4509"/>
                    <a:pt x="1501" y="4468"/>
                  </a:cubicBezTo>
                  <a:cubicBezTo>
                    <a:pt x="1505" y="4427"/>
                    <a:pt x="1460" y="4304"/>
                    <a:pt x="1454" y="4269"/>
                  </a:cubicBezTo>
                  <a:cubicBezTo>
                    <a:pt x="1447" y="4234"/>
                    <a:pt x="1402" y="3958"/>
                    <a:pt x="1406" y="3919"/>
                  </a:cubicBezTo>
                  <a:cubicBezTo>
                    <a:pt x="1409" y="3881"/>
                    <a:pt x="1409" y="3587"/>
                    <a:pt x="1431" y="3529"/>
                  </a:cubicBezTo>
                  <a:cubicBezTo>
                    <a:pt x="1451" y="3470"/>
                    <a:pt x="1422" y="3300"/>
                    <a:pt x="1427" y="3229"/>
                  </a:cubicBezTo>
                  <a:cubicBezTo>
                    <a:pt x="1431" y="3160"/>
                    <a:pt x="1374" y="3093"/>
                    <a:pt x="1368" y="3065"/>
                  </a:cubicBezTo>
                  <a:cubicBezTo>
                    <a:pt x="1363" y="3039"/>
                    <a:pt x="1363" y="3025"/>
                    <a:pt x="1425" y="2990"/>
                  </a:cubicBezTo>
                  <a:cubicBezTo>
                    <a:pt x="1488" y="2955"/>
                    <a:pt x="1542" y="2953"/>
                    <a:pt x="1575" y="2950"/>
                  </a:cubicBezTo>
                  <a:cubicBezTo>
                    <a:pt x="1609" y="2949"/>
                    <a:pt x="1575" y="2845"/>
                    <a:pt x="1575" y="2815"/>
                  </a:cubicBezTo>
                  <a:cubicBezTo>
                    <a:pt x="1575" y="2786"/>
                    <a:pt x="1581" y="2767"/>
                    <a:pt x="1612" y="2748"/>
                  </a:cubicBezTo>
                  <a:cubicBezTo>
                    <a:pt x="1644" y="2727"/>
                    <a:pt x="1669" y="2640"/>
                    <a:pt x="1701" y="2611"/>
                  </a:cubicBezTo>
                  <a:cubicBezTo>
                    <a:pt x="1731" y="2582"/>
                    <a:pt x="1801" y="2474"/>
                    <a:pt x="1845" y="2427"/>
                  </a:cubicBezTo>
                  <a:cubicBezTo>
                    <a:pt x="1887" y="2379"/>
                    <a:pt x="1896" y="2346"/>
                    <a:pt x="1909" y="2298"/>
                  </a:cubicBezTo>
                  <a:cubicBezTo>
                    <a:pt x="1923" y="2251"/>
                    <a:pt x="1958" y="2151"/>
                    <a:pt x="1976" y="2079"/>
                  </a:cubicBezTo>
                  <a:cubicBezTo>
                    <a:pt x="1993" y="2006"/>
                    <a:pt x="1993" y="1801"/>
                    <a:pt x="1993" y="1711"/>
                  </a:cubicBezTo>
                  <a:cubicBezTo>
                    <a:pt x="1993" y="1619"/>
                    <a:pt x="1963" y="1473"/>
                    <a:pt x="1963" y="1459"/>
                  </a:cubicBezTo>
                  <a:cubicBezTo>
                    <a:pt x="1963" y="1450"/>
                    <a:pt x="1978" y="1435"/>
                    <a:pt x="1984" y="1435"/>
                  </a:cubicBezTo>
                  <a:cubicBezTo>
                    <a:pt x="1985" y="1435"/>
                    <a:pt x="1986" y="1437"/>
                    <a:pt x="1986" y="1440"/>
                  </a:cubicBezTo>
                  <a:cubicBezTo>
                    <a:pt x="1983" y="1454"/>
                    <a:pt x="2001" y="1497"/>
                    <a:pt x="2024" y="1524"/>
                  </a:cubicBezTo>
                  <a:cubicBezTo>
                    <a:pt x="2049" y="1552"/>
                    <a:pt x="2088" y="1553"/>
                    <a:pt x="2098" y="1556"/>
                  </a:cubicBezTo>
                  <a:cubicBezTo>
                    <a:pt x="2108" y="1558"/>
                    <a:pt x="2143" y="1593"/>
                    <a:pt x="2167" y="1623"/>
                  </a:cubicBezTo>
                  <a:cubicBezTo>
                    <a:pt x="2190" y="1655"/>
                    <a:pt x="2225" y="1712"/>
                    <a:pt x="2242" y="1741"/>
                  </a:cubicBezTo>
                  <a:cubicBezTo>
                    <a:pt x="2261" y="1770"/>
                    <a:pt x="2318" y="1869"/>
                    <a:pt x="2342" y="1912"/>
                  </a:cubicBezTo>
                  <a:cubicBezTo>
                    <a:pt x="2365" y="1951"/>
                    <a:pt x="2462" y="2085"/>
                    <a:pt x="2506" y="2136"/>
                  </a:cubicBezTo>
                  <a:cubicBezTo>
                    <a:pt x="2551" y="2186"/>
                    <a:pt x="2669" y="2318"/>
                    <a:pt x="2694" y="2334"/>
                  </a:cubicBezTo>
                  <a:cubicBezTo>
                    <a:pt x="2720" y="2353"/>
                    <a:pt x="2796" y="2435"/>
                    <a:pt x="2825" y="2467"/>
                  </a:cubicBezTo>
                  <a:cubicBezTo>
                    <a:pt x="2854" y="2497"/>
                    <a:pt x="2984" y="2637"/>
                    <a:pt x="3054" y="2711"/>
                  </a:cubicBezTo>
                  <a:cubicBezTo>
                    <a:pt x="3124" y="2786"/>
                    <a:pt x="3233" y="2899"/>
                    <a:pt x="3249" y="2911"/>
                  </a:cubicBezTo>
                  <a:cubicBezTo>
                    <a:pt x="3265" y="2923"/>
                    <a:pt x="3302" y="2962"/>
                    <a:pt x="3299" y="2975"/>
                  </a:cubicBezTo>
                  <a:cubicBezTo>
                    <a:pt x="3294" y="2990"/>
                    <a:pt x="3299" y="2998"/>
                    <a:pt x="3300" y="3016"/>
                  </a:cubicBezTo>
                  <a:cubicBezTo>
                    <a:pt x="3302" y="3033"/>
                    <a:pt x="3318" y="3092"/>
                    <a:pt x="3329" y="3125"/>
                  </a:cubicBezTo>
                  <a:cubicBezTo>
                    <a:pt x="3341" y="3159"/>
                    <a:pt x="3369" y="3265"/>
                    <a:pt x="3369" y="3284"/>
                  </a:cubicBezTo>
                  <a:cubicBezTo>
                    <a:pt x="3369" y="3303"/>
                    <a:pt x="3342" y="3371"/>
                    <a:pt x="3318" y="3416"/>
                  </a:cubicBezTo>
                  <a:cubicBezTo>
                    <a:pt x="3291" y="3462"/>
                    <a:pt x="3307" y="3530"/>
                    <a:pt x="3307" y="3609"/>
                  </a:cubicBezTo>
                  <a:cubicBezTo>
                    <a:pt x="3307" y="3686"/>
                    <a:pt x="3412" y="3846"/>
                    <a:pt x="3428" y="3886"/>
                  </a:cubicBezTo>
                  <a:cubicBezTo>
                    <a:pt x="3444" y="3925"/>
                    <a:pt x="3436" y="4036"/>
                    <a:pt x="3422" y="4073"/>
                  </a:cubicBezTo>
                  <a:cubicBezTo>
                    <a:pt x="3409" y="4110"/>
                    <a:pt x="3436" y="4269"/>
                    <a:pt x="3431" y="4308"/>
                  </a:cubicBezTo>
                  <a:cubicBezTo>
                    <a:pt x="3425" y="4346"/>
                    <a:pt x="3436" y="4582"/>
                    <a:pt x="3438" y="4644"/>
                  </a:cubicBezTo>
                  <a:cubicBezTo>
                    <a:pt x="3440" y="4707"/>
                    <a:pt x="3329" y="4800"/>
                    <a:pt x="3313" y="4835"/>
                  </a:cubicBezTo>
                  <a:cubicBezTo>
                    <a:pt x="3297" y="4870"/>
                    <a:pt x="3335" y="4888"/>
                    <a:pt x="3377" y="4917"/>
                  </a:cubicBezTo>
                  <a:cubicBezTo>
                    <a:pt x="3409" y="4938"/>
                    <a:pt x="3481" y="4950"/>
                    <a:pt x="3536" y="4950"/>
                  </a:cubicBezTo>
                  <a:cubicBezTo>
                    <a:pt x="3556" y="4950"/>
                    <a:pt x="3575" y="4948"/>
                    <a:pt x="3587" y="4945"/>
                  </a:cubicBezTo>
                  <a:cubicBezTo>
                    <a:pt x="3628" y="4931"/>
                    <a:pt x="3715" y="4895"/>
                    <a:pt x="3738" y="4895"/>
                  </a:cubicBezTo>
                  <a:cubicBezTo>
                    <a:pt x="3740" y="4895"/>
                    <a:pt x="3742" y="4896"/>
                    <a:pt x="3743" y="4896"/>
                  </a:cubicBezTo>
                  <a:cubicBezTo>
                    <a:pt x="3753" y="4907"/>
                    <a:pt x="3746" y="4939"/>
                    <a:pt x="3718" y="4974"/>
                  </a:cubicBezTo>
                  <a:cubicBezTo>
                    <a:pt x="3690" y="5009"/>
                    <a:pt x="3696" y="5102"/>
                    <a:pt x="3696" y="5137"/>
                  </a:cubicBezTo>
                  <a:cubicBezTo>
                    <a:pt x="3696" y="5173"/>
                    <a:pt x="3714" y="5265"/>
                    <a:pt x="3705" y="5294"/>
                  </a:cubicBezTo>
                  <a:cubicBezTo>
                    <a:pt x="3698" y="5323"/>
                    <a:pt x="3676" y="5447"/>
                    <a:pt x="3699" y="5475"/>
                  </a:cubicBezTo>
                  <a:cubicBezTo>
                    <a:pt x="3724" y="5505"/>
                    <a:pt x="3690" y="5626"/>
                    <a:pt x="3692" y="5669"/>
                  </a:cubicBezTo>
                  <a:cubicBezTo>
                    <a:pt x="3693" y="5712"/>
                    <a:pt x="3667" y="5801"/>
                    <a:pt x="3654" y="5827"/>
                  </a:cubicBezTo>
                  <a:cubicBezTo>
                    <a:pt x="3639" y="5852"/>
                    <a:pt x="3651" y="5887"/>
                    <a:pt x="3651" y="5915"/>
                  </a:cubicBezTo>
                  <a:cubicBezTo>
                    <a:pt x="3651" y="5942"/>
                    <a:pt x="3626" y="5983"/>
                    <a:pt x="3605" y="6036"/>
                  </a:cubicBezTo>
                  <a:cubicBezTo>
                    <a:pt x="3583" y="6090"/>
                    <a:pt x="3535" y="6193"/>
                    <a:pt x="3511" y="6237"/>
                  </a:cubicBezTo>
                  <a:cubicBezTo>
                    <a:pt x="3488" y="6282"/>
                    <a:pt x="3449" y="6462"/>
                    <a:pt x="3449" y="6462"/>
                  </a:cubicBezTo>
                  <a:lnTo>
                    <a:pt x="3443" y="6461"/>
                  </a:lnTo>
                  <a:cubicBezTo>
                    <a:pt x="3441" y="6460"/>
                    <a:pt x="3440" y="6460"/>
                    <a:pt x="3439" y="6460"/>
                  </a:cubicBezTo>
                  <a:cubicBezTo>
                    <a:pt x="3433" y="6460"/>
                    <a:pt x="3428" y="6465"/>
                    <a:pt x="3428" y="6477"/>
                  </a:cubicBezTo>
                  <a:cubicBezTo>
                    <a:pt x="3428" y="6489"/>
                    <a:pt x="3418" y="6498"/>
                    <a:pt x="3411" y="6498"/>
                  </a:cubicBezTo>
                  <a:cubicBezTo>
                    <a:pt x="3408" y="6498"/>
                    <a:pt x="3405" y="6497"/>
                    <a:pt x="3403" y="6494"/>
                  </a:cubicBezTo>
                  <a:cubicBezTo>
                    <a:pt x="3401" y="6492"/>
                    <a:pt x="3397" y="6491"/>
                    <a:pt x="3392" y="6491"/>
                  </a:cubicBezTo>
                  <a:cubicBezTo>
                    <a:pt x="3385" y="6491"/>
                    <a:pt x="3375" y="6493"/>
                    <a:pt x="3361" y="6493"/>
                  </a:cubicBezTo>
                  <a:cubicBezTo>
                    <a:pt x="3336" y="6493"/>
                    <a:pt x="3341" y="6527"/>
                    <a:pt x="3347" y="6545"/>
                  </a:cubicBezTo>
                  <a:cubicBezTo>
                    <a:pt x="3352" y="6564"/>
                    <a:pt x="3329" y="6589"/>
                    <a:pt x="3319" y="6608"/>
                  </a:cubicBezTo>
                  <a:cubicBezTo>
                    <a:pt x="3317" y="6612"/>
                    <a:pt x="3314" y="6613"/>
                    <a:pt x="3310" y="6613"/>
                  </a:cubicBezTo>
                  <a:cubicBezTo>
                    <a:pt x="3292" y="6613"/>
                    <a:pt x="3257" y="6588"/>
                    <a:pt x="3243" y="6585"/>
                  </a:cubicBezTo>
                  <a:cubicBezTo>
                    <a:pt x="3242" y="6585"/>
                    <a:pt x="3241" y="6584"/>
                    <a:pt x="3240" y="6584"/>
                  </a:cubicBezTo>
                  <a:cubicBezTo>
                    <a:pt x="3225" y="6584"/>
                    <a:pt x="3218" y="6603"/>
                    <a:pt x="3197" y="6612"/>
                  </a:cubicBezTo>
                  <a:cubicBezTo>
                    <a:pt x="3172" y="6621"/>
                    <a:pt x="3143" y="6717"/>
                    <a:pt x="3143" y="6735"/>
                  </a:cubicBezTo>
                  <a:cubicBezTo>
                    <a:pt x="3143" y="6754"/>
                    <a:pt x="3121" y="6777"/>
                    <a:pt x="3099" y="6786"/>
                  </a:cubicBezTo>
                  <a:cubicBezTo>
                    <a:pt x="3077" y="6796"/>
                    <a:pt x="3001" y="6821"/>
                    <a:pt x="2975" y="6840"/>
                  </a:cubicBezTo>
                  <a:cubicBezTo>
                    <a:pt x="2950" y="6856"/>
                    <a:pt x="2869" y="6862"/>
                    <a:pt x="2800" y="6869"/>
                  </a:cubicBezTo>
                  <a:cubicBezTo>
                    <a:pt x="2732" y="6873"/>
                    <a:pt x="2714" y="6971"/>
                    <a:pt x="2732" y="6997"/>
                  </a:cubicBezTo>
                  <a:cubicBezTo>
                    <a:pt x="2749" y="7022"/>
                    <a:pt x="2882" y="7070"/>
                    <a:pt x="2942" y="7079"/>
                  </a:cubicBezTo>
                  <a:cubicBezTo>
                    <a:pt x="2975" y="7084"/>
                    <a:pt x="3039" y="7087"/>
                    <a:pt x="3096" y="7087"/>
                  </a:cubicBezTo>
                  <a:cubicBezTo>
                    <a:pt x="3144" y="7087"/>
                    <a:pt x="3187" y="7085"/>
                    <a:pt x="3202" y="7082"/>
                  </a:cubicBezTo>
                  <a:cubicBezTo>
                    <a:pt x="3214" y="7079"/>
                    <a:pt x="3230" y="7078"/>
                    <a:pt x="3246" y="7078"/>
                  </a:cubicBezTo>
                  <a:cubicBezTo>
                    <a:pt x="3277" y="7078"/>
                    <a:pt x="3313" y="7083"/>
                    <a:pt x="3334" y="7096"/>
                  </a:cubicBezTo>
                  <a:cubicBezTo>
                    <a:pt x="3362" y="7117"/>
                    <a:pt x="3428" y="7137"/>
                    <a:pt x="3513" y="7137"/>
                  </a:cubicBezTo>
                  <a:cubicBezTo>
                    <a:pt x="3519" y="7137"/>
                    <a:pt x="3525" y="7137"/>
                    <a:pt x="3530" y="7137"/>
                  </a:cubicBezTo>
                  <a:cubicBezTo>
                    <a:pt x="3625" y="7132"/>
                    <a:pt x="3655" y="7070"/>
                    <a:pt x="3661" y="7042"/>
                  </a:cubicBezTo>
                  <a:cubicBezTo>
                    <a:pt x="3667" y="7015"/>
                    <a:pt x="3609" y="6873"/>
                    <a:pt x="3609" y="6873"/>
                  </a:cubicBezTo>
                  <a:lnTo>
                    <a:pt x="3599" y="6848"/>
                  </a:lnTo>
                  <a:cubicBezTo>
                    <a:pt x="3588" y="6824"/>
                    <a:pt x="3621" y="6742"/>
                    <a:pt x="3622" y="6729"/>
                  </a:cubicBezTo>
                  <a:cubicBezTo>
                    <a:pt x="3625" y="6716"/>
                    <a:pt x="3645" y="6685"/>
                    <a:pt x="3658" y="6678"/>
                  </a:cubicBezTo>
                  <a:cubicBezTo>
                    <a:pt x="3673" y="6671"/>
                    <a:pt x="3657" y="6653"/>
                    <a:pt x="3658" y="6647"/>
                  </a:cubicBezTo>
                  <a:cubicBezTo>
                    <a:pt x="3661" y="6642"/>
                    <a:pt x="3702" y="6620"/>
                    <a:pt x="3747" y="6596"/>
                  </a:cubicBezTo>
                  <a:cubicBezTo>
                    <a:pt x="3792" y="6573"/>
                    <a:pt x="3890" y="6473"/>
                    <a:pt x="3931" y="6385"/>
                  </a:cubicBezTo>
                  <a:cubicBezTo>
                    <a:pt x="3972" y="6298"/>
                    <a:pt x="3980" y="6199"/>
                    <a:pt x="3980" y="6177"/>
                  </a:cubicBezTo>
                  <a:cubicBezTo>
                    <a:pt x="3980" y="6155"/>
                    <a:pt x="4027" y="6071"/>
                    <a:pt x="4033" y="6057"/>
                  </a:cubicBezTo>
                  <a:cubicBezTo>
                    <a:pt x="4036" y="6050"/>
                    <a:pt x="4039" y="6043"/>
                    <a:pt x="4041" y="6043"/>
                  </a:cubicBezTo>
                  <a:cubicBezTo>
                    <a:pt x="4042" y="6043"/>
                    <a:pt x="4043" y="6047"/>
                    <a:pt x="4044" y="6056"/>
                  </a:cubicBezTo>
                  <a:cubicBezTo>
                    <a:pt x="4046" y="6078"/>
                    <a:pt x="4088" y="6130"/>
                    <a:pt x="4109" y="6178"/>
                  </a:cubicBezTo>
                  <a:cubicBezTo>
                    <a:pt x="4130" y="6228"/>
                    <a:pt x="4199" y="6395"/>
                    <a:pt x="4229" y="6464"/>
                  </a:cubicBezTo>
                  <a:cubicBezTo>
                    <a:pt x="4261" y="6532"/>
                    <a:pt x="4257" y="6567"/>
                    <a:pt x="4253" y="6589"/>
                  </a:cubicBezTo>
                  <a:cubicBezTo>
                    <a:pt x="4248" y="6611"/>
                    <a:pt x="4291" y="6612"/>
                    <a:pt x="4291" y="6639"/>
                  </a:cubicBezTo>
                  <a:cubicBezTo>
                    <a:pt x="4291" y="6663"/>
                    <a:pt x="4339" y="6773"/>
                    <a:pt x="4365" y="6803"/>
                  </a:cubicBezTo>
                  <a:cubicBezTo>
                    <a:pt x="4390" y="6835"/>
                    <a:pt x="4400" y="6942"/>
                    <a:pt x="4401" y="6996"/>
                  </a:cubicBezTo>
                  <a:cubicBezTo>
                    <a:pt x="4403" y="7048"/>
                    <a:pt x="4417" y="7146"/>
                    <a:pt x="4422" y="7191"/>
                  </a:cubicBezTo>
                  <a:cubicBezTo>
                    <a:pt x="4425" y="7234"/>
                    <a:pt x="4455" y="7411"/>
                    <a:pt x="4460" y="7438"/>
                  </a:cubicBezTo>
                  <a:cubicBezTo>
                    <a:pt x="4464" y="7465"/>
                    <a:pt x="4464" y="7468"/>
                    <a:pt x="4452" y="7472"/>
                  </a:cubicBezTo>
                  <a:cubicBezTo>
                    <a:pt x="4441" y="7476"/>
                    <a:pt x="4446" y="7510"/>
                    <a:pt x="4446" y="7524"/>
                  </a:cubicBezTo>
                  <a:cubicBezTo>
                    <a:pt x="4446" y="7540"/>
                    <a:pt x="4444" y="7549"/>
                    <a:pt x="4433" y="7568"/>
                  </a:cubicBezTo>
                  <a:cubicBezTo>
                    <a:pt x="4423" y="7584"/>
                    <a:pt x="4422" y="7661"/>
                    <a:pt x="4412" y="7671"/>
                  </a:cubicBezTo>
                  <a:cubicBezTo>
                    <a:pt x="4401" y="7680"/>
                    <a:pt x="4372" y="7718"/>
                    <a:pt x="4349" y="7741"/>
                  </a:cubicBezTo>
                  <a:cubicBezTo>
                    <a:pt x="4326" y="7765"/>
                    <a:pt x="4347" y="7803"/>
                    <a:pt x="4345" y="7832"/>
                  </a:cubicBezTo>
                  <a:cubicBezTo>
                    <a:pt x="4343" y="7861"/>
                    <a:pt x="4289" y="7925"/>
                    <a:pt x="4269" y="7937"/>
                  </a:cubicBezTo>
                  <a:cubicBezTo>
                    <a:pt x="4248" y="7948"/>
                    <a:pt x="4240" y="8036"/>
                    <a:pt x="4240" y="8055"/>
                  </a:cubicBezTo>
                  <a:cubicBezTo>
                    <a:pt x="4240" y="8075"/>
                    <a:pt x="4203" y="8101"/>
                    <a:pt x="4177" y="8136"/>
                  </a:cubicBezTo>
                  <a:cubicBezTo>
                    <a:pt x="4152" y="8171"/>
                    <a:pt x="4075" y="8269"/>
                    <a:pt x="4074" y="8340"/>
                  </a:cubicBezTo>
                  <a:cubicBezTo>
                    <a:pt x="4071" y="8413"/>
                    <a:pt x="4149" y="8458"/>
                    <a:pt x="4253" y="8461"/>
                  </a:cubicBezTo>
                  <a:cubicBezTo>
                    <a:pt x="4256" y="8461"/>
                    <a:pt x="4260" y="8461"/>
                    <a:pt x="4264" y="8461"/>
                  </a:cubicBezTo>
                  <a:cubicBezTo>
                    <a:pt x="4362" y="8461"/>
                    <a:pt x="4434" y="8405"/>
                    <a:pt x="4502" y="8356"/>
                  </a:cubicBezTo>
                  <a:cubicBezTo>
                    <a:pt x="4572" y="8305"/>
                    <a:pt x="4639" y="8129"/>
                    <a:pt x="4649" y="8106"/>
                  </a:cubicBezTo>
                  <a:cubicBezTo>
                    <a:pt x="4661" y="8084"/>
                    <a:pt x="4680" y="8039"/>
                    <a:pt x="4736" y="7996"/>
                  </a:cubicBezTo>
                  <a:cubicBezTo>
                    <a:pt x="4793" y="7956"/>
                    <a:pt x="4862" y="7867"/>
                    <a:pt x="4865" y="7775"/>
                  </a:cubicBezTo>
                  <a:cubicBezTo>
                    <a:pt x="4866" y="7682"/>
                    <a:pt x="4745" y="7638"/>
                    <a:pt x="4739" y="7638"/>
                  </a:cubicBezTo>
                  <a:cubicBezTo>
                    <a:pt x="4733" y="7638"/>
                    <a:pt x="4704" y="7632"/>
                    <a:pt x="4713" y="7618"/>
                  </a:cubicBezTo>
                  <a:cubicBezTo>
                    <a:pt x="4723" y="7604"/>
                    <a:pt x="4716" y="7571"/>
                    <a:pt x="4717" y="7548"/>
                  </a:cubicBezTo>
                  <a:cubicBezTo>
                    <a:pt x="4719" y="7524"/>
                    <a:pt x="4731" y="7513"/>
                    <a:pt x="4739" y="7501"/>
                  </a:cubicBezTo>
                  <a:cubicBezTo>
                    <a:pt x="4749" y="7489"/>
                    <a:pt x="4731" y="7469"/>
                    <a:pt x="4731" y="7469"/>
                  </a:cubicBezTo>
                  <a:cubicBezTo>
                    <a:pt x="4731" y="7469"/>
                    <a:pt x="4732" y="7452"/>
                    <a:pt x="4747" y="7417"/>
                  </a:cubicBezTo>
                  <a:cubicBezTo>
                    <a:pt x="4763" y="7382"/>
                    <a:pt x="4809" y="7189"/>
                    <a:pt x="4835" y="7089"/>
                  </a:cubicBezTo>
                  <a:cubicBezTo>
                    <a:pt x="4860" y="6987"/>
                    <a:pt x="4841" y="6940"/>
                    <a:pt x="4818" y="6883"/>
                  </a:cubicBezTo>
                  <a:cubicBezTo>
                    <a:pt x="4795" y="6827"/>
                    <a:pt x="4719" y="6576"/>
                    <a:pt x="4712" y="6535"/>
                  </a:cubicBezTo>
                  <a:cubicBezTo>
                    <a:pt x="4704" y="6494"/>
                    <a:pt x="4709" y="6449"/>
                    <a:pt x="4712" y="6432"/>
                  </a:cubicBezTo>
                  <a:cubicBezTo>
                    <a:pt x="4716" y="6414"/>
                    <a:pt x="4745" y="6363"/>
                    <a:pt x="4774" y="6308"/>
                  </a:cubicBezTo>
                  <a:cubicBezTo>
                    <a:pt x="4803" y="6254"/>
                    <a:pt x="4809" y="6030"/>
                    <a:pt x="4833" y="5983"/>
                  </a:cubicBezTo>
                  <a:cubicBezTo>
                    <a:pt x="4857" y="5937"/>
                    <a:pt x="4793" y="5769"/>
                    <a:pt x="4790" y="5762"/>
                  </a:cubicBezTo>
                  <a:cubicBezTo>
                    <a:pt x="4789" y="5756"/>
                    <a:pt x="4768" y="5743"/>
                    <a:pt x="4789" y="5712"/>
                  </a:cubicBezTo>
                  <a:cubicBezTo>
                    <a:pt x="4808" y="5680"/>
                    <a:pt x="4824" y="5635"/>
                    <a:pt x="4818" y="5616"/>
                  </a:cubicBezTo>
                  <a:cubicBezTo>
                    <a:pt x="4812" y="5596"/>
                    <a:pt x="4822" y="5583"/>
                    <a:pt x="4844" y="5571"/>
                  </a:cubicBezTo>
                  <a:cubicBezTo>
                    <a:pt x="4866" y="5559"/>
                    <a:pt x="4872" y="5492"/>
                    <a:pt x="4900" y="5357"/>
                  </a:cubicBezTo>
                  <a:cubicBezTo>
                    <a:pt x="4926" y="5218"/>
                    <a:pt x="4857" y="5060"/>
                    <a:pt x="4856" y="4988"/>
                  </a:cubicBezTo>
                  <a:cubicBezTo>
                    <a:pt x="4853" y="4918"/>
                    <a:pt x="4792" y="4831"/>
                    <a:pt x="4757" y="4760"/>
                  </a:cubicBezTo>
                  <a:cubicBezTo>
                    <a:pt x="4722" y="4690"/>
                    <a:pt x="4637" y="4643"/>
                    <a:pt x="4631" y="4640"/>
                  </a:cubicBezTo>
                  <a:cubicBezTo>
                    <a:pt x="4624" y="4639"/>
                    <a:pt x="4620" y="4576"/>
                    <a:pt x="4637" y="4573"/>
                  </a:cubicBezTo>
                  <a:cubicBezTo>
                    <a:pt x="4653" y="4569"/>
                    <a:pt x="4731" y="4499"/>
                    <a:pt x="4765" y="4446"/>
                  </a:cubicBezTo>
                  <a:cubicBezTo>
                    <a:pt x="4800" y="4394"/>
                    <a:pt x="4704" y="4327"/>
                    <a:pt x="4697" y="4318"/>
                  </a:cubicBezTo>
                  <a:cubicBezTo>
                    <a:pt x="4690" y="4311"/>
                    <a:pt x="4678" y="4280"/>
                    <a:pt x="4685" y="4237"/>
                  </a:cubicBezTo>
                  <a:cubicBezTo>
                    <a:pt x="4694" y="4194"/>
                    <a:pt x="4637" y="4154"/>
                    <a:pt x="4637" y="4138"/>
                  </a:cubicBezTo>
                  <a:cubicBezTo>
                    <a:pt x="4637" y="4122"/>
                    <a:pt x="4662" y="3982"/>
                    <a:pt x="4672" y="3904"/>
                  </a:cubicBezTo>
                  <a:cubicBezTo>
                    <a:pt x="4681" y="3829"/>
                    <a:pt x="4633" y="3766"/>
                    <a:pt x="4633" y="3766"/>
                  </a:cubicBezTo>
                  <a:cubicBezTo>
                    <a:pt x="4633" y="3766"/>
                    <a:pt x="4627" y="3724"/>
                    <a:pt x="4639" y="3692"/>
                  </a:cubicBezTo>
                  <a:cubicBezTo>
                    <a:pt x="4650" y="3661"/>
                    <a:pt x="4661" y="3542"/>
                    <a:pt x="4662" y="3504"/>
                  </a:cubicBezTo>
                  <a:cubicBezTo>
                    <a:pt x="4665" y="3467"/>
                    <a:pt x="4562" y="3317"/>
                    <a:pt x="4547" y="3317"/>
                  </a:cubicBezTo>
                  <a:cubicBezTo>
                    <a:pt x="4531" y="3317"/>
                    <a:pt x="4500" y="3243"/>
                    <a:pt x="4496" y="3199"/>
                  </a:cubicBezTo>
                  <a:cubicBezTo>
                    <a:pt x="4492" y="3157"/>
                    <a:pt x="4398" y="3068"/>
                    <a:pt x="4377" y="3042"/>
                  </a:cubicBezTo>
                  <a:cubicBezTo>
                    <a:pt x="4355" y="3014"/>
                    <a:pt x="4259" y="2876"/>
                    <a:pt x="4259" y="2876"/>
                  </a:cubicBezTo>
                  <a:cubicBezTo>
                    <a:pt x="4259" y="2876"/>
                    <a:pt x="4261" y="2857"/>
                    <a:pt x="4288" y="2835"/>
                  </a:cubicBezTo>
                  <a:cubicBezTo>
                    <a:pt x="4312" y="2812"/>
                    <a:pt x="4337" y="2700"/>
                    <a:pt x="4346" y="2612"/>
                  </a:cubicBezTo>
                  <a:cubicBezTo>
                    <a:pt x="4353" y="2525"/>
                    <a:pt x="4331" y="2449"/>
                    <a:pt x="4183" y="2334"/>
                  </a:cubicBezTo>
                  <a:cubicBezTo>
                    <a:pt x="4103" y="2273"/>
                    <a:pt x="4001" y="2257"/>
                    <a:pt x="3917" y="2257"/>
                  </a:cubicBezTo>
                  <a:cubicBezTo>
                    <a:pt x="3844" y="2257"/>
                    <a:pt x="3785" y="2269"/>
                    <a:pt x="3768" y="2273"/>
                  </a:cubicBezTo>
                  <a:cubicBezTo>
                    <a:pt x="3728" y="2283"/>
                    <a:pt x="3740" y="2324"/>
                    <a:pt x="3717" y="2344"/>
                  </a:cubicBezTo>
                  <a:cubicBezTo>
                    <a:pt x="3693" y="2363"/>
                    <a:pt x="3674" y="2384"/>
                    <a:pt x="3651" y="2414"/>
                  </a:cubicBezTo>
                  <a:cubicBezTo>
                    <a:pt x="3626" y="2446"/>
                    <a:pt x="3619" y="2470"/>
                    <a:pt x="3618" y="2483"/>
                  </a:cubicBezTo>
                  <a:cubicBezTo>
                    <a:pt x="3615" y="2496"/>
                    <a:pt x="3570" y="2510"/>
                    <a:pt x="3539" y="2522"/>
                  </a:cubicBezTo>
                  <a:cubicBezTo>
                    <a:pt x="3516" y="2531"/>
                    <a:pt x="3509" y="2547"/>
                    <a:pt x="3496" y="2547"/>
                  </a:cubicBezTo>
                  <a:cubicBezTo>
                    <a:pt x="3492" y="2547"/>
                    <a:pt x="3488" y="2545"/>
                    <a:pt x="3482" y="2541"/>
                  </a:cubicBezTo>
                  <a:cubicBezTo>
                    <a:pt x="3459" y="2525"/>
                    <a:pt x="3383" y="2493"/>
                    <a:pt x="3367" y="2483"/>
                  </a:cubicBezTo>
                  <a:cubicBezTo>
                    <a:pt x="3352" y="2473"/>
                    <a:pt x="3309" y="2420"/>
                    <a:pt x="3248" y="2368"/>
                  </a:cubicBezTo>
                  <a:cubicBezTo>
                    <a:pt x="3188" y="2315"/>
                    <a:pt x="3039" y="2226"/>
                    <a:pt x="3031" y="2215"/>
                  </a:cubicBezTo>
                  <a:cubicBezTo>
                    <a:pt x="3019" y="2205"/>
                    <a:pt x="2966" y="2121"/>
                    <a:pt x="2927" y="2056"/>
                  </a:cubicBezTo>
                  <a:cubicBezTo>
                    <a:pt x="2889" y="1989"/>
                    <a:pt x="2690" y="1843"/>
                    <a:pt x="2650" y="1818"/>
                  </a:cubicBezTo>
                  <a:cubicBezTo>
                    <a:pt x="2611" y="1794"/>
                    <a:pt x="2409" y="1609"/>
                    <a:pt x="2365" y="1568"/>
                  </a:cubicBezTo>
                  <a:cubicBezTo>
                    <a:pt x="2323" y="1527"/>
                    <a:pt x="2242" y="1444"/>
                    <a:pt x="2222" y="1444"/>
                  </a:cubicBezTo>
                  <a:cubicBezTo>
                    <a:pt x="2203" y="1444"/>
                    <a:pt x="2186" y="1405"/>
                    <a:pt x="2178" y="1373"/>
                  </a:cubicBezTo>
                  <a:cubicBezTo>
                    <a:pt x="2170" y="1342"/>
                    <a:pt x="2094" y="1188"/>
                    <a:pt x="2087" y="1182"/>
                  </a:cubicBezTo>
                  <a:cubicBezTo>
                    <a:pt x="2078" y="1176"/>
                    <a:pt x="2082" y="1022"/>
                    <a:pt x="2082" y="1003"/>
                  </a:cubicBezTo>
                  <a:cubicBezTo>
                    <a:pt x="2082" y="991"/>
                    <a:pt x="2084" y="971"/>
                    <a:pt x="2087" y="947"/>
                  </a:cubicBezTo>
                  <a:cubicBezTo>
                    <a:pt x="2202" y="848"/>
                    <a:pt x="2275" y="703"/>
                    <a:pt x="2275" y="538"/>
                  </a:cubicBezTo>
                  <a:cubicBezTo>
                    <a:pt x="2275" y="241"/>
                    <a:pt x="2034" y="1"/>
                    <a:pt x="173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" name="Google Shape;265;p20"/>
            <p:cNvSpPr/>
            <p:nvPr/>
          </p:nvSpPr>
          <p:spPr>
            <a:xfrm>
              <a:off x="4070856" y="1233648"/>
              <a:ext cx="424500" cy="4245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6" name="Google Shape;266;p20"/>
          <p:cNvSpPr txBox="1"/>
          <p:nvPr/>
        </p:nvSpPr>
        <p:spPr>
          <a:xfrm>
            <a:off x="761550" y="1253950"/>
            <a:ext cx="5834700" cy="29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rPr>
              <a:t>Evaluation Metric:</a:t>
            </a:r>
            <a:endParaRPr b="1" sz="1800">
              <a:solidFill>
                <a:schemeClr val="lt1"/>
              </a:solidFill>
              <a:latin typeface="Dosis"/>
              <a:ea typeface="Dosis"/>
              <a:cs typeface="Dosis"/>
              <a:sym typeface="Dosi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Dosis"/>
              <a:buChar char="●"/>
            </a:pPr>
            <a:r>
              <a:rPr lang="en" sz="1800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rPr>
              <a:t>E</a:t>
            </a:r>
            <a:r>
              <a:rPr lang="en" sz="1800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rPr>
              <a:t>valuated the model's predictions based on how well the chosen fifth player contributed to team success in similar matchups.</a:t>
            </a:r>
            <a:endParaRPr sz="1800">
              <a:solidFill>
                <a:schemeClr val="lt1"/>
              </a:solidFill>
              <a:latin typeface="Dosis"/>
              <a:ea typeface="Dosis"/>
              <a:cs typeface="Dosis"/>
              <a:sym typeface="Dosi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Dosis"/>
              <a:buChar char="●"/>
            </a:pPr>
            <a:r>
              <a:rPr lang="en" sz="1800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rPr>
              <a:t>Performance was measured using prediction accuracy and historical success metrics.</a:t>
            </a:r>
            <a:endParaRPr sz="1800">
              <a:solidFill>
                <a:schemeClr val="lt1"/>
              </a:solidFill>
              <a:latin typeface="Dosis"/>
              <a:ea typeface="Dosis"/>
              <a:cs typeface="Dosis"/>
              <a:sym typeface="Dosi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Dosis"/>
              <a:ea typeface="Dosis"/>
              <a:cs typeface="Dosis"/>
              <a:sym typeface="Dosi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rPr>
              <a:t>Model Explainability:</a:t>
            </a:r>
            <a:r>
              <a:rPr lang="en" sz="1800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rPr>
              <a:t> Detailed the rationale behind choosing the predicted player, using feature importance and decision-making processes.</a:t>
            </a:r>
            <a:endParaRPr sz="1800">
              <a:solidFill>
                <a:schemeClr val="lt1"/>
              </a:solidFill>
              <a:latin typeface="Dosis"/>
              <a:ea typeface="Dosis"/>
              <a:cs typeface="Dosis"/>
              <a:sym typeface="Dosi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21"/>
          <p:cNvSpPr txBox="1"/>
          <p:nvPr>
            <p:ph type="title"/>
          </p:nvPr>
        </p:nvSpPr>
        <p:spPr>
          <a:xfrm>
            <a:off x="713225" y="539500"/>
            <a:ext cx="7717500" cy="47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Unique Encoding in Player Performance Modeling</a:t>
            </a:r>
            <a:endParaRPr/>
          </a:p>
        </p:txBody>
      </p:sp>
      <p:sp>
        <p:nvSpPr>
          <p:cNvPr id="272" name="Google Shape;272;p21"/>
          <p:cNvSpPr txBox="1"/>
          <p:nvPr/>
        </p:nvSpPr>
        <p:spPr>
          <a:xfrm>
            <a:off x="402800" y="1664500"/>
            <a:ext cx="6800400" cy="25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Dosis"/>
              <a:buChar char="●"/>
            </a:pPr>
            <a:r>
              <a:rPr b="1" lang="en" sz="1800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rPr>
              <a:t>Performance-Based:</a:t>
            </a:r>
            <a:r>
              <a:rPr lang="en" sz="1800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rPr>
              <a:t> Weighted by playing time.</a:t>
            </a:r>
            <a:endParaRPr sz="1800">
              <a:solidFill>
                <a:schemeClr val="lt1"/>
              </a:solidFill>
              <a:latin typeface="Dosis"/>
              <a:ea typeface="Dosis"/>
              <a:cs typeface="Dosis"/>
              <a:sym typeface="Dosis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Dosis"/>
              <a:buChar char="●"/>
            </a:pPr>
            <a:r>
              <a:rPr b="1" lang="en" sz="1800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rPr>
              <a:t>Contextual: </a:t>
            </a:r>
            <a:r>
              <a:rPr lang="en" sz="1800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rPr>
              <a:t>Computed per season &amp; team.</a:t>
            </a:r>
            <a:endParaRPr sz="1800">
              <a:solidFill>
                <a:schemeClr val="lt1"/>
              </a:solidFill>
              <a:latin typeface="Dosis"/>
              <a:ea typeface="Dosis"/>
              <a:cs typeface="Dosis"/>
              <a:sym typeface="Dosis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Dosis"/>
              <a:buChar char="●"/>
            </a:pPr>
            <a:r>
              <a:rPr b="1" lang="en" sz="1800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rPr>
              <a:t>Fallback:</a:t>
            </a:r>
            <a:r>
              <a:rPr lang="en" sz="1800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rPr>
              <a:t> Uses overall mean if missing.</a:t>
            </a:r>
            <a:endParaRPr sz="1800">
              <a:solidFill>
                <a:schemeClr val="lt1"/>
              </a:solidFill>
              <a:latin typeface="Dosis"/>
              <a:ea typeface="Dosis"/>
              <a:cs typeface="Dosis"/>
              <a:sym typeface="Dosis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Dosis"/>
              <a:buChar char="●"/>
            </a:pPr>
            <a:r>
              <a:rPr b="1" lang="en" sz="1800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rPr>
              <a:t>Efficient: </a:t>
            </a:r>
            <a:r>
              <a:rPr lang="en" sz="1800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rPr>
              <a:t>Fast dictionary lookups.</a:t>
            </a:r>
            <a:endParaRPr sz="1800">
              <a:solidFill>
                <a:schemeClr val="lt1"/>
              </a:solidFill>
              <a:latin typeface="Dosis"/>
              <a:ea typeface="Dosis"/>
              <a:cs typeface="Dosis"/>
              <a:sym typeface="Dosis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Dosis"/>
              <a:buChar char="●"/>
            </a:pPr>
            <a:r>
              <a:rPr b="1" lang="en" sz="1800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rPr>
              <a:t>D</a:t>
            </a:r>
            <a:r>
              <a:rPr b="1" lang="en" sz="1800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rPr>
              <a:t>ata-Driven:</a:t>
            </a:r>
            <a:r>
              <a:rPr lang="en" sz="1800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rPr>
              <a:t> Captures player &amp; team impact.</a:t>
            </a:r>
            <a:endParaRPr sz="1800">
              <a:solidFill>
                <a:schemeClr val="lt1"/>
              </a:solidFill>
              <a:latin typeface="Dosis"/>
              <a:ea typeface="Dosis"/>
              <a:cs typeface="Dosis"/>
              <a:sym typeface="Dosi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lt1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grpSp>
        <p:nvGrpSpPr>
          <p:cNvPr id="273" name="Google Shape;273;p21"/>
          <p:cNvGrpSpPr/>
          <p:nvPr/>
        </p:nvGrpSpPr>
        <p:grpSpPr>
          <a:xfrm>
            <a:off x="7315990" y="751447"/>
            <a:ext cx="1171627" cy="1919639"/>
            <a:chOff x="4793445" y="1834611"/>
            <a:chExt cx="694133" cy="995560"/>
          </a:xfrm>
        </p:grpSpPr>
        <p:sp>
          <p:nvSpPr>
            <p:cNvPr id="274" name="Google Shape;274;p21"/>
            <p:cNvSpPr/>
            <p:nvPr/>
          </p:nvSpPr>
          <p:spPr>
            <a:xfrm>
              <a:off x="4793445" y="1834611"/>
              <a:ext cx="694133" cy="995560"/>
            </a:xfrm>
            <a:custGeom>
              <a:rect b="b" l="l" r="r" t="t"/>
              <a:pathLst>
                <a:path extrusionOk="0" h="7429" w="5180">
                  <a:moveTo>
                    <a:pt x="2840" y="1"/>
                  </a:moveTo>
                  <a:cubicBezTo>
                    <a:pt x="2740" y="1"/>
                    <a:pt x="2588" y="41"/>
                    <a:pt x="2419" y="103"/>
                  </a:cubicBezTo>
                  <a:cubicBezTo>
                    <a:pt x="2206" y="181"/>
                    <a:pt x="2238" y="588"/>
                    <a:pt x="2247" y="622"/>
                  </a:cubicBezTo>
                  <a:cubicBezTo>
                    <a:pt x="2257" y="657"/>
                    <a:pt x="2266" y="752"/>
                    <a:pt x="2266" y="800"/>
                  </a:cubicBezTo>
                  <a:cubicBezTo>
                    <a:pt x="2266" y="848"/>
                    <a:pt x="2320" y="899"/>
                    <a:pt x="2319" y="937"/>
                  </a:cubicBezTo>
                  <a:cubicBezTo>
                    <a:pt x="2316" y="976"/>
                    <a:pt x="2375" y="972"/>
                    <a:pt x="2389" y="976"/>
                  </a:cubicBezTo>
                  <a:cubicBezTo>
                    <a:pt x="2403" y="980"/>
                    <a:pt x="2389" y="1041"/>
                    <a:pt x="2375" y="1041"/>
                  </a:cubicBezTo>
                  <a:cubicBezTo>
                    <a:pt x="2361" y="1041"/>
                    <a:pt x="2355" y="1053"/>
                    <a:pt x="2316" y="1066"/>
                  </a:cubicBezTo>
                  <a:cubicBezTo>
                    <a:pt x="2302" y="1071"/>
                    <a:pt x="2287" y="1072"/>
                    <a:pt x="2271" y="1072"/>
                  </a:cubicBezTo>
                  <a:cubicBezTo>
                    <a:pt x="2265" y="1072"/>
                    <a:pt x="2258" y="1072"/>
                    <a:pt x="2252" y="1072"/>
                  </a:cubicBezTo>
                  <a:cubicBezTo>
                    <a:pt x="2229" y="1072"/>
                    <a:pt x="2207" y="1074"/>
                    <a:pt x="2189" y="1087"/>
                  </a:cubicBezTo>
                  <a:cubicBezTo>
                    <a:pt x="2153" y="1114"/>
                    <a:pt x="2157" y="1145"/>
                    <a:pt x="2129" y="1162"/>
                  </a:cubicBezTo>
                  <a:cubicBezTo>
                    <a:pt x="2102" y="1181"/>
                    <a:pt x="2037" y="1251"/>
                    <a:pt x="2033" y="1267"/>
                  </a:cubicBezTo>
                  <a:cubicBezTo>
                    <a:pt x="2029" y="1283"/>
                    <a:pt x="1952" y="1324"/>
                    <a:pt x="1870" y="1375"/>
                  </a:cubicBezTo>
                  <a:cubicBezTo>
                    <a:pt x="1787" y="1425"/>
                    <a:pt x="1694" y="1566"/>
                    <a:pt x="1672" y="1646"/>
                  </a:cubicBezTo>
                  <a:cubicBezTo>
                    <a:pt x="1649" y="1725"/>
                    <a:pt x="1685" y="1929"/>
                    <a:pt x="1685" y="1950"/>
                  </a:cubicBezTo>
                  <a:cubicBezTo>
                    <a:pt x="1685" y="1974"/>
                    <a:pt x="1660" y="2016"/>
                    <a:pt x="1637" y="2068"/>
                  </a:cubicBezTo>
                  <a:cubicBezTo>
                    <a:pt x="1615" y="2121"/>
                    <a:pt x="1548" y="2240"/>
                    <a:pt x="1532" y="2269"/>
                  </a:cubicBezTo>
                  <a:cubicBezTo>
                    <a:pt x="1516" y="2299"/>
                    <a:pt x="1450" y="2331"/>
                    <a:pt x="1407" y="2357"/>
                  </a:cubicBezTo>
                  <a:cubicBezTo>
                    <a:pt x="1364" y="2382"/>
                    <a:pt x="1293" y="2475"/>
                    <a:pt x="1228" y="2555"/>
                  </a:cubicBezTo>
                  <a:cubicBezTo>
                    <a:pt x="1161" y="2634"/>
                    <a:pt x="946" y="2851"/>
                    <a:pt x="910" y="2883"/>
                  </a:cubicBezTo>
                  <a:cubicBezTo>
                    <a:pt x="874" y="2915"/>
                    <a:pt x="793" y="2980"/>
                    <a:pt x="792" y="2999"/>
                  </a:cubicBezTo>
                  <a:cubicBezTo>
                    <a:pt x="789" y="3017"/>
                    <a:pt x="763" y="3026"/>
                    <a:pt x="731" y="3047"/>
                  </a:cubicBezTo>
                  <a:cubicBezTo>
                    <a:pt x="699" y="3068"/>
                    <a:pt x="721" y="3110"/>
                    <a:pt x="712" y="3129"/>
                  </a:cubicBezTo>
                  <a:cubicBezTo>
                    <a:pt x="703" y="3148"/>
                    <a:pt x="671" y="3211"/>
                    <a:pt x="642" y="3245"/>
                  </a:cubicBezTo>
                  <a:cubicBezTo>
                    <a:pt x="611" y="3279"/>
                    <a:pt x="601" y="3346"/>
                    <a:pt x="601" y="3379"/>
                  </a:cubicBezTo>
                  <a:cubicBezTo>
                    <a:pt x="601" y="3414"/>
                    <a:pt x="595" y="3497"/>
                    <a:pt x="591" y="3516"/>
                  </a:cubicBezTo>
                  <a:cubicBezTo>
                    <a:pt x="587" y="3534"/>
                    <a:pt x="627" y="3541"/>
                    <a:pt x="646" y="3562"/>
                  </a:cubicBezTo>
                  <a:cubicBezTo>
                    <a:pt x="664" y="3582"/>
                    <a:pt x="651" y="3613"/>
                    <a:pt x="651" y="3650"/>
                  </a:cubicBezTo>
                  <a:cubicBezTo>
                    <a:pt x="651" y="3690"/>
                    <a:pt x="680" y="3703"/>
                    <a:pt x="694" y="3703"/>
                  </a:cubicBezTo>
                  <a:cubicBezTo>
                    <a:pt x="707" y="3703"/>
                    <a:pt x="716" y="3710"/>
                    <a:pt x="740" y="3726"/>
                  </a:cubicBezTo>
                  <a:cubicBezTo>
                    <a:pt x="746" y="3730"/>
                    <a:pt x="752" y="3732"/>
                    <a:pt x="758" y="3732"/>
                  </a:cubicBezTo>
                  <a:cubicBezTo>
                    <a:pt x="769" y="3732"/>
                    <a:pt x="779" y="3727"/>
                    <a:pt x="785" y="3723"/>
                  </a:cubicBezTo>
                  <a:cubicBezTo>
                    <a:pt x="865" y="3851"/>
                    <a:pt x="1008" y="3936"/>
                    <a:pt x="1169" y="3936"/>
                  </a:cubicBezTo>
                  <a:cubicBezTo>
                    <a:pt x="1421" y="3936"/>
                    <a:pt x="1625" y="3732"/>
                    <a:pt x="1625" y="3480"/>
                  </a:cubicBezTo>
                  <a:cubicBezTo>
                    <a:pt x="1625" y="3264"/>
                    <a:pt x="1477" y="3084"/>
                    <a:pt x="1276" y="3036"/>
                  </a:cubicBezTo>
                  <a:cubicBezTo>
                    <a:pt x="1279" y="3030"/>
                    <a:pt x="1280" y="3027"/>
                    <a:pt x="1280" y="3027"/>
                  </a:cubicBezTo>
                  <a:cubicBezTo>
                    <a:pt x="1264" y="3027"/>
                    <a:pt x="1245" y="2999"/>
                    <a:pt x="1265" y="2976"/>
                  </a:cubicBezTo>
                  <a:cubicBezTo>
                    <a:pt x="1286" y="2954"/>
                    <a:pt x="1427" y="2875"/>
                    <a:pt x="1474" y="2849"/>
                  </a:cubicBezTo>
                  <a:cubicBezTo>
                    <a:pt x="1519" y="2822"/>
                    <a:pt x="1641" y="2714"/>
                    <a:pt x="1665" y="2692"/>
                  </a:cubicBezTo>
                  <a:cubicBezTo>
                    <a:pt x="1688" y="2669"/>
                    <a:pt x="1704" y="2656"/>
                    <a:pt x="1724" y="2637"/>
                  </a:cubicBezTo>
                  <a:cubicBezTo>
                    <a:pt x="1745" y="2619"/>
                    <a:pt x="1806" y="2562"/>
                    <a:pt x="1850" y="2526"/>
                  </a:cubicBezTo>
                  <a:cubicBezTo>
                    <a:pt x="1893" y="2489"/>
                    <a:pt x="1978" y="2269"/>
                    <a:pt x="1994" y="2223"/>
                  </a:cubicBezTo>
                  <a:cubicBezTo>
                    <a:pt x="2004" y="2189"/>
                    <a:pt x="2012" y="2165"/>
                    <a:pt x="2021" y="2165"/>
                  </a:cubicBezTo>
                  <a:cubicBezTo>
                    <a:pt x="2024" y="2165"/>
                    <a:pt x="2028" y="2170"/>
                    <a:pt x="2032" y="2179"/>
                  </a:cubicBezTo>
                  <a:cubicBezTo>
                    <a:pt x="2045" y="2211"/>
                    <a:pt x="2125" y="2338"/>
                    <a:pt x="2153" y="2361"/>
                  </a:cubicBezTo>
                  <a:cubicBezTo>
                    <a:pt x="2180" y="2385"/>
                    <a:pt x="2243" y="2463"/>
                    <a:pt x="2265" y="2535"/>
                  </a:cubicBezTo>
                  <a:cubicBezTo>
                    <a:pt x="2285" y="2605"/>
                    <a:pt x="2253" y="2765"/>
                    <a:pt x="2225" y="2826"/>
                  </a:cubicBezTo>
                  <a:cubicBezTo>
                    <a:pt x="2198" y="2887"/>
                    <a:pt x="2266" y="2956"/>
                    <a:pt x="2278" y="3012"/>
                  </a:cubicBezTo>
                  <a:cubicBezTo>
                    <a:pt x="2289" y="3069"/>
                    <a:pt x="2278" y="3120"/>
                    <a:pt x="2234" y="3149"/>
                  </a:cubicBezTo>
                  <a:cubicBezTo>
                    <a:pt x="2192" y="3178"/>
                    <a:pt x="2244" y="3314"/>
                    <a:pt x="2246" y="3342"/>
                  </a:cubicBezTo>
                  <a:cubicBezTo>
                    <a:pt x="2249" y="3368"/>
                    <a:pt x="2234" y="3375"/>
                    <a:pt x="2176" y="3410"/>
                  </a:cubicBezTo>
                  <a:cubicBezTo>
                    <a:pt x="2116" y="3444"/>
                    <a:pt x="2048" y="3576"/>
                    <a:pt x="2011" y="3613"/>
                  </a:cubicBezTo>
                  <a:cubicBezTo>
                    <a:pt x="1975" y="3649"/>
                    <a:pt x="1991" y="3808"/>
                    <a:pt x="1986" y="3856"/>
                  </a:cubicBezTo>
                  <a:cubicBezTo>
                    <a:pt x="1982" y="3904"/>
                    <a:pt x="1952" y="3917"/>
                    <a:pt x="1909" y="3965"/>
                  </a:cubicBezTo>
                  <a:cubicBezTo>
                    <a:pt x="1866" y="4013"/>
                    <a:pt x="1765" y="4271"/>
                    <a:pt x="1732" y="4325"/>
                  </a:cubicBezTo>
                  <a:cubicBezTo>
                    <a:pt x="1697" y="4380"/>
                    <a:pt x="1681" y="4497"/>
                    <a:pt x="1681" y="4504"/>
                  </a:cubicBezTo>
                  <a:cubicBezTo>
                    <a:pt x="1681" y="4510"/>
                    <a:pt x="1663" y="4538"/>
                    <a:pt x="1653" y="4574"/>
                  </a:cubicBezTo>
                  <a:cubicBezTo>
                    <a:pt x="1644" y="4610"/>
                    <a:pt x="1560" y="4752"/>
                    <a:pt x="1538" y="4775"/>
                  </a:cubicBezTo>
                  <a:cubicBezTo>
                    <a:pt x="1514" y="4797"/>
                    <a:pt x="1449" y="4937"/>
                    <a:pt x="1418" y="4993"/>
                  </a:cubicBezTo>
                  <a:cubicBezTo>
                    <a:pt x="1389" y="5050"/>
                    <a:pt x="1236" y="5232"/>
                    <a:pt x="1184" y="5305"/>
                  </a:cubicBezTo>
                  <a:cubicBezTo>
                    <a:pt x="1131" y="5378"/>
                    <a:pt x="993" y="5732"/>
                    <a:pt x="957" y="5811"/>
                  </a:cubicBezTo>
                  <a:cubicBezTo>
                    <a:pt x="920" y="5891"/>
                    <a:pt x="840" y="6191"/>
                    <a:pt x="833" y="6191"/>
                  </a:cubicBezTo>
                  <a:cubicBezTo>
                    <a:pt x="827" y="6191"/>
                    <a:pt x="817" y="6201"/>
                    <a:pt x="817" y="6201"/>
                  </a:cubicBezTo>
                  <a:cubicBezTo>
                    <a:pt x="817" y="6201"/>
                    <a:pt x="764" y="6335"/>
                    <a:pt x="731" y="6360"/>
                  </a:cubicBezTo>
                  <a:cubicBezTo>
                    <a:pt x="696" y="6385"/>
                    <a:pt x="671" y="6465"/>
                    <a:pt x="664" y="6484"/>
                  </a:cubicBezTo>
                  <a:cubicBezTo>
                    <a:pt x="658" y="6501"/>
                    <a:pt x="601" y="6500"/>
                    <a:pt x="582" y="6501"/>
                  </a:cubicBezTo>
                  <a:cubicBezTo>
                    <a:pt x="565" y="6504"/>
                    <a:pt x="571" y="6536"/>
                    <a:pt x="565" y="6557"/>
                  </a:cubicBezTo>
                  <a:cubicBezTo>
                    <a:pt x="557" y="6577"/>
                    <a:pt x="533" y="6610"/>
                    <a:pt x="521" y="6618"/>
                  </a:cubicBezTo>
                  <a:cubicBezTo>
                    <a:pt x="509" y="6624"/>
                    <a:pt x="509" y="6691"/>
                    <a:pt x="505" y="6718"/>
                  </a:cubicBezTo>
                  <a:cubicBezTo>
                    <a:pt x="501" y="6744"/>
                    <a:pt x="352" y="6864"/>
                    <a:pt x="332" y="6886"/>
                  </a:cubicBezTo>
                  <a:cubicBezTo>
                    <a:pt x="311" y="6909"/>
                    <a:pt x="206" y="6970"/>
                    <a:pt x="163" y="7017"/>
                  </a:cubicBezTo>
                  <a:cubicBezTo>
                    <a:pt x="120" y="7062"/>
                    <a:pt x="1" y="7211"/>
                    <a:pt x="20" y="7313"/>
                  </a:cubicBezTo>
                  <a:cubicBezTo>
                    <a:pt x="35" y="7399"/>
                    <a:pt x="239" y="7429"/>
                    <a:pt x="352" y="7429"/>
                  </a:cubicBezTo>
                  <a:cubicBezTo>
                    <a:pt x="373" y="7429"/>
                    <a:pt x="390" y="7428"/>
                    <a:pt x="403" y="7426"/>
                  </a:cubicBezTo>
                  <a:cubicBezTo>
                    <a:pt x="486" y="7415"/>
                    <a:pt x="591" y="7199"/>
                    <a:pt x="606" y="7183"/>
                  </a:cubicBezTo>
                  <a:cubicBezTo>
                    <a:pt x="613" y="7174"/>
                    <a:pt x="642" y="7171"/>
                    <a:pt x="676" y="7171"/>
                  </a:cubicBezTo>
                  <a:cubicBezTo>
                    <a:pt x="703" y="7171"/>
                    <a:pt x="734" y="7173"/>
                    <a:pt x="760" y="7174"/>
                  </a:cubicBezTo>
                  <a:cubicBezTo>
                    <a:pt x="760" y="7174"/>
                    <a:pt x="761" y="7174"/>
                    <a:pt x="761" y="7174"/>
                  </a:cubicBezTo>
                  <a:cubicBezTo>
                    <a:pt x="821" y="7174"/>
                    <a:pt x="904" y="7059"/>
                    <a:pt x="925" y="7017"/>
                  </a:cubicBezTo>
                  <a:cubicBezTo>
                    <a:pt x="944" y="6975"/>
                    <a:pt x="945" y="6827"/>
                    <a:pt x="949" y="6827"/>
                  </a:cubicBezTo>
                  <a:cubicBezTo>
                    <a:pt x="949" y="6827"/>
                    <a:pt x="949" y="6827"/>
                    <a:pt x="949" y="6827"/>
                  </a:cubicBezTo>
                  <a:cubicBezTo>
                    <a:pt x="950" y="6830"/>
                    <a:pt x="952" y="6832"/>
                    <a:pt x="955" y="6832"/>
                  </a:cubicBezTo>
                  <a:cubicBezTo>
                    <a:pt x="963" y="6832"/>
                    <a:pt x="978" y="6819"/>
                    <a:pt x="989" y="6803"/>
                  </a:cubicBezTo>
                  <a:cubicBezTo>
                    <a:pt x="1002" y="6779"/>
                    <a:pt x="1027" y="6715"/>
                    <a:pt x="1027" y="6715"/>
                  </a:cubicBezTo>
                  <a:cubicBezTo>
                    <a:pt x="1027" y="6715"/>
                    <a:pt x="973" y="6682"/>
                    <a:pt x="961" y="6675"/>
                  </a:cubicBezTo>
                  <a:cubicBezTo>
                    <a:pt x="949" y="6669"/>
                    <a:pt x="984" y="6574"/>
                    <a:pt x="1005" y="6558"/>
                  </a:cubicBezTo>
                  <a:cubicBezTo>
                    <a:pt x="1025" y="6542"/>
                    <a:pt x="1021" y="6513"/>
                    <a:pt x="1027" y="6492"/>
                  </a:cubicBezTo>
                  <a:cubicBezTo>
                    <a:pt x="1034" y="6472"/>
                    <a:pt x="1127" y="6328"/>
                    <a:pt x="1136" y="6315"/>
                  </a:cubicBezTo>
                  <a:cubicBezTo>
                    <a:pt x="1146" y="6302"/>
                    <a:pt x="1131" y="6286"/>
                    <a:pt x="1131" y="6286"/>
                  </a:cubicBezTo>
                  <a:cubicBezTo>
                    <a:pt x="1131" y="6286"/>
                    <a:pt x="1184" y="6238"/>
                    <a:pt x="1204" y="6205"/>
                  </a:cubicBezTo>
                  <a:cubicBezTo>
                    <a:pt x="1225" y="6173"/>
                    <a:pt x="1394" y="6009"/>
                    <a:pt x="1474" y="5932"/>
                  </a:cubicBezTo>
                  <a:cubicBezTo>
                    <a:pt x="1554" y="5854"/>
                    <a:pt x="1651" y="5570"/>
                    <a:pt x="1679" y="5487"/>
                  </a:cubicBezTo>
                  <a:cubicBezTo>
                    <a:pt x="1705" y="5406"/>
                    <a:pt x="1772" y="5285"/>
                    <a:pt x="1788" y="5272"/>
                  </a:cubicBezTo>
                  <a:cubicBezTo>
                    <a:pt x="1804" y="5257"/>
                    <a:pt x="1911" y="5123"/>
                    <a:pt x="1947" y="5078"/>
                  </a:cubicBezTo>
                  <a:cubicBezTo>
                    <a:pt x="1984" y="5031"/>
                    <a:pt x="2088" y="4934"/>
                    <a:pt x="2154" y="4861"/>
                  </a:cubicBezTo>
                  <a:cubicBezTo>
                    <a:pt x="2220" y="4789"/>
                    <a:pt x="2340" y="4674"/>
                    <a:pt x="2362" y="4674"/>
                  </a:cubicBezTo>
                  <a:cubicBezTo>
                    <a:pt x="2362" y="4674"/>
                    <a:pt x="2362" y="4674"/>
                    <a:pt x="2362" y="4674"/>
                  </a:cubicBezTo>
                  <a:cubicBezTo>
                    <a:pt x="2366" y="4675"/>
                    <a:pt x="2371" y="4675"/>
                    <a:pt x="2378" y="4675"/>
                  </a:cubicBezTo>
                  <a:cubicBezTo>
                    <a:pt x="2401" y="4675"/>
                    <a:pt x="2438" y="4670"/>
                    <a:pt x="2476" y="4640"/>
                  </a:cubicBezTo>
                  <a:cubicBezTo>
                    <a:pt x="2524" y="4602"/>
                    <a:pt x="2572" y="4578"/>
                    <a:pt x="2576" y="4555"/>
                  </a:cubicBezTo>
                  <a:cubicBezTo>
                    <a:pt x="2581" y="4533"/>
                    <a:pt x="2652" y="4517"/>
                    <a:pt x="2689" y="4510"/>
                  </a:cubicBezTo>
                  <a:cubicBezTo>
                    <a:pt x="2725" y="4504"/>
                    <a:pt x="2871" y="4399"/>
                    <a:pt x="2891" y="4373"/>
                  </a:cubicBezTo>
                  <a:cubicBezTo>
                    <a:pt x="2906" y="4355"/>
                    <a:pt x="2937" y="4331"/>
                    <a:pt x="2958" y="4331"/>
                  </a:cubicBezTo>
                  <a:cubicBezTo>
                    <a:pt x="2965" y="4331"/>
                    <a:pt x="2971" y="4334"/>
                    <a:pt x="2976" y="4341"/>
                  </a:cubicBezTo>
                  <a:cubicBezTo>
                    <a:pt x="2992" y="4369"/>
                    <a:pt x="3162" y="4519"/>
                    <a:pt x="3185" y="4546"/>
                  </a:cubicBezTo>
                  <a:cubicBezTo>
                    <a:pt x="3207" y="4574"/>
                    <a:pt x="3247" y="4690"/>
                    <a:pt x="3247" y="4739"/>
                  </a:cubicBezTo>
                  <a:cubicBezTo>
                    <a:pt x="3247" y="4787"/>
                    <a:pt x="3365" y="4918"/>
                    <a:pt x="3365" y="4918"/>
                  </a:cubicBezTo>
                  <a:cubicBezTo>
                    <a:pt x="3365" y="4918"/>
                    <a:pt x="3383" y="5052"/>
                    <a:pt x="3388" y="5110"/>
                  </a:cubicBezTo>
                  <a:cubicBezTo>
                    <a:pt x="3392" y="5167"/>
                    <a:pt x="3478" y="5248"/>
                    <a:pt x="3501" y="5302"/>
                  </a:cubicBezTo>
                  <a:cubicBezTo>
                    <a:pt x="3525" y="5358"/>
                    <a:pt x="3670" y="5499"/>
                    <a:pt x="3735" y="5560"/>
                  </a:cubicBezTo>
                  <a:cubicBezTo>
                    <a:pt x="3797" y="5623"/>
                    <a:pt x="3839" y="5715"/>
                    <a:pt x="3861" y="5768"/>
                  </a:cubicBezTo>
                  <a:cubicBezTo>
                    <a:pt x="3885" y="5821"/>
                    <a:pt x="3922" y="5914"/>
                    <a:pt x="3954" y="5956"/>
                  </a:cubicBezTo>
                  <a:cubicBezTo>
                    <a:pt x="3987" y="6000"/>
                    <a:pt x="4139" y="6157"/>
                    <a:pt x="4190" y="6208"/>
                  </a:cubicBezTo>
                  <a:cubicBezTo>
                    <a:pt x="4240" y="6258"/>
                    <a:pt x="4300" y="6342"/>
                    <a:pt x="4306" y="6351"/>
                  </a:cubicBezTo>
                  <a:cubicBezTo>
                    <a:pt x="4313" y="6360"/>
                    <a:pt x="4349" y="6404"/>
                    <a:pt x="4345" y="6412"/>
                  </a:cubicBezTo>
                  <a:cubicBezTo>
                    <a:pt x="4341" y="6423"/>
                    <a:pt x="4362" y="6443"/>
                    <a:pt x="4374" y="6465"/>
                  </a:cubicBezTo>
                  <a:cubicBezTo>
                    <a:pt x="4386" y="6488"/>
                    <a:pt x="4441" y="6577"/>
                    <a:pt x="4442" y="6605"/>
                  </a:cubicBezTo>
                  <a:cubicBezTo>
                    <a:pt x="4445" y="6632"/>
                    <a:pt x="4451" y="6648"/>
                    <a:pt x="4461" y="6670"/>
                  </a:cubicBezTo>
                  <a:cubicBezTo>
                    <a:pt x="4470" y="6693"/>
                    <a:pt x="4463" y="6693"/>
                    <a:pt x="4450" y="6714"/>
                  </a:cubicBezTo>
                  <a:cubicBezTo>
                    <a:pt x="4435" y="6734"/>
                    <a:pt x="4426" y="6746"/>
                    <a:pt x="4426" y="6759"/>
                  </a:cubicBezTo>
                  <a:cubicBezTo>
                    <a:pt x="4426" y="6774"/>
                    <a:pt x="4475" y="6860"/>
                    <a:pt x="4475" y="6887"/>
                  </a:cubicBezTo>
                  <a:cubicBezTo>
                    <a:pt x="4475" y="6913"/>
                    <a:pt x="4539" y="6932"/>
                    <a:pt x="4550" y="6960"/>
                  </a:cubicBezTo>
                  <a:cubicBezTo>
                    <a:pt x="4560" y="6988"/>
                    <a:pt x="4593" y="7030"/>
                    <a:pt x="4609" y="7046"/>
                  </a:cubicBezTo>
                  <a:cubicBezTo>
                    <a:pt x="4625" y="7062"/>
                    <a:pt x="4652" y="7103"/>
                    <a:pt x="4671" y="7125"/>
                  </a:cubicBezTo>
                  <a:cubicBezTo>
                    <a:pt x="4689" y="7145"/>
                    <a:pt x="4687" y="7177"/>
                    <a:pt x="4676" y="7222"/>
                  </a:cubicBezTo>
                  <a:cubicBezTo>
                    <a:pt x="4664" y="7267"/>
                    <a:pt x="4712" y="7311"/>
                    <a:pt x="4708" y="7349"/>
                  </a:cubicBezTo>
                  <a:cubicBezTo>
                    <a:pt x="4703" y="7388"/>
                    <a:pt x="4732" y="7401"/>
                    <a:pt x="4754" y="7401"/>
                  </a:cubicBezTo>
                  <a:cubicBezTo>
                    <a:pt x="4778" y="7401"/>
                    <a:pt x="5037" y="7263"/>
                    <a:pt x="5089" y="7228"/>
                  </a:cubicBezTo>
                  <a:cubicBezTo>
                    <a:pt x="5140" y="7195"/>
                    <a:pt x="5180" y="7149"/>
                    <a:pt x="5164" y="7077"/>
                  </a:cubicBezTo>
                  <a:cubicBezTo>
                    <a:pt x="5148" y="7004"/>
                    <a:pt x="5066" y="6947"/>
                    <a:pt x="5054" y="6912"/>
                  </a:cubicBezTo>
                  <a:cubicBezTo>
                    <a:pt x="5043" y="6878"/>
                    <a:pt x="4948" y="6758"/>
                    <a:pt x="4929" y="6755"/>
                  </a:cubicBezTo>
                  <a:cubicBezTo>
                    <a:pt x="4912" y="6753"/>
                    <a:pt x="4885" y="6680"/>
                    <a:pt x="4856" y="6631"/>
                  </a:cubicBezTo>
                  <a:cubicBezTo>
                    <a:pt x="4827" y="6584"/>
                    <a:pt x="4812" y="6584"/>
                    <a:pt x="4799" y="6584"/>
                  </a:cubicBezTo>
                  <a:cubicBezTo>
                    <a:pt x="4786" y="6584"/>
                    <a:pt x="4779" y="6552"/>
                    <a:pt x="4780" y="6542"/>
                  </a:cubicBezTo>
                  <a:cubicBezTo>
                    <a:pt x="4783" y="6533"/>
                    <a:pt x="4756" y="6506"/>
                    <a:pt x="4743" y="6506"/>
                  </a:cubicBezTo>
                  <a:cubicBezTo>
                    <a:pt x="4729" y="6506"/>
                    <a:pt x="4718" y="6436"/>
                    <a:pt x="4706" y="6411"/>
                  </a:cubicBezTo>
                  <a:cubicBezTo>
                    <a:pt x="4694" y="6386"/>
                    <a:pt x="4641" y="6246"/>
                    <a:pt x="4635" y="6230"/>
                  </a:cubicBezTo>
                  <a:cubicBezTo>
                    <a:pt x="4633" y="6224"/>
                    <a:pt x="4630" y="6222"/>
                    <a:pt x="4627" y="6222"/>
                  </a:cubicBezTo>
                  <a:cubicBezTo>
                    <a:pt x="4622" y="6222"/>
                    <a:pt x="4617" y="6227"/>
                    <a:pt x="4617" y="6227"/>
                  </a:cubicBezTo>
                  <a:cubicBezTo>
                    <a:pt x="4617" y="6227"/>
                    <a:pt x="4585" y="6156"/>
                    <a:pt x="4568" y="6093"/>
                  </a:cubicBezTo>
                  <a:cubicBezTo>
                    <a:pt x="4549" y="6032"/>
                    <a:pt x="4476" y="5790"/>
                    <a:pt x="4399" y="5624"/>
                  </a:cubicBezTo>
                  <a:cubicBezTo>
                    <a:pt x="4320" y="5458"/>
                    <a:pt x="4182" y="5334"/>
                    <a:pt x="4116" y="5285"/>
                  </a:cubicBezTo>
                  <a:cubicBezTo>
                    <a:pt x="4049" y="5234"/>
                    <a:pt x="4029" y="5189"/>
                    <a:pt x="3979" y="5103"/>
                  </a:cubicBezTo>
                  <a:cubicBezTo>
                    <a:pt x="3930" y="5015"/>
                    <a:pt x="3963" y="4988"/>
                    <a:pt x="3963" y="4988"/>
                  </a:cubicBezTo>
                  <a:cubicBezTo>
                    <a:pt x="3963" y="4988"/>
                    <a:pt x="4007" y="4988"/>
                    <a:pt x="4016" y="4979"/>
                  </a:cubicBezTo>
                  <a:cubicBezTo>
                    <a:pt x="4024" y="4970"/>
                    <a:pt x="4016" y="4954"/>
                    <a:pt x="4033" y="4910"/>
                  </a:cubicBezTo>
                  <a:cubicBezTo>
                    <a:pt x="4052" y="4867"/>
                    <a:pt x="4109" y="4865"/>
                    <a:pt x="4113" y="4842"/>
                  </a:cubicBezTo>
                  <a:cubicBezTo>
                    <a:pt x="4118" y="4820"/>
                    <a:pt x="4081" y="4514"/>
                    <a:pt x="4068" y="4437"/>
                  </a:cubicBezTo>
                  <a:cubicBezTo>
                    <a:pt x="4055" y="4360"/>
                    <a:pt x="4027" y="4175"/>
                    <a:pt x="4020" y="4152"/>
                  </a:cubicBezTo>
                  <a:cubicBezTo>
                    <a:pt x="4013" y="4130"/>
                    <a:pt x="4003" y="4054"/>
                    <a:pt x="4008" y="4015"/>
                  </a:cubicBezTo>
                  <a:cubicBezTo>
                    <a:pt x="4016" y="3977"/>
                    <a:pt x="3984" y="3827"/>
                    <a:pt x="3984" y="3827"/>
                  </a:cubicBezTo>
                  <a:cubicBezTo>
                    <a:pt x="3984" y="3827"/>
                    <a:pt x="3956" y="3748"/>
                    <a:pt x="3970" y="3715"/>
                  </a:cubicBezTo>
                  <a:cubicBezTo>
                    <a:pt x="3984" y="3680"/>
                    <a:pt x="3984" y="3534"/>
                    <a:pt x="3984" y="3502"/>
                  </a:cubicBezTo>
                  <a:cubicBezTo>
                    <a:pt x="3984" y="3471"/>
                    <a:pt x="4004" y="3412"/>
                    <a:pt x="4024" y="3345"/>
                  </a:cubicBezTo>
                  <a:cubicBezTo>
                    <a:pt x="4045" y="3279"/>
                    <a:pt x="4107" y="3162"/>
                    <a:pt x="4107" y="3162"/>
                  </a:cubicBezTo>
                  <a:lnTo>
                    <a:pt x="4125" y="3162"/>
                  </a:lnTo>
                  <a:cubicBezTo>
                    <a:pt x="4125" y="3162"/>
                    <a:pt x="4137" y="3113"/>
                    <a:pt x="4154" y="3093"/>
                  </a:cubicBezTo>
                  <a:cubicBezTo>
                    <a:pt x="4173" y="3072"/>
                    <a:pt x="4189" y="2903"/>
                    <a:pt x="4205" y="2867"/>
                  </a:cubicBezTo>
                  <a:cubicBezTo>
                    <a:pt x="4221" y="2830"/>
                    <a:pt x="4193" y="2743"/>
                    <a:pt x="4193" y="2743"/>
                  </a:cubicBezTo>
                  <a:cubicBezTo>
                    <a:pt x="4193" y="2743"/>
                    <a:pt x="4185" y="2689"/>
                    <a:pt x="4177" y="2637"/>
                  </a:cubicBezTo>
                  <a:cubicBezTo>
                    <a:pt x="4170" y="2584"/>
                    <a:pt x="4129" y="2443"/>
                    <a:pt x="4116" y="2411"/>
                  </a:cubicBezTo>
                  <a:cubicBezTo>
                    <a:pt x="4102" y="2379"/>
                    <a:pt x="4040" y="2201"/>
                    <a:pt x="4023" y="2133"/>
                  </a:cubicBezTo>
                  <a:cubicBezTo>
                    <a:pt x="4004" y="2064"/>
                    <a:pt x="3931" y="1910"/>
                    <a:pt x="3918" y="1881"/>
                  </a:cubicBezTo>
                  <a:cubicBezTo>
                    <a:pt x="3903" y="1850"/>
                    <a:pt x="3799" y="1567"/>
                    <a:pt x="3730" y="1441"/>
                  </a:cubicBezTo>
                  <a:cubicBezTo>
                    <a:pt x="3663" y="1312"/>
                    <a:pt x="3469" y="1180"/>
                    <a:pt x="3475" y="1180"/>
                  </a:cubicBezTo>
                  <a:cubicBezTo>
                    <a:pt x="3483" y="1180"/>
                    <a:pt x="3475" y="1164"/>
                    <a:pt x="3466" y="1146"/>
                  </a:cubicBezTo>
                  <a:cubicBezTo>
                    <a:pt x="3458" y="1127"/>
                    <a:pt x="3348" y="1094"/>
                    <a:pt x="3308" y="1069"/>
                  </a:cubicBezTo>
                  <a:cubicBezTo>
                    <a:pt x="3265" y="1044"/>
                    <a:pt x="3075" y="1008"/>
                    <a:pt x="3075" y="1008"/>
                  </a:cubicBezTo>
                  <a:lnTo>
                    <a:pt x="3070" y="1008"/>
                  </a:lnTo>
                  <a:cubicBezTo>
                    <a:pt x="3083" y="1001"/>
                    <a:pt x="3066" y="937"/>
                    <a:pt x="3050" y="921"/>
                  </a:cubicBezTo>
                  <a:cubicBezTo>
                    <a:pt x="3034" y="905"/>
                    <a:pt x="3050" y="859"/>
                    <a:pt x="3062" y="848"/>
                  </a:cubicBezTo>
                  <a:cubicBezTo>
                    <a:pt x="3073" y="836"/>
                    <a:pt x="3086" y="819"/>
                    <a:pt x="3086" y="794"/>
                  </a:cubicBezTo>
                  <a:cubicBezTo>
                    <a:pt x="3086" y="768"/>
                    <a:pt x="3095" y="714"/>
                    <a:pt x="3095" y="714"/>
                  </a:cubicBezTo>
                  <a:cubicBezTo>
                    <a:pt x="3095" y="714"/>
                    <a:pt x="3118" y="709"/>
                    <a:pt x="3139" y="679"/>
                  </a:cubicBezTo>
                  <a:cubicBezTo>
                    <a:pt x="3159" y="650"/>
                    <a:pt x="3099" y="581"/>
                    <a:pt x="3083" y="552"/>
                  </a:cubicBezTo>
                  <a:cubicBezTo>
                    <a:pt x="3067" y="521"/>
                    <a:pt x="3073" y="500"/>
                    <a:pt x="3089" y="484"/>
                  </a:cubicBezTo>
                  <a:cubicBezTo>
                    <a:pt x="3104" y="468"/>
                    <a:pt x="3098" y="396"/>
                    <a:pt x="3079" y="360"/>
                  </a:cubicBezTo>
                  <a:cubicBezTo>
                    <a:pt x="3062" y="323"/>
                    <a:pt x="3037" y="271"/>
                    <a:pt x="3063" y="271"/>
                  </a:cubicBezTo>
                  <a:cubicBezTo>
                    <a:pt x="3091" y="271"/>
                    <a:pt x="3098" y="224"/>
                    <a:pt x="3114" y="192"/>
                  </a:cubicBezTo>
                  <a:cubicBezTo>
                    <a:pt x="3130" y="160"/>
                    <a:pt x="2997" y="36"/>
                    <a:pt x="2906" y="9"/>
                  </a:cubicBezTo>
                  <a:cubicBezTo>
                    <a:pt x="2888" y="3"/>
                    <a:pt x="2866" y="1"/>
                    <a:pt x="284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" name="Google Shape;275;p21"/>
            <p:cNvSpPr/>
            <p:nvPr/>
          </p:nvSpPr>
          <p:spPr>
            <a:xfrm>
              <a:off x="4871518" y="2241622"/>
              <a:ext cx="173935" cy="181584"/>
            </a:xfrm>
            <a:custGeom>
              <a:rect b="b" l="l" r="r" t="t"/>
              <a:pathLst>
                <a:path extrusionOk="0" h="1355" w="1298">
                  <a:moveTo>
                    <a:pt x="649" y="0"/>
                  </a:moveTo>
                  <a:cubicBezTo>
                    <a:pt x="290" y="0"/>
                    <a:pt x="1" y="303"/>
                    <a:pt x="1" y="678"/>
                  </a:cubicBezTo>
                  <a:cubicBezTo>
                    <a:pt x="1" y="1052"/>
                    <a:pt x="290" y="1355"/>
                    <a:pt x="649" y="1355"/>
                  </a:cubicBezTo>
                  <a:cubicBezTo>
                    <a:pt x="1007" y="1355"/>
                    <a:pt x="1297" y="1052"/>
                    <a:pt x="1297" y="678"/>
                  </a:cubicBezTo>
                  <a:cubicBezTo>
                    <a:pt x="1297" y="303"/>
                    <a:pt x="1007" y="0"/>
                    <a:pt x="6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276" name="Google Shape;276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48175" y="2727975"/>
            <a:ext cx="3743825" cy="2233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22"/>
          <p:cNvSpPr txBox="1"/>
          <p:nvPr>
            <p:ph type="title"/>
          </p:nvPr>
        </p:nvSpPr>
        <p:spPr>
          <a:xfrm>
            <a:off x="713225" y="539500"/>
            <a:ext cx="7717500" cy="47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Performance</a:t>
            </a:r>
            <a:endParaRPr/>
          </a:p>
        </p:txBody>
      </p:sp>
      <p:sp>
        <p:nvSpPr>
          <p:cNvPr id="282" name="Google Shape;282;p22"/>
          <p:cNvSpPr/>
          <p:nvPr/>
        </p:nvSpPr>
        <p:spPr>
          <a:xfrm>
            <a:off x="1533713" y="892200"/>
            <a:ext cx="1171500" cy="11715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22"/>
          <p:cNvSpPr/>
          <p:nvPr/>
        </p:nvSpPr>
        <p:spPr>
          <a:xfrm>
            <a:off x="1533725" y="892200"/>
            <a:ext cx="1171500" cy="1171500"/>
          </a:xfrm>
          <a:prstGeom prst="pie">
            <a:avLst>
              <a:gd fmla="val 16261269" name="adj1"/>
              <a:gd fmla="val 2954156" name="adj2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22"/>
          <p:cNvSpPr/>
          <p:nvPr/>
        </p:nvSpPr>
        <p:spPr>
          <a:xfrm>
            <a:off x="3986250" y="2596200"/>
            <a:ext cx="1171500" cy="11715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22"/>
          <p:cNvSpPr/>
          <p:nvPr/>
        </p:nvSpPr>
        <p:spPr>
          <a:xfrm>
            <a:off x="3986250" y="2596200"/>
            <a:ext cx="1171500" cy="1171500"/>
          </a:xfrm>
          <a:prstGeom prst="pie">
            <a:avLst>
              <a:gd fmla="val 16261269" name="adj1"/>
              <a:gd fmla="val 15394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22"/>
          <p:cNvSpPr/>
          <p:nvPr/>
        </p:nvSpPr>
        <p:spPr>
          <a:xfrm>
            <a:off x="6438763" y="892200"/>
            <a:ext cx="1171500" cy="11715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22"/>
          <p:cNvSpPr/>
          <p:nvPr/>
        </p:nvSpPr>
        <p:spPr>
          <a:xfrm>
            <a:off x="6438775" y="892200"/>
            <a:ext cx="1171500" cy="1171500"/>
          </a:xfrm>
          <a:prstGeom prst="pie">
            <a:avLst>
              <a:gd fmla="val 16261269" name="adj1"/>
              <a:gd fmla="val 1264728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88" name="Google Shape;288;p22"/>
          <p:cNvGrpSpPr/>
          <p:nvPr/>
        </p:nvGrpSpPr>
        <p:grpSpPr>
          <a:xfrm>
            <a:off x="3700059" y="1514714"/>
            <a:ext cx="1743900" cy="911073"/>
            <a:chOff x="3700059" y="2124314"/>
            <a:chExt cx="1743900" cy="911073"/>
          </a:xfrm>
        </p:grpSpPr>
        <p:sp>
          <p:nvSpPr>
            <p:cNvPr id="289" name="Google Shape;289;p22"/>
            <p:cNvSpPr/>
            <p:nvPr/>
          </p:nvSpPr>
          <p:spPr>
            <a:xfrm>
              <a:off x="3882000" y="2557200"/>
              <a:ext cx="1406407" cy="478187"/>
            </a:xfrm>
            <a:custGeom>
              <a:rect b="b" l="l" r="r" t="t"/>
              <a:pathLst>
                <a:path extrusionOk="0" h="15735" w="29046">
                  <a:moveTo>
                    <a:pt x="1" y="0"/>
                  </a:moveTo>
                  <a:lnTo>
                    <a:pt x="4600" y="7867"/>
                  </a:lnTo>
                  <a:lnTo>
                    <a:pt x="1" y="15735"/>
                  </a:lnTo>
                  <a:lnTo>
                    <a:pt x="29045" y="15735"/>
                  </a:lnTo>
                  <a:lnTo>
                    <a:pt x="24444" y="7867"/>
                  </a:lnTo>
                  <a:lnTo>
                    <a:pt x="2904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100">
                  <a:solidFill>
                    <a:schemeClr val="lt1"/>
                  </a:solidFill>
                  <a:latin typeface="Bevan"/>
                  <a:ea typeface="Bevan"/>
                  <a:cs typeface="Bevan"/>
                  <a:sym typeface="Bevan"/>
                </a:rPr>
                <a:t>65.6%</a:t>
              </a:r>
              <a:endParaRPr sz="2100">
                <a:solidFill>
                  <a:schemeClr val="lt1"/>
                </a:solidFill>
                <a:latin typeface="Bevan"/>
                <a:ea typeface="Bevan"/>
                <a:cs typeface="Bevan"/>
                <a:sym typeface="Bevan"/>
              </a:endParaRPr>
            </a:p>
          </p:txBody>
        </p:sp>
        <p:sp>
          <p:nvSpPr>
            <p:cNvPr id="290" name="Google Shape;290;p22"/>
            <p:cNvSpPr txBox="1"/>
            <p:nvPr/>
          </p:nvSpPr>
          <p:spPr>
            <a:xfrm>
              <a:off x="3700059" y="2124314"/>
              <a:ext cx="1743900" cy="357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>
                  <a:solidFill>
                    <a:schemeClr val="dk2"/>
                  </a:solidFill>
                  <a:latin typeface="Dosis SemiBold"/>
                  <a:ea typeface="Dosis SemiBold"/>
                  <a:cs typeface="Dosis SemiBold"/>
                  <a:sym typeface="Dosis SemiBold"/>
                </a:rPr>
                <a:t>Top - 3 Accuracy</a:t>
              </a:r>
              <a:endParaRPr sz="2000">
                <a:solidFill>
                  <a:schemeClr val="dk2"/>
                </a:solidFill>
                <a:latin typeface="Dosis SemiBold"/>
                <a:ea typeface="Dosis SemiBold"/>
                <a:cs typeface="Dosis SemiBold"/>
                <a:sym typeface="Dosis SemiBold"/>
              </a:endParaRPr>
            </a:p>
          </p:txBody>
        </p:sp>
      </p:grpSp>
      <p:grpSp>
        <p:nvGrpSpPr>
          <p:cNvPr id="291" name="Google Shape;291;p22"/>
          <p:cNvGrpSpPr/>
          <p:nvPr/>
        </p:nvGrpSpPr>
        <p:grpSpPr>
          <a:xfrm>
            <a:off x="6151679" y="2204150"/>
            <a:ext cx="1744500" cy="1229777"/>
            <a:chOff x="6151679" y="2813750"/>
            <a:chExt cx="1744500" cy="1229777"/>
          </a:xfrm>
        </p:grpSpPr>
        <p:sp>
          <p:nvSpPr>
            <p:cNvPr id="292" name="Google Shape;292;p22"/>
            <p:cNvSpPr/>
            <p:nvPr/>
          </p:nvSpPr>
          <p:spPr>
            <a:xfrm>
              <a:off x="6334075" y="2813750"/>
              <a:ext cx="1366324" cy="478187"/>
            </a:xfrm>
            <a:custGeom>
              <a:rect b="b" l="l" r="r" t="t"/>
              <a:pathLst>
                <a:path extrusionOk="0" h="15735" w="29046">
                  <a:moveTo>
                    <a:pt x="1" y="0"/>
                  </a:moveTo>
                  <a:lnTo>
                    <a:pt x="4600" y="7867"/>
                  </a:lnTo>
                  <a:lnTo>
                    <a:pt x="1" y="15735"/>
                  </a:lnTo>
                  <a:lnTo>
                    <a:pt x="29045" y="15735"/>
                  </a:lnTo>
                  <a:lnTo>
                    <a:pt x="24444" y="7867"/>
                  </a:lnTo>
                  <a:lnTo>
                    <a:pt x="2904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100">
                  <a:solidFill>
                    <a:schemeClr val="lt1"/>
                  </a:solidFill>
                  <a:latin typeface="Bevan"/>
                  <a:ea typeface="Bevan"/>
                  <a:cs typeface="Bevan"/>
                  <a:sym typeface="Bevan"/>
                </a:rPr>
                <a:t>75.4</a:t>
              </a:r>
              <a:r>
                <a:rPr lang="en" sz="2100">
                  <a:solidFill>
                    <a:schemeClr val="lt1"/>
                  </a:solidFill>
                  <a:latin typeface="Bevan"/>
                  <a:ea typeface="Bevan"/>
                  <a:cs typeface="Bevan"/>
                  <a:sym typeface="Bevan"/>
                </a:rPr>
                <a:t>%</a:t>
              </a:r>
              <a:endParaRPr sz="2100">
                <a:solidFill>
                  <a:schemeClr val="lt1"/>
                </a:solidFill>
                <a:latin typeface="Bevan"/>
                <a:ea typeface="Bevan"/>
                <a:cs typeface="Bevan"/>
                <a:sym typeface="Bevan"/>
              </a:endParaRPr>
            </a:p>
          </p:txBody>
        </p:sp>
        <p:sp>
          <p:nvSpPr>
            <p:cNvPr id="293" name="Google Shape;293;p22"/>
            <p:cNvSpPr txBox="1"/>
            <p:nvPr/>
          </p:nvSpPr>
          <p:spPr>
            <a:xfrm>
              <a:off x="6151679" y="3691927"/>
              <a:ext cx="1744500" cy="35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>
                  <a:solidFill>
                    <a:schemeClr val="dk2"/>
                  </a:solidFill>
                  <a:latin typeface="Dosis SemiBold"/>
                  <a:ea typeface="Dosis SemiBold"/>
                  <a:cs typeface="Dosis SemiBold"/>
                  <a:sym typeface="Dosis SemiBold"/>
                </a:rPr>
                <a:t>Top - 5 Accuracy</a:t>
              </a:r>
              <a:endParaRPr sz="2000">
                <a:solidFill>
                  <a:schemeClr val="dk2"/>
                </a:solidFill>
                <a:latin typeface="Dosis SemiBold"/>
                <a:ea typeface="Dosis SemiBold"/>
                <a:cs typeface="Dosis SemiBold"/>
                <a:sym typeface="Dosis SemiBold"/>
              </a:endParaRPr>
            </a:p>
          </p:txBody>
        </p:sp>
      </p:grpSp>
      <p:grpSp>
        <p:nvGrpSpPr>
          <p:cNvPr id="294" name="Google Shape;294;p22"/>
          <p:cNvGrpSpPr/>
          <p:nvPr/>
        </p:nvGrpSpPr>
        <p:grpSpPr>
          <a:xfrm>
            <a:off x="1075327" y="2204150"/>
            <a:ext cx="2088300" cy="976250"/>
            <a:chOff x="1075327" y="2813750"/>
            <a:chExt cx="2088300" cy="976250"/>
          </a:xfrm>
        </p:grpSpPr>
        <p:sp>
          <p:nvSpPr>
            <p:cNvPr id="295" name="Google Shape;295;p22"/>
            <p:cNvSpPr txBox="1"/>
            <p:nvPr/>
          </p:nvSpPr>
          <p:spPr>
            <a:xfrm>
              <a:off x="1075327" y="3432400"/>
              <a:ext cx="2088300" cy="357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>
                  <a:solidFill>
                    <a:schemeClr val="dk2"/>
                  </a:solidFill>
                  <a:latin typeface="Dosis SemiBold"/>
                  <a:ea typeface="Dosis SemiBold"/>
                  <a:cs typeface="Dosis SemiBold"/>
                  <a:sym typeface="Dosis SemiBold"/>
                </a:rPr>
                <a:t>Top - 1 Accuracy</a:t>
              </a:r>
              <a:endParaRPr sz="2000">
                <a:solidFill>
                  <a:schemeClr val="dk2"/>
                </a:solidFill>
                <a:latin typeface="Dosis SemiBold"/>
                <a:ea typeface="Dosis SemiBold"/>
                <a:cs typeface="Dosis SemiBold"/>
                <a:sym typeface="Dosis SemiBold"/>
              </a:endParaRPr>
            </a:p>
          </p:txBody>
        </p:sp>
        <p:sp>
          <p:nvSpPr>
            <p:cNvPr id="296" name="Google Shape;296;p22"/>
            <p:cNvSpPr/>
            <p:nvPr/>
          </p:nvSpPr>
          <p:spPr>
            <a:xfrm>
              <a:off x="1429625" y="2813750"/>
              <a:ext cx="1351002" cy="478187"/>
            </a:xfrm>
            <a:custGeom>
              <a:rect b="b" l="l" r="r" t="t"/>
              <a:pathLst>
                <a:path extrusionOk="0" h="15735" w="29046">
                  <a:moveTo>
                    <a:pt x="1" y="0"/>
                  </a:moveTo>
                  <a:lnTo>
                    <a:pt x="4600" y="7867"/>
                  </a:lnTo>
                  <a:lnTo>
                    <a:pt x="1" y="15735"/>
                  </a:lnTo>
                  <a:lnTo>
                    <a:pt x="29045" y="15735"/>
                  </a:lnTo>
                  <a:lnTo>
                    <a:pt x="24444" y="7867"/>
                  </a:lnTo>
                  <a:lnTo>
                    <a:pt x="2904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100">
                  <a:solidFill>
                    <a:schemeClr val="lt1"/>
                  </a:solidFill>
                  <a:latin typeface="Bevan"/>
                  <a:ea typeface="Bevan"/>
                  <a:cs typeface="Bevan"/>
                  <a:sym typeface="Bevan"/>
                </a:rPr>
                <a:t>40.6%</a:t>
              </a:r>
              <a:endParaRPr sz="2100">
                <a:solidFill>
                  <a:schemeClr val="lt1"/>
                </a:solidFill>
                <a:latin typeface="Bevan"/>
                <a:ea typeface="Bevan"/>
                <a:cs typeface="Bevan"/>
                <a:sym typeface="Bevan"/>
              </a:endParaRPr>
            </a:p>
          </p:txBody>
        </p:sp>
      </p:grpSp>
      <p:pic>
        <p:nvPicPr>
          <p:cNvPr id="297" name="Google Shape;297;p22"/>
          <p:cNvPicPr preferRelativeResize="0"/>
          <p:nvPr/>
        </p:nvPicPr>
        <p:blipFill rotWithShape="1">
          <a:blip r:embed="rId3">
            <a:alphaModFix/>
          </a:blip>
          <a:srcRect b="109700" l="-11480" r="11479" t="-109700"/>
          <a:stretch/>
        </p:blipFill>
        <p:spPr>
          <a:xfrm>
            <a:off x="302288" y="3433925"/>
            <a:ext cx="4333875" cy="1543050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22"/>
          <p:cNvSpPr/>
          <p:nvPr/>
        </p:nvSpPr>
        <p:spPr>
          <a:xfrm rot="5276710">
            <a:off x="3986322" y="2596099"/>
            <a:ext cx="1171353" cy="1171353"/>
          </a:xfrm>
          <a:prstGeom prst="pie">
            <a:avLst>
              <a:gd fmla="val 16261269" name="adj1"/>
              <a:gd fmla="val 15394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22"/>
          <p:cNvSpPr/>
          <p:nvPr/>
        </p:nvSpPr>
        <p:spPr>
          <a:xfrm rot="7406753">
            <a:off x="3986312" y="2596326"/>
            <a:ext cx="1171371" cy="1171371"/>
          </a:xfrm>
          <a:prstGeom prst="pie">
            <a:avLst>
              <a:gd fmla="val 16261269" name="adj1"/>
              <a:gd fmla="val 15394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22"/>
          <p:cNvSpPr/>
          <p:nvPr/>
        </p:nvSpPr>
        <p:spPr>
          <a:xfrm rot="5721788">
            <a:off x="6438684" y="892124"/>
            <a:ext cx="1171529" cy="1171529"/>
          </a:xfrm>
          <a:prstGeom prst="pie">
            <a:avLst>
              <a:gd fmla="val 16261269" name="adj1"/>
              <a:gd fmla="val 1264728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22"/>
          <p:cNvSpPr/>
          <p:nvPr/>
        </p:nvSpPr>
        <p:spPr>
          <a:xfrm rot="8100000">
            <a:off x="6438922" y="892242"/>
            <a:ext cx="1171393" cy="1171393"/>
          </a:xfrm>
          <a:prstGeom prst="pie">
            <a:avLst>
              <a:gd fmla="val 16261269" name="adj1"/>
              <a:gd fmla="val 1264728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02" name="Google Shape;302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6948" y="3471550"/>
            <a:ext cx="3583546" cy="1275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23"/>
          <p:cNvSpPr txBox="1"/>
          <p:nvPr>
            <p:ph type="title"/>
          </p:nvPr>
        </p:nvSpPr>
        <p:spPr>
          <a:xfrm>
            <a:off x="713250" y="414325"/>
            <a:ext cx="7717500" cy="47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Performance</a:t>
            </a:r>
            <a:endParaRPr/>
          </a:p>
        </p:txBody>
      </p:sp>
      <p:grpSp>
        <p:nvGrpSpPr>
          <p:cNvPr id="308" name="Google Shape;308;p23"/>
          <p:cNvGrpSpPr/>
          <p:nvPr/>
        </p:nvGrpSpPr>
        <p:grpSpPr>
          <a:xfrm>
            <a:off x="1970409" y="1628514"/>
            <a:ext cx="1743900" cy="911073"/>
            <a:chOff x="3700059" y="2124314"/>
            <a:chExt cx="1743900" cy="911073"/>
          </a:xfrm>
        </p:grpSpPr>
        <p:sp>
          <p:nvSpPr>
            <p:cNvPr id="309" name="Google Shape;309;p23"/>
            <p:cNvSpPr/>
            <p:nvPr/>
          </p:nvSpPr>
          <p:spPr>
            <a:xfrm>
              <a:off x="3882000" y="2557200"/>
              <a:ext cx="1406407" cy="478187"/>
            </a:xfrm>
            <a:custGeom>
              <a:rect b="b" l="l" r="r" t="t"/>
              <a:pathLst>
                <a:path extrusionOk="0" h="15735" w="29046">
                  <a:moveTo>
                    <a:pt x="1" y="0"/>
                  </a:moveTo>
                  <a:lnTo>
                    <a:pt x="4600" y="7867"/>
                  </a:lnTo>
                  <a:lnTo>
                    <a:pt x="1" y="15735"/>
                  </a:lnTo>
                  <a:lnTo>
                    <a:pt x="29045" y="15735"/>
                  </a:lnTo>
                  <a:lnTo>
                    <a:pt x="24444" y="7867"/>
                  </a:lnTo>
                  <a:lnTo>
                    <a:pt x="2904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100">
                  <a:solidFill>
                    <a:schemeClr val="lt1"/>
                  </a:solidFill>
                  <a:latin typeface="Bevan"/>
                  <a:ea typeface="Bevan"/>
                  <a:cs typeface="Bevan"/>
                  <a:sym typeface="Bevan"/>
                </a:rPr>
                <a:t>15%</a:t>
              </a:r>
              <a:endParaRPr sz="2100">
                <a:solidFill>
                  <a:schemeClr val="lt1"/>
                </a:solidFill>
                <a:latin typeface="Bevan"/>
                <a:ea typeface="Bevan"/>
                <a:cs typeface="Bevan"/>
                <a:sym typeface="Bevan"/>
              </a:endParaRPr>
            </a:p>
          </p:txBody>
        </p:sp>
        <p:sp>
          <p:nvSpPr>
            <p:cNvPr id="310" name="Google Shape;310;p23"/>
            <p:cNvSpPr txBox="1"/>
            <p:nvPr/>
          </p:nvSpPr>
          <p:spPr>
            <a:xfrm>
              <a:off x="3700059" y="2124314"/>
              <a:ext cx="1743900" cy="357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>
                  <a:solidFill>
                    <a:schemeClr val="dk2"/>
                  </a:solidFill>
                  <a:latin typeface="Dosis SemiBold"/>
                  <a:ea typeface="Dosis SemiBold"/>
                  <a:cs typeface="Dosis SemiBold"/>
                  <a:sym typeface="Dosis SemiBold"/>
                </a:rPr>
                <a:t>NBA 2016 </a:t>
              </a:r>
              <a:r>
                <a:rPr lang="en" sz="2000">
                  <a:solidFill>
                    <a:schemeClr val="dk2"/>
                  </a:solidFill>
                  <a:latin typeface="Dosis SemiBold"/>
                  <a:ea typeface="Dosis SemiBold"/>
                  <a:cs typeface="Dosis SemiBold"/>
                  <a:sym typeface="Dosis SemiBold"/>
                </a:rPr>
                <a:t> Accuracy</a:t>
              </a:r>
              <a:endParaRPr sz="2000">
                <a:solidFill>
                  <a:schemeClr val="dk2"/>
                </a:solidFill>
                <a:latin typeface="Dosis SemiBold"/>
                <a:ea typeface="Dosis SemiBold"/>
                <a:cs typeface="Dosis SemiBold"/>
                <a:sym typeface="Dosis SemiBold"/>
              </a:endParaRPr>
            </a:p>
          </p:txBody>
        </p:sp>
      </p:grpSp>
      <p:pic>
        <p:nvPicPr>
          <p:cNvPr id="311" name="Google Shape;311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31075" y="1192600"/>
            <a:ext cx="3354750" cy="3746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24"/>
          <p:cNvSpPr txBox="1"/>
          <p:nvPr>
            <p:ph type="title"/>
          </p:nvPr>
        </p:nvSpPr>
        <p:spPr>
          <a:xfrm>
            <a:off x="713225" y="539500"/>
            <a:ext cx="7717500" cy="47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Problems Faced </a:t>
            </a:r>
            <a:endParaRPr/>
          </a:p>
        </p:txBody>
      </p:sp>
      <p:sp>
        <p:nvSpPr>
          <p:cNvPr id="317" name="Google Shape;317;p24"/>
          <p:cNvSpPr txBox="1"/>
          <p:nvPr/>
        </p:nvSpPr>
        <p:spPr>
          <a:xfrm>
            <a:off x="713225" y="1254850"/>
            <a:ext cx="68004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lt1"/>
              </a:solidFill>
              <a:latin typeface="Dosis"/>
              <a:ea typeface="Dosis"/>
              <a:cs typeface="Dosis"/>
              <a:sym typeface="Dosi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Dosis"/>
              <a:ea typeface="Dosis"/>
              <a:cs typeface="Dosis"/>
              <a:sym typeface="Dosi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318" name="Google Shape;318;p24"/>
          <p:cNvSpPr txBox="1"/>
          <p:nvPr/>
        </p:nvSpPr>
        <p:spPr>
          <a:xfrm>
            <a:off x="272800" y="1221425"/>
            <a:ext cx="68004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Dosis"/>
              <a:buChar char="●"/>
            </a:pPr>
            <a:r>
              <a:rPr lang="en" sz="1800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rPr>
              <a:t>Removing a player from the lineup during training seemed logical, but it could lead to overfitting by over-relying on the remaining players.</a:t>
            </a:r>
            <a:endParaRPr sz="1800">
              <a:solidFill>
                <a:schemeClr val="lt1"/>
              </a:solidFill>
              <a:latin typeface="Dosis"/>
              <a:ea typeface="Dosis"/>
              <a:cs typeface="Dosis"/>
              <a:sym typeface="Dosi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lt1"/>
              </a:solidFill>
              <a:latin typeface="Dosis"/>
              <a:ea typeface="Dosis"/>
              <a:cs typeface="Dosis"/>
              <a:sym typeface="Dosi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Dosis"/>
              <a:ea typeface="Dosis"/>
              <a:cs typeface="Dosis"/>
              <a:sym typeface="Dosi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pic>
        <p:nvPicPr>
          <p:cNvPr id="319" name="Google Shape;319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15650" y="2995050"/>
            <a:ext cx="2616485" cy="15699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20" name="Google Shape;320;p24"/>
          <p:cNvGrpSpPr/>
          <p:nvPr/>
        </p:nvGrpSpPr>
        <p:grpSpPr>
          <a:xfrm>
            <a:off x="4065272" y="2141794"/>
            <a:ext cx="1592688" cy="2482728"/>
            <a:chOff x="4793445" y="1834611"/>
            <a:chExt cx="694133" cy="995560"/>
          </a:xfrm>
        </p:grpSpPr>
        <p:sp>
          <p:nvSpPr>
            <p:cNvPr id="321" name="Google Shape;321;p24"/>
            <p:cNvSpPr/>
            <p:nvPr/>
          </p:nvSpPr>
          <p:spPr>
            <a:xfrm>
              <a:off x="4793445" y="1834611"/>
              <a:ext cx="694133" cy="995560"/>
            </a:xfrm>
            <a:custGeom>
              <a:rect b="b" l="l" r="r" t="t"/>
              <a:pathLst>
                <a:path extrusionOk="0" h="7429" w="5180">
                  <a:moveTo>
                    <a:pt x="2840" y="1"/>
                  </a:moveTo>
                  <a:cubicBezTo>
                    <a:pt x="2740" y="1"/>
                    <a:pt x="2588" y="41"/>
                    <a:pt x="2419" y="103"/>
                  </a:cubicBezTo>
                  <a:cubicBezTo>
                    <a:pt x="2206" y="181"/>
                    <a:pt x="2238" y="588"/>
                    <a:pt x="2247" y="622"/>
                  </a:cubicBezTo>
                  <a:cubicBezTo>
                    <a:pt x="2257" y="657"/>
                    <a:pt x="2266" y="752"/>
                    <a:pt x="2266" y="800"/>
                  </a:cubicBezTo>
                  <a:cubicBezTo>
                    <a:pt x="2266" y="848"/>
                    <a:pt x="2320" y="899"/>
                    <a:pt x="2319" y="937"/>
                  </a:cubicBezTo>
                  <a:cubicBezTo>
                    <a:pt x="2316" y="976"/>
                    <a:pt x="2375" y="972"/>
                    <a:pt x="2389" y="976"/>
                  </a:cubicBezTo>
                  <a:cubicBezTo>
                    <a:pt x="2403" y="980"/>
                    <a:pt x="2389" y="1041"/>
                    <a:pt x="2375" y="1041"/>
                  </a:cubicBezTo>
                  <a:cubicBezTo>
                    <a:pt x="2361" y="1041"/>
                    <a:pt x="2355" y="1053"/>
                    <a:pt x="2316" y="1066"/>
                  </a:cubicBezTo>
                  <a:cubicBezTo>
                    <a:pt x="2302" y="1071"/>
                    <a:pt x="2287" y="1072"/>
                    <a:pt x="2271" y="1072"/>
                  </a:cubicBezTo>
                  <a:cubicBezTo>
                    <a:pt x="2265" y="1072"/>
                    <a:pt x="2258" y="1072"/>
                    <a:pt x="2252" y="1072"/>
                  </a:cubicBezTo>
                  <a:cubicBezTo>
                    <a:pt x="2229" y="1072"/>
                    <a:pt x="2207" y="1074"/>
                    <a:pt x="2189" y="1087"/>
                  </a:cubicBezTo>
                  <a:cubicBezTo>
                    <a:pt x="2153" y="1114"/>
                    <a:pt x="2157" y="1145"/>
                    <a:pt x="2129" y="1162"/>
                  </a:cubicBezTo>
                  <a:cubicBezTo>
                    <a:pt x="2102" y="1181"/>
                    <a:pt x="2037" y="1251"/>
                    <a:pt x="2033" y="1267"/>
                  </a:cubicBezTo>
                  <a:cubicBezTo>
                    <a:pt x="2029" y="1283"/>
                    <a:pt x="1952" y="1324"/>
                    <a:pt x="1870" y="1375"/>
                  </a:cubicBezTo>
                  <a:cubicBezTo>
                    <a:pt x="1787" y="1425"/>
                    <a:pt x="1694" y="1566"/>
                    <a:pt x="1672" y="1646"/>
                  </a:cubicBezTo>
                  <a:cubicBezTo>
                    <a:pt x="1649" y="1725"/>
                    <a:pt x="1685" y="1929"/>
                    <a:pt x="1685" y="1950"/>
                  </a:cubicBezTo>
                  <a:cubicBezTo>
                    <a:pt x="1685" y="1974"/>
                    <a:pt x="1660" y="2016"/>
                    <a:pt x="1637" y="2068"/>
                  </a:cubicBezTo>
                  <a:cubicBezTo>
                    <a:pt x="1615" y="2121"/>
                    <a:pt x="1548" y="2240"/>
                    <a:pt x="1532" y="2269"/>
                  </a:cubicBezTo>
                  <a:cubicBezTo>
                    <a:pt x="1516" y="2299"/>
                    <a:pt x="1450" y="2331"/>
                    <a:pt x="1407" y="2357"/>
                  </a:cubicBezTo>
                  <a:cubicBezTo>
                    <a:pt x="1364" y="2382"/>
                    <a:pt x="1293" y="2475"/>
                    <a:pt x="1228" y="2555"/>
                  </a:cubicBezTo>
                  <a:cubicBezTo>
                    <a:pt x="1161" y="2634"/>
                    <a:pt x="946" y="2851"/>
                    <a:pt x="910" y="2883"/>
                  </a:cubicBezTo>
                  <a:cubicBezTo>
                    <a:pt x="874" y="2915"/>
                    <a:pt x="793" y="2980"/>
                    <a:pt x="792" y="2999"/>
                  </a:cubicBezTo>
                  <a:cubicBezTo>
                    <a:pt x="789" y="3017"/>
                    <a:pt x="763" y="3026"/>
                    <a:pt x="731" y="3047"/>
                  </a:cubicBezTo>
                  <a:cubicBezTo>
                    <a:pt x="699" y="3068"/>
                    <a:pt x="721" y="3110"/>
                    <a:pt x="712" y="3129"/>
                  </a:cubicBezTo>
                  <a:cubicBezTo>
                    <a:pt x="703" y="3148"/>
                    <a:pt x="671" y="3211"/>
                    <a:pt x="642" y="3245"/>
                  </a:cubicBezTo>
                  <a:cubicBezTo>
                    <a:pt x="611" y="3279"/>
                    <a:pt x="601" y="3346"/>
                    <a:pt x="601" y="3379"/>
                  </a:cubicBezTo>
                  <a:cubicBezTo>
                    <a:pt x="601" y="3414"/>
                    <a:pt x="595" y="3497"/>
                    <a:pt x="591" y="3516"/>
                  </a:cubicBezTo>
                  <a:cubicBezTo>
                    <a:pt x="587" y="3534"/>
                    <a:pt x="627" y="3541"/>
                    <a:pt x="646" y="3562"/>
                  </a:cubicBezTo>
                  <a:cubicBezTo>
                    <a:pt x="664" y="3582"/>
                    <a:pt x="651" y="3613"/>
                    <a:pt x="651" y="3650"/>
                  </a:cubicBezTo>
                  <a:cubicBezTo>
                    <a:pt x="651" y="3690"/>
                    <a:pt x="680" y="3703"/>
                    <a:pt x="694" y="3703"/>
                  </a:cubicBezTo>
                  <a:cubicBezTo>
                    <a:pt x="707" y="3703"/>
                    <a:pt x="716" y="3710"/>
                    <a:pt x="740" y="3726"/>
                  </a:cubicBezTo>
                  <a:cubicBezTo>
                    <a:pt x="746" y="3730"/>
                    <a:pt x="752" y="3732"/>
                    <a:pt x="758" y="3732"/>
                  </a:cubicBezTo>
                  <a:cubicBezTo>
                    <a:pt x="769" y="3732"/>
                    <a:pt x="779" y="3727"/>
                    <a:pt x="785" y="3723"/>
                  </a:cubicBezTo>
                  <a:cubicBezTo>
                    <a:pt x="865" y="3851"/>
                    <a:pt x="1008" y="3936"/>
                    <a:pt x="1169" y="3936"/>
                  </a:cubicBezTo>
                  <a:cubicBezTo>
                    <a:pt x="1421" y="3936"/>
                    <a:pt x="1625" y="3732"/>
                    <a:pt x="1625" y="3480"/>
                  </a:cubicBezTo>
                  <a:cubicBezTo>
                    <a:pt x="1625" y="3264"/>
                    <a:pt x="1477" y="3084"/>
                    <a:pt x="1276" y="3036"/>
                  </a:cubicBezTo>
                  <a:cubicBezTo>
                    <a:pt x="1279" y="3030"/>
                    <a:pt x="1280" y="3027"/>
                    <a:pt x="1280" y="3027"/>
                  </a:cubicBezTo>
                  <a:cubicBezTo>
                    <a:pt x="1264" y="3027"/>
                    <a:pt x="1245" y="2999"/>
                    <a:pt x="1265" y="2976"/>
                  </a:cubicBezTo>
                  <a:cubicBezTo>
                    <a:pt x="1286" y="2954"/>
                    <a:pt x="1427" y="2875"/>
                    <a:pt x="1474" y="2849"/>
                  </a:cubicBezTo>
                  <a:cubicBezTo>
                    <a:pt x="1519" y="2822"/>
                    <a:pt x="1641" y="2714"/>
                    <a:pt x="1665" y="2692"/>
                  </a:cubicBezTo>
                  <a:cubicBezTo>
                    <a:pt x="1688" y="2669"/>
                    <a:pt x="1704" y="2656"/>
                    <a:pt x="1724" y="2637"/>
                  </a:cubicBezTo>
                  <a:cubicBezTo>
                    <a:pt x="1745" y="2619"/>
                    <a:pt x="1806" y="2562"/>
                    <a:pt x="1850" y="2526"/>
                  </a:cubicBezTo>
                  <a:cubicBezTo>
                    <a:pt x="1893" y="2489"/>
                    <a:pt x="1978" y="2269"/>
                    <a:pt x="1994" y="2223"/>
                  </a:cubicBezTo>
                  <a:cubicBezTo>
                    <a:pt x="2004" y="2189"/>
                    <a:pt x="2012" y="2165"/>
                    <a:pt x="2021" y="2165"/>
                  </a:cubicBezTo>
                  <a:cubicBezTo>
                    <a:pt x="2024" y="2165"/>
                    <a:pt x="2028" y="2170"/>
                    <a:pt x="2032" y="2179"/>
                  </a:cubicBezTo>
                  <a:cubicBezTo>
                    <a:pt x="2045" y="2211"/>
                    <a:pt x="2125" y="2338"/>
                    <a:pt x="2153" y="2361"/>
                  </a:cubicBezTo>
                  <a:cubicBezTo>
                    <a:pt x="2180" y="2385"/>
                    <a:pt x="2243" y="2463"/>
                    <a:pt x="2265" y="2535"/>
                  </a:cubicBezTo>
                  <a:cubicBezTo>
                    <a:pt x="2285" y="2605"/>
                    <a:pt x="2253" y="2765"/>
                    <a:pt x="2225" y="2826"/>
                  </a:cubicBezTo>
                  <a:cubicBezTo>
                    <a:pt x="2198" y="2887"/>
                    <a:pt x="2266" y="2956"/>
                    <a:pt x="2278" y="3012"/>
                  </a:cubicBezTo>
                  <a:cubicBezTo>
                    <a:pt x="2289" y="3069"/>
                    <a:pt x="2278" y="3120"/>
                    <a:pt x="2234" y="3149"/>
                  </a:cubicBezTo>
                  <a:cubicBezTo>
                    <a:pt x="2192" y="3178"/>
                    <a:pt x="2244" y="3314"/>
                    <a:pt x="2246" y="3342"/>
                  </a:cubicBezTo>
                  <a:cubicBezTo>
                    <a:pt x="2249" y="3368"/>
                    <a:pt x="2234" y="3375"/>
                    <a:pt x="2176" y="3410"/>
                  </a:cubicBezTo>
                  <a:cubicBezTo>
                    <a:pt x="2116" y="3444"/>
                    <a:pt x="2048" y="3576"/>
                    <a:pt x="2011" y="3613"/>
                  </a:cubicBezTo>
                  <a:cubicBezTo>
                    <a:pt x="1975" y="3649"/>
                    <a:pt x="1991" y="3808"/>
                    <a:pt x="1986" y="3856"/>
                  </a:cubicBezTo>
                  <a:cubicBezTo>
                    <a:pt x="1982" y="3904"/>
                    <a:pt x="1952" y="3917"/>
                    <a:pt x="1909" y="3965"/>
                  </a:cubicBezTo>
                  <a:cubicBezTo>
                    <a:pt x="1866" y="4013"/>
                    <a:pt x="1765" y="4271"/>
                    <a:pt x="1732" y="4325"/>
                  </a:cubicBezTo>
                  <a:cubicBezTo>
                    <a:pt x="1697" y="4380"/>
                    <a:pt x="1681" y="4497"/>
                    <a:pt x="1681" y="4504"/>
                  </a:cubicBezTo>
                  <a:cubicBezTo>
                    <a:pt x="1681" y="4510"/>
                    <a:pt x="1663" y="4538"/>
                    <a:pt x="1653" y="4574"/>
                  </a:cubicBezTo>
                  <a:cubicBezTo>
                    <a:pt x="1644" y="4610"/>
                    <a:pt x="1560" y="4752"/>
                    <a:pt x="1538" y="4775"/>
                  </a:cubicBezTo>
                  <a:cubicBezTo>
                    <a:pt x="1514" y="4797"/>
                    <a:pt x="1449" y="4937"/>
                    <a:pt x="1418" y="4993"/>
                  </a:cubicBezTo>
                  <a:cubicBezTo>
                    <a:pt x="1389" y="5050"/>
                    <a:pt x="1236" y="5232"/>
                    <a:pt x="1184" y="5305"/>
                  </a:cubicBezTo>
                  <a:cubicBezTo>
                    <a:pt x="1131" y="5378"/>
                    <a:pt x="993" y="5732"/>
                    <a:pt x="957" y="5811"/>
                  </a:cubicBezTo>
                  <a:cubicBezTo>
                    <a:pt x="920" y="5891"/>
                    <a:pt x="840" y="6191"/>
                    <a:pt x="833" y="6191"/>
                  </a:cubicBezTo>
                  <a:cubicBezTo>
                    <a:pt x="827" y="6191"/>
                    <a:pt x="817" y="6201"/>
                    <a:pt x="817" y="6201"/>
                  </a:cubicBezTo>
                  <a:cubicBezTo>
                    <a:pt x="817" y="6201"/>
                    <a:pt x="764" y="6335"/>
                    <a:pt x="731" y="6360"/>
                  </a:cubicBezTo>
                  <a:cubicBezTo>
                    <a:pt x="696" y="6385"/>
                    <a:pt x="671" y="6465"/>
                    <a:pt x="664" y="6484"/>
                  </a:cubicBezTo>
                  <a:cubicBezTo>
                    <a:pt x="658" y="6501"/>
                    <a:pt x="601" y="6500"/>
                    <a:pt x="582" y="6501"/>
                  </a:cubicBezTo>
                  <a:cubicBezTo>
                    <a:pt x="565" y="6504"/>
                    <a:pt x="571" y="6536"/>
                    <a:pt x="565" y="6557"/>
                  </a:cubicBezTo>
                  <a:cubicBezTo>
                    <a:pt x="557" y="6577"/>
                    <a:pt x="533" y="6610"/>
                    <a:pt x="521" y="6618"/>
                  </a:cubicBezTo>
                  <a:cubicBezTo>
                    <a:pt x="509" y="6624"/>
                    <a:pt x="509" y="6691"/>
                    <a:pt x="505" y="6718"/>
                  </a:cubicBezTo>
                  <a:cubicBezTo>
                    <a:pt x="501" y="6744"/>
                    <a:pt x="352" y="6864"/>
                    <a:pt x="332" y="6886"/>
                  </a:cubicBezTo>
                  <a:cubicBezTo>
                    <a:pt x="311" y="6909"/>
                    <a:pt x="206" y="6970"/>
                    <a:pt x="163" y="7017"/>
                  </a:cubicBezTo>
                  <a:cubicBezTo>
                    <a:pt x="120" y="7062"/>
                    <a:pt x="1" y="7211"/>
                    <a:pt x="20" y="7313"/>
                  </a:cubicBezTo>
                  <a:cubicBezTo>
                    <a:pt x="35" y="7399"/>
                    <a:pt x="239" y="7429"/>
                    <a:pt x="352" y="7429"/>
                  </a:cubicBezTo>
                  <a:cubicBezTo>
                    <a:pt x="373" y="7429"/>
                    <a:pt x="390" y="7428"/>
                    <a:pt x="403" y="7426"/>
                  </a:cubicBezTo>
                  <a:cubicBezTo>
                    <a:pt x="486" y="7415"/>
                    <a:pt x="591" y="7199"/>
                    <a:pt x="606" y="7183"/>
                  </a:cubicBezTo>
                  <a:cubicBezTo>
                    <a:pt x="613" y="7174"/>
                    <a:pt x="642" y="7171"/>
                    <a:pt x="676" y="7171"/>
                  </a:cubicBezTo>
                  <a:cubicBezTo>
                    <a:pt x="703" y="7171"/>
                    <a:pt x="734" y="7173"/>
                    <a:pt x="760" y="7174"/>
                  </a:cubicBezTo>
                  <a:cubicBezTo>
                    <a:pt x="760" y="7174"/>
                    <a:pt x="761" y="7174"/>
                    <a:pt x="761" y="7174"/>
                  </a:cubicBezTo>
                  <a:cubicBezTo>
                    <a:pt x="821" y="7174"/>
                    <a:pt x="904" y="7059"/>
                    <a:pt x="925" y="7017"/>
                  </a:cubicBezTo>
                  <a:cubicBezTo>
                    <a:pt x="944" y="6975"/>
                    <a:pt x="945" y="6827"/>
                    <a:pt x="949" y="6827"/>
                  </a:cubicBezTo>
                  <a:cubicBezTo>
                    <a:pt x="949" y="6827"/>
                    <a:pt x="949" y="6827"/>
                    <a:pt x="949" y="6827"/>
                  </a:cubicBezTo>
                  <a:cubicBezTo>
                    <a:pt x="950" y="6830"/>
                    <a:pt x="952" y="6832"/>
                    <a:pt x="955" y="6832"/>
                  </a:cubicBezTo>
                  <a:cubicBezTo>
                    <a:pt x="963" y="6832"/>
                    <a:pt x="978" y="6819"/>
                    <a:pt x="989" y="6803"/>
                  </a:cubicBezTo>
                  <a:cubicBezTo>
                    <a:pt x="1002" y="6779"/>
                    <a:pt x="1027" y="6715"/>
                    <a:pt x="1027" y="6715"/>
                  </a:cubicBezTo>
                  <a:cubicBezTo>
                    <a:pt x="1027" y="6715"/>
                    <a:pt x="973" y="6682"/>
                    <a:pt x="961" y="6675"/>
                  </a:cubicBezTo>
                  <a:cubicBezTo>
                    <a:pt x="949" y="6669"/>
                    <a:pt x="984" y="6574"/>
                    <a:pt x="1005" y="6558"/>
                  </a:cubicBezTo>
                  <a:cubicBezTo>
                    <a:pt x="1025" y="6542"/>
                    <a:pt x="1021" y="6513"/>
                    <a:pt x="1027" y="6492"/>
                  </a:cubicBezTo>
                  <a:cubicBezTo>
                    <a:pt x="1034" y="6472"/>
                    <a:pt x="1127" y="6328"/>
                    <a:pt x="1136" y="6315"/>
                  </a:cubicBezTo>
                  <a:cubicBezTo>
                    <a:pt x="1146" y="6302"/>
                    <a:pt x="1131" y="6286"/>
                    <a:pt x="1131" y="6286"/>
                  </a:cubicBezTo>
                  <a:cubicBezTo>
                    <a:pt x="1131" y="6286"/>
                    <a:pt x="1184" y="6238"/>
                    <a:pt x="1204" y="6205"/>
                  </a:cubicBezTo>
                  <a:cubicBezTo>
                    <a:pt x="1225" y="6173"/>
                    <a:pt x="1394" y="6009"/>
                    <a:pt x="1474" y="5932"/>
                  </a:cubicBezTo>
                  <a:cubicBezTo>
                    <a:pt x="1554" y="5854"/>
                    <a:pt x="1651" y="5570"/>
                    <a:pt x="1679" y="5487"/>
                  </a:cubicBezTo>
                  <a:cubicBezTo>
                    <a:pt x="1705" y="5406"/>
                    <a:pt x="1772" y="5285"/>
                    <a:pt x="1788" y="5272"/>
                  </a:cubicBezTo>
                  <a:cubicBezTo>
                    <a:pt x="1804" y="5257"/>
                    <a:pt x="1911" y="5123"/>
                    <a:pt x="1947" y="5078"/>
                  </a:cubicBezTo>
                  <a:cubicBezTo>
                    <a:pt x="1984" y="5031"/>
                    <a:pt x="2088" y="4934"/>
                    <a:pt x="2154" y="4861"/>
                  </a:cubicBezTo>
                  <a:cubicBezTo>
                    <a:pt x="2220" y="4789"/>
                    <a:pt x="2340" y="4674"/>
                    <a:pt x="2362" y="4674"/>
                  </a:cubicBezTo>
                  <a:cubicBezTo>
                    <a:pt x="2362" y="4674"/>
                    <a:pt x="2362" y="4674"/>
                    <a:pt x="2362" y="4674"/>
                  </a:cubicBezTo>
                  <a:cubicBezTo>
                    <a:pt x="2366" y="4675"/>
                    <a:pt x="2371" y="4675"/>
                    <a:pt x="2378" y="4675"/>
                  </a:cubicBezTo>
                  <a:cubicBezTo>
                    <a:pt x="2401" y="4675"/>
                    <a:pt x="2438" y="4670"/>
                    <a:pt x="2476" y="4640"/>
                  </a:cubicBezTo>
                  <a:cubicBezTo>
                    <a:pt x="2524" y="4602"/>
                    <a:pt x="2572" y="4578"/>
                    <a:pt x="2576" y="4555"/>
                  </a:cubicBezTo>
                  <a:cubicBezTo>
                    <a:pt x="2581" y="4533"/>
                    <a:pt x="2652" y="4517"/>
                    <a:pt x="2689" y="4510"/>
                  </a:cubicBezTo>
                  <a:cubicBezTo>
                    <a:pt x="2725" y="4504"/>
                    <a:pt x="2871" y="4399"/>
                    <a:pt x="2891" y="4373"/>
                  </a:cubicBezTo>
                  <a:cubicBezTo>
                    <a:pt x="2906" y="4355"/>
                    <a:pt x="2937" y="4331"/>
                    <a:pt x="2958" y="4331"/>
                  </a:cubicBezTo>
                  <a:cubicBezTo>
                    <a:pt x="2965" y="4331"/>
                    <a:pt x="2971" y="4334"/>
                    <a:pt x="2976" y="4341"/>
                  </a:cubicBezTo>
                  <a:cubicBezTo>
                    <a:pt x="2992" y="4369"/>
                    <a:pt x="3162" y="4519"/>
                    <a:pt x="3185" y="4546"/>
                  </a:cubicBezTo>
                  <a:cubicBezTo>
                    <a:pt x="3207" y="4574"/>
                    <a:pt x="3247" y="4690"/>
                    <a:pt x="3247" y="4739"/>
                  </a:cubicBezTo>
                  <a:cubicBezTo>
                    <a:pt x="3247" y="4787"/>
                    <a:pt x="3365" y="4918"/>
                    <a:pt x="3365" y="4918"/>
                  </a:cubicBezTo>
                  <a:cubicBezTo>
                    <a:pt x="3365" y="4918"/>
                    <a:pt x="3383" y="5052"/>
                    <a:pt x="3388" y="5110"/>
                  </a:cubicBezTo>
                  <a:cubicBezTo>
                    <a:pt x="3392" y="5167"/>
                    <a:pt x="3478" y="5248"/>
                    <a:pt x="3501" y="5302"/>
                  </a:cubicBezTo>
                  <a:cubicBezTo>
                    <a:pt x="3525" y="5358"/>
                    <a:pt x="3670" y="5499"/>
                    <a:pt x="3735" y="5560"/>
                  </a:cubicBezTo>
                  <a:cubicBezTo>
                    <a:pt x="3797" y="5623"/>
                    <a:pt x="3839" y="5715"/>
                    <a:pt x="3861" y="5768"/>
                  </a:cubicBezTo>
                  <a:cubicBezTo>
                    <a:pt x="3885" y="5821"/>
                    <a:pt x="3922" y="5914"/>
                    <a:pt x="3954" y="5956"/>
                  </a:cubicBezTo>
                  <a:cubicBezTo>
                    <a:pt x="3987" y="6000"/>
                    <a:pt x="4139" y="6157"/>
                    <a:pt x="4190" y="6208"/>
                  </a:cubicBezTo>
                  <a:cubicBezTo>
                    <a:pt x="4240" y="6258"/>
                    <a:pt x="4300" y="6342"/>
                    <a:pt x="4306" y="6351"/>
                  </a:cubicBezTo>
                  <a:cubicBezTo>
                    <a:pt x="4313" y="6360"/>
                    <a:pt x="4349" y="6404"/>
                    <a:pt x="4345" y="6412"/>
                  </a:cubicBezTo>
                  <a:cubicBezTo>
                    <a:pt x="4341" y="6423"/>
                    <a:pt x="4362" y="6443"/>
                    <a:pt x="4374" y="6465"/>
                  </a:cubicBezTo>
                  <a:cubicBezTo>
                    <a:pt x="4386" y="6488"/>
                    <a:pt x="4441" y="6577"/>
                    <a:pt x="4442" y="6605"/>
                  </a:cubicBezTo>
                  <a:cubicBezTo>
                    <a:pt x="4445" y="6632"/>
                    <a:pt x="4451" y="6648"/>
                    <a:pt x="4461" y="6670"/>
                  </a:cubicBezTo>
                  <a:cubicBezTo>
                    <a:pt x="4470" y="6693"/>
                    <a:pt x="4463" y="6693"/>
                    <a:pt x="4450" y="6714"/>
                  </a:cubicBezTo>
                  <a:cubicBezTo>
                    <a:pt x="4435" y="6734"/>
                    <a:pt x="4426" y="6746"/>
                    <a:pt x="4426" y="6759"/>
                  </a:cubicBezTo>
                  <a:cubicBezTo>
                    <a:pt x="4426" y="6774"/>
                    <a:pt x="4475" y="6860"/>
                    <a:pt x="4475" y="6887"/>
                  </a:cubicBezTo>
                  <a:cubicBezTo>
                    <a:pt x="4475" y="6913"/>
                    <a:pt x="4539" y="6932"/>
                    <a:pt x="4550" y="6960"/>
                  </a:cubicBezTo>
                  <a:cubicBezTo>
                    <a:pt x="4560" y="6988"/>
                    <a:pt x="4593" y="7030"/>
                    <a:pt x="4609" y="7046"/>
                  </a:cubicBezTo>
                  <a:cubicBezTo>
                    <a:pt x="4625" y="7062"/>
                    <a:pt x="4652" y="7103"/>
                    <a:pt x="4671" y="7125"/>
                  </a:cubicBezTo>
                  <a:cubicBezTo>
                    <a:pt x="4689" y="7145"/>
                    <a:pt x="4687" y="7177"/>
                    <a:pt x="4676" y="7222"/>
                  </a:cubicBezTo>
                  <a:cubicBezTo>
                    <a:pt x="4664" y="7267"/>
                    <a:pt x="4712" y="7311"/>
                    <a:pt x="4708" y="7349"/>
                  </a:cubicBezTo>
                  <a:cubicBezTo>
                    <a:pt x="4703" y="7388"/>
                    <a:pt x="4732" y="7401"/>
                    <a:pt x="4754" y="7401"/>
                  </a:cubicBezTo>
                  <a:cubicBezTo>
                    <a:pt x="4778" y="7401"/>
                    <a:pt x="5037" y="7263"/>
                    <a:pt x="5089" y="7228"/>
                  </a:cubicBezTo>
                  <a:cubicBezTo>
                    <a:pt x="5140" y="7195"/>
                    <a:pt x="5180" y="7149"/>
                    <a:pt x="5164" y="7077"/>
                  </a:cubicBezTo>
                  <a:cubicBezTo>
                    <a:pt x="5148" y="7004"/>
                    <a:pt x="5066" y="6947"/>
                    <a:pt x="5054" y="6912"/>
                  </a:cubicBezTo>
                  <a:cubicBezTo>
                    <a:pt x="5043" y="6878"/>
                    <a:pt x="4948" y="6758"/>
                    <a:pt x="4929" y="6755"/>
                  </a:cubicBezTo>
                  <a:cubicBezTo>
                    <a:pt x="4912" y="6753"/>
                    <a:pt x="4885" y="6680"/>
                    <a:pt x="4856" y="6631"/>
                  </a:cubicBezTo>
                  <a:cubicBezTo>
                    <a:pt x="4827" y="6584"/>
                    <a:pt x="4812" y="6584"/>
                    <a:pt x="4799" y="6584"/>
                  </a:cubicBezTo>
                  <a:cubicBezTo>
                    <a:pt x="4786" y="6584"/>
                    <a:pt x="4779" y="6552"/>
                    <a:pt x="4780" y="6542"/>
                  </a:cubicBezTo>
                  <a:cubicBezTo>
                    <a:pt x="4783" y="6533"/>
                    <a:pt x="4756" y="6506"/>
                    <a:pt x="4743" y="6506"/>
                  </a:cubicBezTo>
                  <a:cubicBezTo>
                    <a:pt x="4729" y="6506"/>
                    <a:pt x="4718" y="6436"/>
                    <a:pt x="4706" y="6411"/>
                  </a:cubicBezTo>
                  <a:cubicBezTo>
                    <a:pt x="4694" y="6386"/>
                    <a:pt x="4641" y="6246"/>
                    <a:pt x="4635" y="6230"/>
                  </a:cubicBezTo>
                  <a:cubicBezTo>
                    <a:pt x="4633" y="6224"/>
                    <a:pt x="4630" y="6222"/>
                    <a:pt x="4627" y="6222"/>
                  </a:cubicBezTo>
                  <a:cubicBezTo>
                    <a:pt x="4622" y="6222"/>
                    <a:pt x="4617" y="6227"/>
                    <a:pt x="4617" y="6227"/>
                  </a:cubicBezTo>
                  <a:cubicBezTo>
                    <a:pt x="4617" y="6227"/>
                    <a:pt x="4585" y="6156"/>
                    <a:pt x="4568" y="6093"/>
                  </a:cubicBezTo>
                  <a:cubicBezTo>
                    <a:pt x="4549" y="6032"/>
                    <a:pt x="4476" y="5790"/>
                    <a:pt x="4399" y="5624"/>
                  </a:cubicBezTo>
                  <a:cubicBezTo>
                    <a:pt x="4320" y="5458"/>
                    <a:pt x="4182" y="5334"/>
                    <a:pt x="4116" y="5285"/>
                  </a:cubicBezTo>
                  <a:cubicBezTo>
                    <a:pt x="4049" y="5234"/>
                    <a:pt x="4029" y="5189"/>
                    <a:pt x="3979" y="5103"/>
                  </a:cubicBezTo>
                  <a:cubicBezTo>
                    <a:pt x="3930" y="5015"/>
                    <a:pt x="3963" y="4988"/>
                    <a:pt x="3963" y="4988"/>
                  </a:cubicBezTo>
                  <a:cubicBezTo>
                    <a:pt x="3963" y="4988"/>
                    <a:pt x="4007" y="4988"/>
                    <a:pt x="4016" y="4979"/>
                  </a:cubicBezTo>
                  <a:cubicBezTo>
                    <a:pt x="4024" y="4970"/>
                    <a:pt x="4016" y="4954"/>
                    <a:pt x="4033" y="4910"/>
                  </a:cubicBezTo>
                  <a:cubicBezTo>
                    <a:pt x="4052" y="4867"/>
                    <a:pt x="4109" y="4865"/>
                    <a:pt x="4113" y="4842"/>
                  </a:cubicBezTo>
                  <a:cubicBezTo>
                    <a:pt x="4118" y="4820"/>
                    <a:pt x="4081" y="4514"/>
                    <a:pt x="4068" y="4437"/>
                  </a:cubicBezTo>
                  <a:cubicBezTo>
                    <a:pt x="4055" y="4360"/>
                    <a:pt x="4027" y="4175"/>
                    <a:pt x="4020" y="4152"/>
                  </a:cubicBezTo>
                  <a:cubicBezTo>
                    <a:pt x="4013" y="4130"/>
                    <a:pt x="4003" y="4054"/>
                    <a:pt x="4008" y="4015"/>
                  </a:cubicBezTo>
                  <a:cubicBezTo>
                    <a:pt x="4016" y="3977"/>
                    <a:pt x="3984" y="3827"/>
                    <a:pt x="3984" y="3827"/>
                  </a:cubicBezTo>
                  <a:cubicBezTo>
                    <a:pt x="3984" y="3827"/>
                    <a:pt x="3956" y="3748"/>
                    <a:pt x="3970" y="3715"/>
                  </a:cubicBezTo>
                  <a:cubicBezTo>
                    <a:pt x="3984" y="3680"/>
                    <a:pt x="3984" y="3534"/>
                    <a:pt x="3984" y="3502"/>
                  </a:cubicBezTo>
                  <a:cubicBezTo>
                    <a:pt x="3984" y="3471"/>
                    <a:pt x="4004" y="3412"/>
                    <a:pt x="4024" y="3345"/>
                  </a:cubicBezTo>
                  <a:cubicBezTo>
                    <a:pt x="4045" y="3279"/>
                    <a:pt x="4107" y="3162"/>
                    <a:pt x="4107" y="3162"/>
                  </a:cubicBezTo>
                  <a:lnTo>
                    <a:pt x="4125" y="3162"/>
                  </a:lnTo>
                  <a:cubicBezTo>
                    <a:pt x="4125" y="3162"/>
                    <a:pt x="4137" y="3113"/>
                    <a:pt x="4154" y="3093"/>
                  </a:cubicBezTo>
                  <a:cubicBezTo>
                    <a:pt x="4173" y="3072"/>
                    <a:pt x="4189" y="2903"/>
                    <a:pt x="4205" y="2867"/>
                  </a:cubicBezTo>
                  <a:cubicBezTo>
                    <a:pt x="4221" y="2830"/>
                    <a:pt x="4193" y="2743"/>
                    <a:pt x="4193" y="2743"/>
                  </a:cubicBezTo>
                  <a:cubicBezTo>
                    <a:pt x="4193" y="2743"/>
                    <a:pt x="4185" y="2689"/>
                    <a:pt x="4177" y="2637"/>
                  </a:cubicBezTo>
                  <a:cubicBezTo>
                    <a:pt x="4170" y="2584"/>
                    <a:pt x="4129" y="2443"/>
                    <a:pt x="4116" y="2411"/>
                  </a:cubicBezTo>
                  <a:cubicBezTo>
                    <a:pt x="4102" y="2379"/>
                    <a:pt x="4040" y="2201"/>
                    <a:pt x="4023" y="2133"/>
                  </a:cubicBezTo>
                  <a:cubicBezTo>
                    <a:pt x="4004" y="2064"/>
                    <a:pt x="3931" y="1910"/>
                    <a:pt x="3918" y="1881"/>
                  </a:cubicBezTo>
                  <a:cubicBezTo>
                    <a:pt x="3903" y="1850"/>
                    <a:pt x="3799" y="1567"/>
                    <a:pt x="3730" y="1441"/>
                  </a:cubicBezTo>
                  <a:cubicBezTo>
                    <a:pt x="3663" y="1312"/>
                    <a:pt x="3469" y="1180"/>
                    <a:pt x="3475" y="1180"/>
                  </a:cubicBezTo>
                  <a:cubicBezTo>
                    <a:pt x="3483" y="1180"/>
                    <a:pt x="3475" y="1164"/>
                    <a:pt x="3466" y="1146"/>
                  </a:cubicBezTo>
                  <a:cubicBezTo>
                    <a:pt x="3458" y="1127"/>
                    <a:pt x="3348" y="1094"/>
                    <a:pt x="3308" y="1069"/>
                  </a:cubicBezTo>
                  <a:cubicBezTo>
                    <a:pt x="3265" y="1044"/>
                    <a:pt x="3075" y="1008"/>
                    <a:pt x="3075" y="1008"/>
                  </a:cubicBezTo>
                  <a:lnTo>
                    <a:pt x="3070" y="1008"/>
                  </a:lnTo>
                  <a:cubicBezTo>
                    <a:pt x="3083" y="1001"/>
                    <a:pt x="3066" y="937"/>
                    <a:pt x="3050" y="921"/>
                  </a:cubicBezTo>
                  <a:cubicBezTo>
                    <a:pt x="3034" y="905"/>
                    <a:pt x="3050" y="859"/>
                    <a:pt x="3062" y="848"/>
                  </a:cubicBezTo>
                  <a:cubicBezTo>
                    <a:pt x="3073" y="836"/>
                    <a:pt x="3086" y="819"/>
                    <a:pt x="3086" y="794"/>
                  </a:cubicBezTo>
                  <a:cubicBezTo>
                    <a:pt x="3086" y="768"/>
                    <a:pt x="3095" y="714"/>
                    <a:pt x="3095" y="714"/>
                  </a:cubicBezTo>
                  <a:cubicBezTo>
                    <a:pt x="3095" y="714"/>
                    <a:pt x="3118" y="709"/>
                    <a:pt x="3139" y="679"/>
                  </a:cubicBezTo>
                  <a:cubicBezTo>
                    <a:pt x="3159" y="650"/>
                    <a:pt x="3099" y="581"/>
                    <a:pt x="3083" y="552"/>
                  </a:cubicBezTo>
                  <a:cubicBezTo>
                    <a:pt x="3067" y="521"/>
                    <a:pt x="3073" y="500"/>
                    <a:pt x="3089" y="484"/>
                  </a:cubicBezTo>
                  <a:cubicBezTo>
                    <a:pt x="3104" y="468"/>
                    <a:pt x="3098" y="396"/>
                    <a:pt x="3079" y="360"/>
                  </a:cubicBezTo>
                  <a:cubicBezTo>
                    <a:pt x="3062" y="323"/>
                    <a:pt x="3037" y="271"/>
                    <a:pt x="3063" y="271"/>
                  </a:cubicBezTo>
                  <a:cubicBezTo>
                    <a:pt x="3091" y="271"/>
                    <a:pt x="3098" y="224"/>
                    <a:pt x="3114" y="192"/>
                  </a:cubicBezTo>
                  <a:cubicBezTo>
                    <a:pt x="3130" y="160"/>
                    <a:pt x="2997" y="36"/>
                    <a:pt x="2906" y="9"/>
                  </a:cubicBezTo>
                  <a:cubicBezTo>
                    <a:pt x="2888" y="3"/>
                    <a:pt x="2866" y="1"/>
                    <a:pt x="284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" name="Google Shape;322;p24"/>
            <p:cNvSpPr/>
            <p:nvPr/>
          </p:nvSpPr>
          <p:spPr>
            <a:xfrm>
              <a:off x="4871518" y="2241622"/>
              <a:ext cx="173935" cy="181584"/>
            </a:xfrm>
            <a:custGeom>
              <a:rect b="b" l="l" r="r" t="t"/>
              <a:pathLst>
                <a:path extrusionOk="0" h="1355" w="1298">
                  <a:moveTo>
                    <a:pt x="649" y="0"/>
                  </a:moveTo>
                  <a:cubicBezTo>
                    <a:pt x="290" y="0"/>
                    <a:pt x="1" y="303"/>
                    <a:pt x="1" y="678"/>
                  </a:cubicBezTo>
                  <a:cubicBezTo>
                    <a:pt x="1" y="1052"/>
                    <a:pt x="290" y="1355"/>
                    <a:pt x="649" y="1355"/>
                  </a:cubicBezTo>
                  <a:cubicBezTo>
                    <a:pt x="1007" y="1355"/>
                    <a:pt x="1297" y="1052"/>
                    <a:pt x="1297" y="678"/>
                  </a:cubicBezTo>
                  <a:cubicBezTo>
                    <a:pt x="1297" y="303"/>
                    <a:pt x="1007" y="0"/>
                    <a:pt x="6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323" name="Google Shape;323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2825" y="2995050"/>
            <a:ext cx="3454758" cy="1416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25"/>
          <p:cNvSpPr txBox="1"/>
          <p:nvPr>
            <p:ph type="ctrTitle"/>
          </p:nvPr>
        </p:nvSpPr>
        <p:spPr>
          <a:xfrm>
            <a:off x="2366250" y="1682463"/>
            <a:ext cx="4411500" cy="1224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</a:t>
            </a:r>
            <a:endParaRPr/>
          </a:p>
        </p:txBody>
      </p:sp>
      <p:grpSp>
        <p:nvGrpSpPr>
          <p:cNvPr id="329" name="Google Shape;329;p25"/>
          <p:cNvGrpSpPr/>
          <p:nvPr/>
        </p:nvGrpSpPr>
        <p:grpSpPr>
          <a:xfrm>
            <a:off x="671754" y="711317"/>
            <a:ext cx="1654393" cy="3167179"/>
            <a:chOff x="5706925" y="1649570"/>
            <a:chExt cx="1510309" cy="2891345"/>
          </a:xfrm>
        </p:grpSpPr>
        <p:sp>
          <p:nvSpPr>
            <p:cNvPr id="330" name="Google Shape;330;p25"/>
            <p:cNvSpPr/>
            <p:nvPr/>
          </p:nvSpPr>
          <p:spPr>
            <a:xfrm>
              <a:off x="5706925" y="3376315"/>
              <a:ext cx="248700" cy="1164600"/>
            </a:xfrm>
            <a:prstGeom prst="rect">
              <a:avLst/>
            </a:prstGeom>
            <a:solidFill>
              <a:srgbClr val="3A1C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31" name="Google Shape;331;p25"/>
            <p:cNvGrpSpPr/>
            <p:nvPr/>
          </p:nvGrpSpPr>
          <p:grpSpPr>
            <a:xfrm>
              <a:off x="5706935" y="1649570"/>
              <a:ext cx="1510299" cy="2348918"/>
              <a:chOff x="5706935" y="1649570"/>
              <a:chExt cx="1510299" cy="2348918"/>
            </a:xfrm>
          </p:grpSpPr>
          <p:grpSp>
            <p:nvGrpSpPr>
              <p:cNvPr id="332" name="Google Shape;332;p25"/>
              <p:cNvGrpSpPr/>
              <p:nvPr/>
            </p:nvGrpSpPr>
            <p:grpSpPr>
              <a:xfrm>
                <a:off x="5706935" y="1649570"/>
                <a:ext cx="1510299" cy="2348918"/>
                <a:chOff x="6986238" y="3112350"/>
                <a:chExt cx="346725" cy="539225"/>
              </a:xfrm>
            </p:grpSpPr>
            <p:sp>
              <p:nvSpPr>
                <p:cNvPr id="333" name="Google Shape;333;p25"/>
                <p:cNvSpPr/>
                <p:nvPr/>
              </p:nvSpPr>
              <p:spPr>
                <a:xfrm>
                  <a:off x="7041013" y="3112350"/>
                  <a:ext cx="268575" cy="264275"/>
                </a:xfrm>
                <a:custGeom>
                  <a:rect b="b" l="l" r="r" t="t"/>
                  <a:pathLst>
                    <a:path extrusionOk="0" h="10571" w="10743">
                      <a:moveTo>
                        <a:pt x="416" y="1"/>
                      </a:moveTo>
                      <a:lnTo>
                        <a:pt x="0" y="8148"/>
                      </a:lnTo>
                      <a:lnTo>
                        <a:pt x="10497" y="10570"/>
                      </a:lnTo>
                      <a:lnTo>
                        <a:pt x="10742" y="3817"/>
                      </a:lnTo>
                      <a:lnTo>
                        <a:pt x="416" y="1"/>
                      </a:lnTo>
                      <a:close/>
                    </a:path>
                  </a:pathLst>
                </a:custGeom>
                <a:solidFill>
                  <a:srgbClr val="3A1C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34" name="Google Shape;334;p25"/>
                <p:cNvSpPr/>
                <p:nvPr/>
              </p:nvSpPr>
              <p:spPr>
                <a:xfrm>
                  <a:off x="7052638" y="3133150"/>
                  <a:ext cx="244075" cy="231225"/>
                </a:xfrm>
                <a:custGeom>
                  <a:rect b="b" l="l" r="r" t="t"/>
                  <a:pathLst>
                    <a:path extrusionOk="0" h="9249" w="9763">
                      <a:moveTo>
                        <a:pt x="514" y="0"/>
                      </a:moveTo>
                      <a:lnTo>
                        <a:pt x="0" y="6826"/>
                      </a:lnTo>
                      <a:lnTo>
                        <a:pt x="9543" y="9249"/>
                      </a:lnTo>
                      <a:lnTo>
                        <a:pt x="9763" y="3279"/>
                      </a:lnTo>
                      <a:lnTo>
                        <a:pt x="514" y="0"/>
                      </a:lnTo>
                      <a:close/>
                    </a:path>
                  </a:pathLst>
                </a:custGeom>
                <a:solidFill>
                  <a:srgbClr val="54386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35" name="Google Shape;335;p25"/>
                <p:cNvSpPr/>
                <p:nvPr/>
              </p:nvSpPr>
              <p:spPr>
                <a:xfrm>
                  <a:off x="7174963" y="3303350"/>
                  <a:ext cx="41575" cy="41300"/>
                </a:xfrm>
                <a:custGeom>
                  <a:rect b="b" l="l" r="r" t="t"/>
                  <a:pathLst>
                    <a:path extrusionOk="0" h="1652" w="1663">
                      <a:moveTo>
                        <a:pt x="120" y="1"/>
                      </a:moveTo>
                      <a:lnTo>
                        <a:pt x="0" y="1386"/>
                      </a:lnTo>
                      <a:lnTo>
                        <a:pt x="1065" y="1651"/>
                      </a:lnTo>
                      <a:lnTo>
                        <a:pt x="1662" y="633"/>
                      </a:lnTo>
                      <a:lnTo>
                        <a:pt x="1607" y="304"/>
                      </a:lnTo>
                      <a:lnTo>
                        <a:pt x="120" y="1"/>
                      </a:lnTo>
                      <a:close/>
                    </a:path>
                  </a:pathLst>
                </a:custGeom>
                <a:solidFill>
                  <a:srgbClr val="3A1C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36" name="Google Shape;336;p25"/>
                <p:cNvSpPr/>
                <p:nvPr/>
              </p:nvSpPr>
              <p:spPr>
                <a:xfrm>
                  <a:off x="7141338" y="3220000"/>
                  <a:ext cx="91150" cy="105850"/>
                </a:xfrm>
                <a:custGeom>
                  <a:rect b="b" l="l" r="r" t="t"/>
                  <a:pathLst>
                    <a:path extrusionOk="0" h="4234" w="3646">
                      <a:moveTo>
                        <a:pt x="146" y="1"/>
                      </a:moveTo>
                      <a:lnTo>
                        <a:pt x="1" y="3402"/>
                      </a:lnTo>
                      <a:lnTo>
                        <a:pt x="3548" y="4234"/>
                      </a:lnTo>
                      <a:lnTo>
                        <a:pt x="3645" y="1102"/>
                      </a:lnTo>
                      <a:lnTo>
                        <a:pt x="146" y="1"/>
                      </a:lnTo>
                      <a:close/>
                    </a:path>
                  </a:pathLst>
                </a:custGeom>
                <a:solidFill>
                  <a:srgbClr val="3A1C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37" name="Google Shape;337;p25"/>
                <p:cNvSpPr/>
                <p:nvPr/>
              </p:nvSpPr>
              <p:spPr>
                <a:xfrm>
                  <a:off x="7151088" y="3232850"/>
                  <a:ext cx="73450" cy="78325"/>
                </a:xfrm>
                <a:custGeom>
                  <a:rect b="b" l="l" r="r" t="t"/>
                  <a:pathLst>
                    <a:path extrusionOk="0" h="3133" w="2938">
                      <a:moveTo>
                        <a:pt x="123" y="1"/>
                      </a:moveTo>
                      <a:lnTo>
                        <a:pt x="1" y="2521"/>
                      </a:lnTo>
                      <a:lnTo>
                        <a:pt x="2815" y="3133"/>
                      </a:lnTo>
                      <a:lnTo>
                        <a:pt x="2938" y="905"/>
                      </a:lnTo>
                      <a:lnTo>
                        <a:pt x="123" y="1"/>
                      </a:lnTo>
                      <a:close/>
                    </a:path>
                  </a:pathLst>
                </a:custGeom>
                <a:solidFill>
                  <a:srgbClr val="3A1C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38" name="Google Shape;338;p25"/>
                <p:cNvSpPr/>
                <p:nvPr/>
              </p:nvSpPr>
              <p:spPr>
                <a:xfrm>
                  <a:off x="6986238" y="3271375"/>
                  <a:ext cx="215075" cy="380200"/>
                </a:xfrm>
                <a:custGeom>
                  <a:rect b="b" l="l" r="r" t="t"/>
                  <a:pathLst>
                    <a:path extrusionOk="0" h="15208" w="8603">
                      <a:moveTo>
                        <a:pt x="7452" y="1"/>
                      </a:moveTo>
                      <a:lnTo>
                        <a:pt x="7243" y="62"/>
                      </a:lnTo>
                      <a:lnTo>
                        <a:pt x="7243" y="429"/>
                      </a:lnTo>
                      <a:lnTo>
                        <a:pt x="344" y="4222"/>
                      </a:lnTo>
                      <a:lnTo>
                        <a:pt x="344" y="6204"/>
                      </a:lnTo>
                      <a:lnTo>
                        <a:pt x="344" y="8601"/>
                      </a:lnTo>
                      <a:lnTo>
                        <a:pt x="245" y="8601"/>
                      </a:lnTo>
                      <a:cubicBezTo>
                        <a:pt x="0" y="8601"/>
                        <a:pt x="25" y="9152"/>
                        <a:pt x="25" y="9152"/>
                      </a:cubicBezTo>
                      <a:lnTo>
                        <a:pt x="25" y="15207"/>
                      </a:lnTo>
                      <a:lnTo>
                        <a:pt x="2295" y="15207"/>
                      </a:lnTo>
                      <a:lnTo>
                        <a:pt x="2295" y="8926"/>
                      </a:lnTo>
                      <a:cubicBezTo>
                        <a:pt x="2295" y="8633"/>
                        <a:pt x="2108" y="8598"/>
                        <a:pt x="2019" y="8598"/>
                      </a:cubicBezTo>
                      <a:cubicBezTo>
                        <a:pt x="1990" y="8598"/>
                        <a:pt x="1971" y="8601"/>
                        <a:pt x="1971" y="8601"/>
                      </a:cubicBezTo>
                      <a:lnTo>
                        <a:pt x="2056" y="6204"/>
                      </a:lnTo>
                      <a:lnTo>
                        <a:pt x="2815" y="4504"/>
                      </a:lnTo>
                      <a:lnTo>
                        <a:pt x="8492" y="1603"/>
                      </a:lnTo>
                      <a:lnTo>
                        <a:pt x="8602" y="368"/>
                      </a:lnTo>
                      <a:lnTo>
                        <a:pt x="7452" y="1"/>
                      </a:lnTo>
                      <a:close/>
                    </a:path>
                  </a:pathLst>
                </a:custGeom>
                <a:solidFill>
                  <a:srgbClr val="3A1C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39" name="Google Shape;339;p25"/>
                <p:cNvSpPr/>
                <p:nvPr/>
              </p:nvSpPr>
              <p:spPr>
                <a:xfrm>
                  <a:off x="7191238" y="3285450"/>
                  <a:ext cx="91100" cy="40175"/>
                </a:xfrm>
                <a:custGeom>
                  <a:rect b="b" l="l" r="r" t="t"/>
                  <a:pathLst>
                    <a:path extrusionOk="0" h="1607" w="3644">
                      <a:moveTo>
                        <a:pt x="1823" y="0"/>
                      </a:moveTo>
                      <a:cubicBezTo>
                        <a:pt x="816" y="0"/>
                        <a:pt x="0" y="360"/>
                        <a:pt x="0" y="804"/>
                      </a:cubicBezTo>
                      <a:cubicBezTo>
                        <a:pt x="0" y="1247"/>
                        <a:pt x="816" y="1607"/>
                        <a:pt x="1823" y="1607"/>
                      </a:cubicBezTo>
                      <a:cubicBezTo>
                        <a:pt x="2828" y="1607"/>
                        <a:pt x="3644" y="1247"/>
                        <a:pt x="3644" y="804"/>
                      </a:cubicBezTo>
                      <a:cubicBezTo>
                        <a:pt x="3644" y="360"/>
                        <a:pt x="2828" y="0"/>
                        <a:pt x="1823" y="0"/>
                      </a:cubicBezTo>
                      <a:close/>
                    </a:path>
                  </a:pathLst>
                </a:custGeom>
                <a:solidFill>
                  <a:srgbClr val="3A1C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0" name="Google Shape;340;p25"/>
                <p:cNvSpPr/>
                <p:nvPr/>
              </p:nvSpPr>
              <p:spPr>
                <a:xfrm>
                  <a:off x="7196588" y="3288200"/>
                  <a:ext cx="81150" cy="34275"/>
                </a:xfrm>
                <a:custGeom>
                  <a:rect b="b" l="l" r="r" t="t"/>
                  <a:pathLst>
                    <a:path extrusionOk="0" h="1371" w="3246">
                      <a:moveTo>
                        <a:pt x="1623" y="1"/>
                      </a:moveTo>
                      <a:cubicBezTo>
                        <a:pt x="727" y="1"/>
                        <a:pt x="0" y="307"/>
                        <a:pt x="0" y="686"/>
                      </a:cubicBezTo>
                      <a:cubicBezTo>
                        <a:pt x="0" y="1064"/>
                        <a:pt x="727" y="1370"/>
                        <a:pt x="1623" y="1370"/>
                      </a:cubicBezTo>
                      <a:cubicBezTo>
                        <a:pt x="2521" y="1370"/>
                        <a:pt x="3246" y="1064"/>
                        <a:pt x="3246" y="686"/>
                      </a:cubicBezTo>
                      <a:cubicBezTo>
                        <a:pt x="3246" y="307"/>
                        <a:pt x="2521" y="1"/>
                        <a:pt x="1623" y="1"/>
                      </a:cubicBezTo>
                      <a:close/>
                    </a:path>
                  </a:pathLst>
                </a:custGeom>
                <a:solidFill>
                  <a:srgbClr val="3A1C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1" name="Google Shape;341;p25"/>
                <p:cNvSpPr/>
                <p:nvPr/>
              </p:nvSpPr>
              <p:spPr>
                <a:xfrm>
                  <a:off x="7232888" y="3287650"/>
                  <a:ext cx="16425" cy="36000"/>
                </a:xfrm>
                <a:custGeom>
                  <a:rect b="b" l="l" r="r" t="t"/>
                  <a:pathLst>
                    <a:path extrusionOk="0" h="1440" w="657">
                      <a:moveTo>
                        <a:pt x="428" y="0"/>
                      </a:moveTo>
                      <a:cubicBezTo>
                        <a:pt x="365" y="0"/>
                        <a:pt x="295" y="54"/>
                        <a:pt x="229" y="215"/>
                      </a:cubicBezTo>
                      <a:lnTo>
                        <a:pt x="1" y="1335"/>
                      </a:lnTo>
                      <a:cubicBezTo>
                        <a:pt x="1" y="1335"/>
                        <a:pt x="9" y="1424"/>
                        <a:pt x="32" y="1424"/>
                      </a:cubicBezTo>
                      <a:cubicBezTo>
                        <a:pt x="42" y="1424"/>
                        <a:pt x="54" y="1408"/>
                        <a:pt x="69" y="1362"/>
                      </a:cubicBezTo>
                      <a:cubicBezTo>
                        <a:pt x="120" y="1206"/>
                        <a:pt x="304" y="234"/>
                        <a:pt x="304" y="234"/>
                      </a:cubicBezTo>
                      <a:cubicBezTo>
                        <a:pt x="304" y="234"/>
                        <a:pt x="363" y="61"/>
                        <a:pt x="444" y="61"/>
                      </a:cubicBezTo>
                      <a:cubicBezTo>
                        <a:pt x="485" y="61"/>
                        <a:pt x="531" y="104"/>
                        <a:pt x="579" y="234"/>
                      </a:cubicBezTo>
                      <a:lnTo>
                        <a:pt x="551" y="1405"/>
                      </a:lnTo>
                      <a:cubicBezTo>
                        <a:pt x="551" y="1405"/>
                        <a:pt x="573" y="1440"/>
                        <a:pt x="599" y="1440"/>
                      </a:cubicBezTo>
                      <a:cubicBezTo>
                        <a:pt x="612" y="1440"/>
                        <a:pt x="626" y="1431"/>
                        <a:pt x="639" y="1405"/>
                      </a:cubicBezTo>
                      <a:lnTo>
                        <a:pt x="656" y="215"/>
                      </a:lnTo>
                      <a:cubicBezTo>
                        <a:pt x="656" y="215"/>
                        <a:pt x="555" y="0"/>
                        <a:pt x="428" y="0"/>
                      </a:cubicBezTo>
                      <a:close/>
                    </a:path>
                  </a:pathLst>
                </a:custGeom>
                <a:solidFill>
                  <a:srgbClr val="3A1C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2" name="Google Shape;342;p25"/>
                <p:cNvSpPr/>
                <p:nvPr/>
              </p:nvSpPr>
              <p:spPr>
                <a:xfrm>
                  <a:off x="7215188" y="3289100"/>
                  <a:ext cx="18525" cy="37125"/>
                </a:xfrm>
                <a:custGeom>
                  <a:rect b="b" l="l" r="r" t="t"/>
                  <a:pathLst>
                    <a:path extrusionOk="0" h="1485" w="741">
                      <a:moveTo>
                        <a:pt x="163" y="1"/>
                      </a:moveTo>
                      <a:cubicBezTo>
                        <a:pt x="87" y="1"/>
                        <a:pt x="19" y="63"/>
                        <a:pt x="1" y="269"/>
                      </a:cubicBezTo>
                      <a:lnTo>
                        <a:pt x="110" y="1409"/>
                      </a:lnTo>
                      <a:cubicBezTo>
                        <a:pt x="110" y="1409"/>
                        <a:pt x="142" y="1484"/>
                        <a:pt x="163" y="1484"/>
                      </a:cubicBezTo>
                      <a:cubicBezTo>
                        <a:pt x="174" y="1484"/>
                        <a:pt x="182" y="1466"/>
                        <a:pt x="183" y="1413"/>
                      </a:cubicBezTo>
                      <a:cubicBezTo>
                        <a:pt x="186" y="1250"/>
                        <a:pt x="77" y="266"/>
                        <a:pt x="77" y="266"/>
                      </a:cubicBezTo>
                      <a:cubicBezTo>
                        <a:pt x="77" y="266"/>
                        <a:pt x="83" y="58"/>
                        <a:pt x="178" y="58"/>
                      </a:cubicBezTo>
                      <a:cubicBezTo>
                        <a:pt x="216" y="58"/>
                        <a:pt x="268" y="92"/>
                        <a:pt x="340" y="186"/>
                      </a:cubicBezTo>
                      <a:lnTo>
                        <a:pt x="658" y="1314"/>
                      </a:lnTo>
                      <a:cubicBezTo>
                        <a:pt x="658" y="1314"/>
                        <a:pt x="681" y="1333"/>
                        <a:pt x="703" y="1333"/>
                      </a:cubicBezTo>
                      <a:cubicBezTo>
                        <a:pt x="719" y="1333"/>
                        <a:pt x="735" y="1323"/>
                        <a:pt x="741" y="1288"/>
                      </a:cubicBezTo>
                      <a:lnTo>
                        <a:pt x="409" y="144"/>
                      </a:lnTo>
                      <a:cubicBezTo>
                        <a:pt x="409" y="144"/>
                        <a:pt x="277" y="1"/>
                        <a:pt x="163" y="1"/>
                      </a:cubicBezTo>
                      <a:close/>
                    </a:path>
                  </a:pathLst>
                </a:custGeom>
                <a:solidFill>
                  <a:srgbClr val="3A1C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3" name="Google Shape;343;p25"/>
                <p:cNvSpPr/>
                <p:nvPr/>
              </p:nvSpPr>
              <p:spPr>
                <a:xfrm>
                  <a:off x="7198213" y="3295675"/>
                  <a:ext cx="21000" cy="33450"/>
                </a:xfrm>
                <a:custGeom>
                  <a:rect b="b" l="l" r="r" t="t"/>
                  <a:pathLst>
                    <a:path extrusionOk="0" h="1338" w="840">
                      <a:moveTo>
                        <a:pt x="124" y="0"/>
                      </a:moveTo>
                      <a:cubicBezTo>
                        <a:pt x="54" y="0"/>
                        <a:pt x="0" y="58"/>
                        <a:pt x="29" y="263"/>
                      </a:cubicBezTo>
                      <a:lnTo>
                        <a:pt x="345" y="1275"/>
                      </a:lnTo>
                      <a:cubicBezTo>
                        <a:pt x="345" y="1275"/>
                        <a:pt x="384" y="1337"/>
                        <a:pt x="402" y="1337"/>
                      </a:cubicBezTo>
                      <a:cubicBezTo>
                        <a:pt x="412" y="1337"/>
                        <a:pt x="416" y="1321"/>
                        <a:pt x="406" y="1271"/>
                      </a:cubicBezTo>
                      <a:cubicBezTo>
                        <a:pt x="375" y="1124"/>
                        <a:pt x="90" y="251"/>
                        <a:pt x="90" y="251"/>
                      </a:cubicBezTo>
                      <a:cubicBezTo>
                        <a:pt x="90" y="251"/>
                        <a:pt x="51" y="51"/>
                        <a:pt x="138" y="51"/>
                      </a:cubicBezTo>
                      <a:cubicBezTo>
                        <a:pt x="170" y="51"/>
                        <a:pt x="218" y="77"/>
                        <a:pt x="289" y="148"/>
                      </a:cubicBezTo>
                      <a:lnTo>
                        <a:pt x="774" y="1124"/>
                      </a:lnTo>
                      <a:cubicBezTo>
                        <a:pt x="774" y="1124"/>
                        <a:pt x="794" y="1137"/>
                        <a:pt x="811" y="1137"/>
                      </a:cubicBezTo>
                      <a:cubicBezTo>
                        <a:pt x="826" y="1137"/>
                        <a:pt x="840" y="1127"/>
                        <a:pt x="837" y="1090"/>
                      </a:cubicBezTo>
                      <a:lnTo>
                        <a:pt x="337" y="101"/>
                      </a:lnTo>
                      <a:cubicBezTo>
                        <a:pt x="337" y="101"/>
                        <a:pt x="217" y="0"/>
                        <a:pt x="124" y="0"/>
                      </a:cubicBezTo>
                      <a:close/>
                    </a:path>
                  </a:pathLst>
                </a:custGeom>
                <a:solidFill>
                  <a:srgbClr val="3A1C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4" name="Google Shape;344;p25"/>
                <p:cNvSpPr/>
                <p:nvPr/>
              </p:nvSpPr>
              <p:spPr>
                <a:xfrm>
                  <a:off x="7249013" y="3292075"/>
                  <a:ext cx="19050" cy="34225"/>
                </a:xfrm>
                <a:custGeom>
                  <a:rect b="b" l="l" r="r" t="t"/>
                  <a:pathLst>
                    <a:path extrusionOk="0" h="1369" w="762">
                      <a:moveTo>
                        <a:pt x="599" y="1"/>
                      </a:moveTo>
                      <a:cubicBezTo>
                        <a:pt x="549" y="1"/>
                        <a:pt x="488" y="45"/>
                        <a:pt x="412" y="169"/>
                      </a:cubicBezTo>
                      <a:lnTo>
                        <a:pt x="11" y="1172"/>
                      </a:lnTo>
                      <a:cubicBezTo>
                        <a:pt x="11" y="1172"/>
                        <a:pt x="1" y="1259"/>
                        <a:pt x="21" y="1259"/>
                      </a:cubicBezTo>
                      <a:cubicBezTo>
                        <a:pt x="29" y="1259"/>
                        <a:pt x="42" y="1245"/>
                        <a:pt x="62" y="1206"/>
                      </a:cubicBezTo>
                      <a:cubicBezTo>
                        <a:pt x="134" y="1071"/>
                        <a:pt x="469" y="200"/>
                        <a:pt x="469" y="200"/>
                      </a:cubicBezTo>
                      <a:cubicBezTo>
                        <a:pt x="469" y="200"/>
                        <a:pt x="543" y="63"/>
                        <a:pt x="608" y="63"/>
                      </a:cubicBezTo>
                      <a:cubicBezTo>
                        <a:pt x="645" y="63"/>
                        <a:pt x="679" y="107"/>
                        <a:pt x="694" y="247"/>
                      </a:cubicBezTo>
                      <a:lnTo>
                        <a:pt x="450" y="1329"/>
                      </a:lnTo>
                      <a:cubicBezTo>
                        <a:pt x="449" y="1329"/>
                        <a:pt x="462" y="1369"/>
                        <a:pt x="485" y="1369"/>
                      </a:cubicBezTo>
                      <a:cubicBezTo>
                        <a:pt x="495" y="1369"/>
                        <a:pt x="507" y="1362"/>
                        <a:pt x="520" y="1343"/>
                      </a:cubicBezTo>
                      <a:lnTo>
                        <a:pt x="761" y="241"/>
                      </a:lnTo>
                      <a:cubicBezTo>
                        <a:pt x="761" y="241"/>
                        <a:pt x="714" y="1"/>
                        <a:pt x="599" y="1"/>
                      </a:cubicBezTo>
                      <a:close/>
                    </a:path>
                  </a:pathLst>
                </a:custGeom>
                <a:solidFill>
                  <a:srgbClr val="3A1C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5" name="Google Shape;345;p25"/>
                <p:cNvSpPr/>
                <p:nvPr/>
              </p:nvSpPr>
              <p:spPr>
                <a:xfrm>
                  <a:off x="7239188" y="3322525"/>
                  <a:ext cx="11000" cy="9700"/>
                </a:xfrm>
                <a:custGeom>
                  <a:rect b="b" l="l" r="r" t="t"/>
                  <a:pathLst>
                    <a:path extrusionOk="0" h="388" w="440">
                      <a:moveTo>
                        <a:pt x="397" y="0"/>
                      </a:moveTo>
                      <a:cubicBezTo>
                        <a:pt x="391" y="0"/>
                        <a:pt x="386" y="2"/>
                        <a:pt x="382" y="6"/>
                      </a:cubicBezTo>
                      <a:lnTo>
                        <a:pt x="11" y="329"/>
                      </a:lnTo>
                      <a:cubicBezTo>
                        <a:pt x="1" y="338"/>
                        <a:pt x="2" y="358"/>
                        <a:pt x="14" y="373"/>
                      </a:cubicBezTo>
                      <a:cubicBezTo>
                        <a:pt x="22" y="382"/>
                        <a:pt x="33" y="387"/>
                        <a:pt x="42" y="387"/>
                      </a:cubicBezTo>
                      <a:cubicBezTo>
                        <a:pt x="48" y="387"/>
                        <a:pt x="53" y="386"/>
                        <a:pt x="58" y="382"/>
                      </a:cubicBezTo>
                      <a:lnTo>
                        <a:pt x="429" y="58"/>
                      </a:lnTo>
                      <a:cubicBezTo>
                        <a:pt x="439" y="50"/>
                        <a:pt x="438" y="29"/>
                        <a:pt x="425" y="15"/>
                      </a:cubicBezTo>
                      <a:cubicBezTo>
                        <a:pt x="416" y="6"/>
                        <a:pt x="406" y="0"/>
                        <a:pt x="397" y="0"/>
                      </a:cubicBezTo>
                      <a:close/>
                    </a:path>
                  </a:pathLst>
                </a:custGeom>
                <a:solidFill>
                  <a:srgbClr val="3A1C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6" name="Google Shape;346;p25"/>
                <p:cNvSpPr/>
                <p:nvPr/>
              </p:nvSpPr>
              <p:spPr>
                <a:xfrm>
                  <a:off x="7250488" y="3325350"/>
                  <a:ext cx="11025" cy="9675"/>
                </a:xfrm>
                <a:custGeom>
                  <a:rect b="b" l="l" r="r" t="t"/>
                  <a:pathLst>
                    <a:path extrusionOk="0" h="387" w="441">
                      <a:moveTo>
                        <a:pt x="397" y="1"/>
                      </a:moveTo>
                      <a:cubicBezTo>
                        <a:pt x="392" y="1"/>
                        <a:pt x="387" y="2"/>
                        <a:pt x="383" y="5"/>
                      </a:cubicBezTo>
                      <a:lnTo>
                        <a:pt x="12" y="330"/>
                      </a:lnTo>
                      <a:cubicBezTo>
                        <a:pt x="0" y="339"/>
                        <a:pt x="2" y="358"/>
                        <a:pt x="15" y="372"/>
                      </a:cubicBezTo>
                      <a:cubicBezTo>
                        <a:pt x="23" y="382"/>
                        <a:pt x="35" y="387"/>
                        <a:pt x="44" y="387"/>
                      </a:cubicBezTo>
                      <a:cubicBezTo>
                        <a:pt x="49" y="387"/>
                        <a:pt x="54" y="385"/>
                        <a:pt x="57" y="382"/>
                      </a:cubicBezTo>
                      <a:lnTo>
                        <a:pt x="429" y="59"/>
                      </a:lnTo>
                      <a:cubicBezTo>
                        <a:pt x="440" y="49"/>
                        <a:pt x="439" y="30"/>
                        <a:pt x="426" y="15"/>
                      </a:cubicBezTo>
                      <a:cubicBezTo>
                        <a:pt x="417" y="6"/>
                        <a:pt x="406" y="1"/>
                        <a:pt x="397" y="1"/>
                      </a:cubicBezTo>
                      <a:close/>
                    </a:path>
                  </a:pathLst>
                </a:custGeom>
                <a:solidFill>
                  <a:srgbClr val="3A1C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7" name="Google Shape;347;p25"/>
                <p:cNvSpPr/>
                <p:nvPr/>
              </p:nvSpPr>
              <p:spPr>
                <a:xfrm>
                  <a:off x="7240688" y="3333525"/>
                  <a:ext cx="11025" cy="9700"/>
                </a:xfrm>
                <a:custGeom>
                  <a:rect b="b" l="l" r="r" t="t"/>
                  <a:pathLst>
                    <a:path extrusionOk="0" h="388" w="441">
                      <a:moveTo>
                        <a:pt x="398" y="1"/>
                      </a:moveTo>
                      <a:cubicBezTo>
                        <a:pt x="392" y="1"/>
                        <a:pt x="387" y="3"/>
                        <a:pt x="384" y="6"/>
                      </a:cubicBezTo>
                      <a:lnTo>
                        <a:pt x="12" y="329"/>
                      </a:lnTo>
                      <a:cubicBezTo>
                        <a:pt x="0" y="339"/>
                        <a:pt x="3" y="358"/>
                        <a:pt x="15" y="373"/>
                      </a:cubicBezTo>
                      <a:cubicBezTo>
                        <a:pt x="24" y="382"/>
                        <a:pt x="35" y="388"/>
                        <a:pt x="45" y="388"/>
                      </a:cubicBezTo>
                      <a:cubicBezTo>
                        <a:pt x="50" y="388"/>
                        <a:pt x="55" y="386"/>
                        <a:pt x="59" y="383"/>
                      </a:cubicBezTo>
                      <a:lnTo>
                        <a:pt x="429" y="58"/>
                      </a:lnTo>
                      <a:cubicBezTo>
                        <a:pt x="440" y="50"/>
                        <a:pt x="439" y="31"/>
                        <a:pt x="426" y="15"/>
                      </a:cubicBezTo>
                      <a:cubicBezTo>
                        <a:pt x="418" y="6"/>
                        <a:pt x="407" y="1"/>
                        <a:pt x="398" y="1"/>
                      </a:cubicBezTo>
                      <a:close/>
                    </a:path>
                  </a:pathLst>
                </a:custGeom>
                <a:solidFill>
                  <a:srgbClr val="3A1C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8" name="Google Shape;348;p25"/>
                <p:cNvSpPr/>
                <p:nvPr/>
              </p:nvSpPr>
              <p:spPr>
                <a:xfrm>
                  <a:off x="7244513" y="3344350"/>
                  <a:ext cx="13650" cy="11975"/>
                </a:xfrm>
                <a:custGeom>
                  <a:rect b="b" l="l" r="r" t="t"/>
                  <a:pathLst>
                    <a:path extrusionOk="0" h="479" w="546">
                      <a:moveTo>
                        <a:pt x="506" y="1"/>
                      </a:moveTo>
                      <a:cubicBezTo>
                        <a:pt x="499" y="1"/>
                        <a:pt x="491" y="3"/>
                        <a:pt x="486" y="8"/>
                      </a:cubicBezTo>
                      <a:lnTo>
                        <a:pt x="15" y="418"/>
                      </a:lnTo>
                      <a:cubicBezTo>
                        <a:pt x="2" y="429"/>
                        <a:pt x="0" y="451"/>
                        <a:pt x="14" y="466"/>
                      </a:cubicBezTo>
                      <a:cubicBezTo>
                        <a:pt x="21" y="474"/>
                        <a:pt x="31" y="479"/>
                        <a:pt x="41" y="479"/>
                      </a:cubicBezTo>
                      <a:cubicBezTo>
                        <a:pt x="49" y="479"/>
                        <a:pt x="56" y="476"/>
                        <a:pt x="62" y="470"/>
                      </a:cubicBezTo>
                      <a:lnTo>
                        <a:pt x="531" y="62"/>
                      </a:lnTo>
                      <a:cubicBezTo>
                        <a:pt x="545" y="49"/>
                        <a:pt x="545" y="29"/>
                        <a:pt x="534" y="14"/>
                      </a:cubicBezTo>
                      <a:cubicBezTo>
                        <a:pt x="526" y="5"/>
                        <a:pt x="516" y="1"/>
                        <a:pt x="506" y="1"/>
                      </a:cubicBezTo>
                      <a:close/>
                    </a:path>
                  </a:pathLst>
                </a:custGeom>
                <a:solidFill>
                  <a:srgbClr val="3A1C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9" name="Google Shape;349;p25"/>
                <p:cNvSpPr/>
                <p:nvPr/>
              </p:nvSpPr>
              <p:spPr>
                <a:xfrm>
                  <a:off x="7243888" y="3351300"/>
                  <a:ext cx="13650" cy="11975"/>
                </a:xfrm>
                <a:custGeom>
                  <a:rect b="b" l="l" r="r" t="t"/>
                  <a:pathLst>
                    <a:path extrusionOk="0" h="479" w="546">
                      <a:moveTo>
                        <a:pt x="507" y="1"/>
                      </a:moveTo>
                      <a:cubicBezTo>
                        <a:pt x="499" y="1"/>
                        <a:pt x="491" y="3"/>
                        <a:pt x="484" y="9"/>
                      </a:cubicBezTo>
                      <a:lnTo>
                        <a:pt x="15" y="418"/>
                      </a:lnTo>
                      <a:cubicBezTo>
                        <a:pt x="2" y="430"/>
                        <a:pt x="1" y="451"/>
                        <a:pt x="14" y="466"/>
                      </a:cubicBezTo>
                      <a:cubicBezTo>
                        <a:pt x="21" y="474"/>
                        <a:pt x="31" y="478"/>
                        <a:pt x="40" y="478"/>
                      </a:cubicBezTo>
                      <a:cubicBezTo>
                        <a:pt x="48" y="478"/>
                        <a:pt x="55" y="476"/>
                        <a:pt x="62" y="470"/>
                      </a:cubicBezTo>
                      <a:lnTo>
                        <a:pt x="531" y="61"/>
                      </a:lnTo>
                      <a:cubicBezTo>
                        <a:pt x="545" y="49"/>
                        <a:pt x="545" y="28"/>
                        <a:pt x="532" y="13"/>
                      </a:cubicBezTo>
                      <a:cubicBezTo>
                        <a:pt x="526" y="5"/>
                        <a:pt x="516" y="1"/>
                        <a:pt x="507" y="1"/>
                      </a:cubicBezTo>
                      <a:close/>
                    </a:path>
                  </a:pathLst>
                </a:custGeom>
                <a:solidFill>
                  <a:srgbClr val="3A1C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50" name="Google Shape;350;p25"/>
                <p:cNvSpPr/>
                <p:nvPr/>
              </p:nvSpPr>
              <p:spPr>
                <a:xfrm>
                  <a:off x="7231913" y="3355250"/>
                  <a:ext cx="13650" cy="11975"/>
                </a:xfrm>
                <a:custGeom>
                  <a:rect b="b" l="l" r="r" t="t"/>
                  <a:pathLst>
                    <a:path extrusionOk="0" h="479" w="546">
                      <a:moveTo>
                        <a:pt x="504" y="1"/>
                      </a:moveTo>
                      <a:cubicBezTo>
                        <a:pt x="497" y="1"/>
                        <a:pt x="490" y="3"/>
                        <a:pt x="484" y="8"/>
                      </a:cubicBezTo>
                      <a:lnTo>
                        <a:pt x="15" y="417"/>
                      </a:lnTo>
                      <a:cubicBezTo>
                        <a:pt x="2" y="429"/>
                        <a:pt x="0" y="451"/>
                        <a:pt x="14" y="465"/>
                      </a:cubicBezTo>
                      <a:cubicBezTo>
                        <a:pt x="21" y="474"/>
                        <a:pt x="31" y="478"/>
                        <a:pt x="41" y="478"/>
                      </a:cubicBezTo>
                      <a:cubicBezTo>
                        <a:pt x="48" y="478"/>
                        <a:pt x="56" y="476"/>
                        <a:pt x="62" y="471"/>
                      </a:cubicBezTo>
                      <a:lnTo>
                        <a:pt x="531" y="62"/>
                      </a:lnTo>
                      <a:cubicBezTo>
                        <a:pt x="544" y="50"/>
                        <a:pt x="545" y="28"/>
                        <a:pt x="532" y="14"/>
                      </a:cubicBezTo>
                      <a:cubicBezTo>
                        <a:pt x="524" y="5"/>
                        <a:pt x="514" y="1"/>
                        <a:pt x="504" y="1"/>
                      </a:cubicBezTo>
                      <a:close/>
                    </a:path>
                  </a:pathLst>
                </a:custGeom>
                <a:solidFill>
                  <a:srgbClr val="3A1C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51" name="Google Shape;351;p25"/>
                <p:cNvSpPr/>
                <p:nvPr/>
              </p:nvSpPr>
              <p:spPr>
                <a:xfrm>
                  <a:off x="7223838" y="3353725"/>
                  <a:ext cx="13625" cy="11950"/>
                </a:xfrm>
                <a:custGeom>
                  <a:rect b="b" l="l" r="r" t="t"/>
                  <a:pathLst>
                    <a:path extrusionOk="0" h="478" w="545">
                      <a:moveTo>
                        <a:pt x="505" y="0"/>
                      </a:moveTo>
                      <a:cubicBezTo>
                        <a:pt x="498" y="0"/>
                        <a:pt x="490" y="3"/>
                        <a:pt x="484" y="8"/>
                      </a:cubicBezTo>
                      <a:lnTo>
                        <a:pt x="15" y="417"/>
                      </a:lnTo>
                      <a:cubicBezTo>
                        <a:pt x="1" y="429"/>
                        <a:pt x="0" y="451"/>
                        <a:pt x="13" y="465"/>
                      </a:cubicBezTo>
                      <a:cubicBezTo>
                        <a:pt x="20" y="473"/>
                        <a:pt x="30" y="477"/>
                        <a:pt x="39" y="477"/>
                      </a:cubicBezTo>
                      <a:cubicBezTo>
                        <a:pt x="47" y="477"/>
                        <a:pt x="55" y="475"/>
                        <a:pt x="61" y="470"/>
                      </a:cubicBezTo>
                      <a:lnTo>
                        <a:pt x="530" y="60"/>
                      </a:lnTo>
                      <a:cubicBezTo>
                        <a:pt x="543" y="49"/>
                        <a:pt x="545" y="27"/>
                        <a:pt x="532" y="12"/>
                      </a:cubicBezTo>
                      <a:cubicBezTo>
                        <a:pt x="524" y="4"/>
                        <a:pt x="515" y="0"/>
                        <a:pt x="505" y="0"/>
                      </a:cubicBezTo>
                      <a:close/>
                    </a:path>
                  </a:pathLst>
                </a:custGeom>
                <a:solidFill>
                  <a:srgbClr val="3A1C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52" name="Google Shape;352;p25"/>
                <p:cNvSpPr/>
                <p:nvPr/>
              </p:nvSpPr>
              <p:spPr>
                <a:xfrm>
                  <a:off x="7231188" y="3341900"/>
                  <a:ext cx="11025" cy="9700"/>
                </a:xfrm>
                <a:custGeom>
                  <a:rect b="b" l="l" r="r" t="t"/>
                  <a:pathLst>
                    <a:path extrusionOk="0" h="388" w="441">
                      <a:moveTo>
                        <a:pt x="398" y="1"/>
                      </a:moveTo>
                      <a:cubicBezTo>
                        <a:pt x="392" y="1"/>
                        <a:pt x="387" y="3"/>
                        <a:pt x="383" y="6"/>
                      </a:cubicBezTo>
                      <a:lnTo>
                        <a:pt x="12" y="329"/>
                      </a:lnTo>
                      <a:cubicBezTo>
                        <a:pt x="0" y="339"/>
                        <a:pt x="2" y="358"/>
                        <a:pt x="15" y="373"/>
                      </a:cubicBezTo>
                      <a:cubicBezTo>
                        <a:pt x="23" y="382"/>
                        <a:pt x="34" y="387"/>
                        <a:pt x="43" y="387"/>
                      </a:cubicBezTo>
                      <a:cubicBezTo>
                        <a:pt x="48" y="387"/>
                        <a:pt x="53" y="386"/>
                        <a:pt x="57" y="382"/>
                      </a:cubicBezTo>
                      <a:lnTo>
                        <a:pt x="429" y="58"/>
                      </a:lnTo>
                      <a:cubicBezTo>
                        <a:pt x="440" y="50"/>
                        <a:pt x="439" y="31"/>
                        <a:pt x="426" y="15"/>
                      </a:cubicBezTo>
                      <a:cubicBezTo>
                        <a:pt x="417" y="6"/>
                        <a:pt x="407" y="1"/>
                        <a:pt x="398" y="1"/>
                      </a:cubicBezTo>
                      <a:close/>
                    </a:path>
                  </a:pathLst>
                </a:custGeom>
                <a:solidFill>
                  <a:srgbClr val="3A1C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53" name="Google Shape;353;p25"/>
                <p:cNvSpPr/>
                <p:nvPr/>
              </p:nvSpPr>
              <p:spPr>
                <a:xfrm>
                  <a:off x="7221163" y="3350025"/>
                  <a:ext cx="11950" cy="8450"/>
                </a:xfrm>
                <a:custGeom>
                  <a:rect b="b" l="l" r="r" t="t"/>
                  <a:pathLst>
                    <a:path extrusionOk="0" h="338" w="478">
                      <a:moveTo>
                        <a:pt x="437" y="1"/>
                      </a:moveTo>
                      <a:cubicBezTo>
                        <a:pt x="433" y="1"/>
                        <a:pt x="428" y="2"/>
                        <a:pt x="425" y="4"/>
                      </a:cubicBezTo>
                      <a:lnTo>
                        <a:pt x="14" y="275"/>
                      </a:lnTo>
                      <a:cubicBezTo>
                        <a:pt x="2" y="283"/>
                        <a:pt x="1" y="303"/>
                        <a:pt x="12" y="319"/>
                      </a:cubicBezTo>
                      <a:cubicBezTo>
                        <a:pt x="20" y="330"/>
                        <a:pt x="31" y="337"/>
                        <a:pt x="41" y="337"/>
                      </a:cubicBezTo>
                      <a:cubicBezTo>
                        <a:pt x="46" y="337"/>
                        <a:pt x="50" y="336"/>
                        <a:pt x="53" y="334"/>
                      </a:cubicBezTo>
                      <a:lnTo>
                        <a:pt x="464" y="63"/>
                      </a:lnTo>
                      <a:cubicBezTo>
                        <a:pt x="476" y="54"/>
                        <a:pt x="477" y="35"/>
                        <a:pt x="465" y="19"/>
                      </a:cubicBezTo>
                      <a:cubicBezTo>
                        <a:pt x="458" y="8"/>
                        <a:pt x="447" y="1"/>
                        <a:pt x="437" y="1"/>
                      </a:cubicBezTo>
                      <a:close/>
                    </a:path>
                  </a:pathLst>
                </a:custGeom>
                <a:solidFill>
                  <a:srgbClr val="3A1C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54" name="Google Shape;354;p25"/>
                <p:cNvSpPr/>
                <p:nvPr/>
              </p:nvSpPr>
              <p:spPr>
                <a:xfrm>
                  <a:off x="7210363" y="3356600"/>
                  <a:ext cx="12750" cy="6900"/>
                </a:xfrm>
                <a:custGeom>
                  <a:rect b="b" l="l" r="r" t="t"/>
                  <a:pathLst>
                    <a:path extrusionOk="0" h="276" w="510">
                      <a:moveTo>
                        <a:pt x="471" y="0"/>
                      </a:moveTo>
                      <a:cubicBezTo>
                        <a:pt x="468" y="0"/>
                        <a:pt x="466" y="1"/>
                        <a:pt x="463" y="2"/>
                      </a:cubicBezTo>
                      <a:lnTo>
                        <a:pt x="18" y="210"/>
                      </a:lnTo>
                      <a:cubicBezTo>
                        <a:pt x="4" y="216"/>
                        <a:pt x="0" y="235"/>
                        <a:pt x="9" y="253"/>
                      </a:cubicBezTo>
                      <a:cubicBezTo>
                        <a:pt x="14" y="266"/>
                        <a:pt x="26" y="275"/>
                        <a:pt x="37" y="275"/>
                      </a:cubicBezTo>
                      <a:cubicBezTo>
                        <a:pt x="41" y="275"/>
                        <a:pt x="44" y="275"/>
                        <a:pt x="47" y="273"/>
                      </a:cubicBezTo>
                      <a:lnTo>
                        <a:pt x="494" y="66"/>
                      </a:lnTo>
                      <a:cubicBezTo>
                        <a:pt x="507" y="60"/>
                        <a:pt x="510" y="41"/>
                        <a:pt x="503" y="24"/>
                      </a:cubicBezTo>
                      <a:cubicBezTo>
                        <a:pt x="496" y="10"/>
                        <a:pt x="483" y="0"/>
                        <a:pt x="471" y="0"/>
                      </a:cubicBezTo>
                      <a:close/>
                    </a:path>
                  </a:pathLst>
                </a:custGeom>
                <a:solidFill>
                  <a:srgbClr val="3A1C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55" name="Google Shape;355;p25"/>
                <p:cNvSpPr/>
                <p:nvPr/>
              </p:nvSpPr>
              <p:spPr>
                <a:xfrm>
                  <a:off x="7224763" y="3321325"/>
                  <a:ext cx="9250" cy="11350"/>
                </a:xfrm>
                <a:custGeom>
                  <a:rect b="b" l="l" r="r" t="t"/>
                  <a:pathLst>
                    <a:path extrusionOk="0" h="454" w="370">
                      <a:moveTo>
                        <a:pt x="323" y="0"/>
                      </a:moveTo>
                      <a:cubicBezTo>
                        <a:pt x="315" y="0"/>
                        <a:pt x="308" y="3"/>
                        <a:pt x="304" y="9"/>
                      </a:cubicBezTo>
                      <a:lnTo>
                        <a:pt x="10" y="404"/>
                      </a:lnTo>
                      <a:cubicBezTo>
                        <a:pt x="1" y="415"/>
                        <a:pt x="7" y="433"/>
                        <a:pt x="23" y="444"/>
                      </a:cubicBezTo>
                      <a:cubicBezTo>
                        <a:pt x="30" y="450"/>
                        <a:pt x="39" y="453"/>
                        <a:pt x="47" y="453"/>
                      </a:cubicBezTo>
                      <a:cubicBezTo>
                        <a:pt x="55" y="453"/>
                        <a:pt x="62" y="450"/>
                        <a:pt x="66" y="444"/>
                      </a:cubicBezTo>
                      <a:lnTo>
                        <a:pt x="361" y="50"/>
                      </a:lnTo>
                      <a:cubicBezTo>
                        <a:pt x="369" y="38"/>
                        <a:pt x="364" y="20"/>
                        <a:pt x="348" y="9"/>
                      </a:cubicBezTo>
                      <a:cubicBezTo>
                        <a:pt x="340" y="3"/>
                        <a:pt x="331" y="0"/>
                        <a:pt x="323" y="0"/>
                      </a:cubicBezTo>
                      <a:close/>
                    </a:path>
                  </a:pathLst>
                </a:custGeom>
                <a:solidFill>
                  <a:srgbClr val="3A1C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56" name="Google Shape;356;p25"/>
                <p:cNvSpPr/>
                <p:nvPr/>
              </p:nvSpPr>
              <p:spPr>
                <a:xfrm>
                  <a:off x="7232213" y="3321300"/>
                  <a:ext cx="9875" cy="11225"/>
                </a:xfrm>
                <a:custGeom>
                  <a:rect b="b" l="l" r="r" t="t"/>
                  <a:pathLst>
                    <a:path extrusionOk="0" h="449" w="395">
                      <a:moveTo>
                        <a:pt x="57" y="1"/>
                      </a:moveTo>
                      <a:cubicBezTo>
                        <a:pt x="47" y="1"/>
                        <a:pt x="35" y="5"/>
                        <a:pt x="25" y="14"/>
                      </a:cubicBezTo>
                      <a:cubicBezTo>
                        <a:pt x="7" y="29"/>
                        <a:pt x="0" y="49"/>
                        <a:pt x="9" y="61"/>
                      </a:cubicBezTo>
                      <a:lnTo>
                        <a:pt x="322" y="441"/>
                      </a:lnTo>
                      <a:cubicBezTo>
                        <a:pt x="326" y="446"/>
                        <a:pt x="332" y="448"/>
                        <a:pt x="339" y="448"/>
                      </a:cubicBezTo>
                      <a:cubicBezTo>
                        <a:pt x="348" y="448"/>
                        <a:pt x="360" y="444"/>
                        <a:pt x="370" y="435"/>
                      </a:cubicBezTo>
                      <a:cubicBezTo>
                        <a:pt x="388" y="421"/>
                        <a:pt x="395" y="399"/>
                        <a:pt x="386" y="389"/>
                      </a:cubicBezTo>
                      <a:lnTo>
                        <a:pt x="73" y="7"/>
                      </a:lnTo>
                      <a:cubicBezTo>
                        <a:pt x="69" y="3"/>
                        <a:pt x="64" y="1"/>
                        <a:pt x="57" y="1"/>
                      </a:cubicBezTo>
                      <a:close/>
                    </a:path>
                  </a:pathLst>
                </a:custGeom>
                <a:solidFill>
                  <a:srgbClr val="3A1C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57" name="Google Shape;357;p25"/>
                <p:cNvSpPr/>
                <p:nvPr/>
              </p:nvSpPr>
              <p:spPr>
                <a:xfrm>
                  <a:off x="7239738" y="3330800"/>
                  <a:ext cx="7300" cy="12700"/>
                </a:xfrm>
                <a:custGeom>
                  <a:rect b="b" l="l" r="r" t="t"/>
                  <a:pathLst>
                    <a:path extrusionOk="0" h="508" w="292">
                      <a:moveTo>
                        <a:pt x="57" y="1"/>
                      </a:moveTo>
                      <a:cubicBezTo>
                        <a:pt x="50" y="1"/>
                        <a:pt x="42" y="2"/>
                        <a:pt x="34" y="6"/>
                      </a:cubicBezTo>
                      <a:cubicBezTo>
                        <a:pt x="14" y="16"/>
                        <a:pt x="1" y="33"/>
                        <a:pt x="8" y="46"/>
                      </a:cubicBezTo>
                      <a:lnTo>
                        <a:pt x="210" y="495"/>
                      </a:lnTo>
                      <a:cubicBezTo>
                        <a:pt x="214" y="503"/>
                        <a:pt x="224" y="507"/>
                        <a:pt x="235" y="507"/>
                      </a:cubicBezTo>
                      <a:cubicBezTo>
                        <a:pt x="243" y="507"/>
                        <a:pt x="251" y="506"/>
                        <a:pt x="258" y="502"/>
                      </a:cubicBezTo>
                      <a:cubicBezTo>
                        <a:pt x="280" y="492"/>
                        <a:pt x="292" y="475"/>
                        <a:pt x="286" y="462"/>
                      </a:cubicBezTo>
                      <a:lnTo>
                        <a:pt x="82" y="13"/>
                      </a:lnTo>
                      <a:cubicBezTo>
                        <a:pt x="79" y="5"/>
                        <a:pt x="69" y="1"/>
                        <a:pt x="57" y="1"/>
                      </a:cubicBezTo>
                      <a:close/>
                    </a:path>
                  </a:pathLst>
                </a:custGeom>
                <a:solidFill>
                  <a:srgbClr val="3A1C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58" name="Google Shape;358;p25"/>
                <p:cNvSpPr/>
                <p:nvPr/>
              </p:nvSpPr>
              <p:spPr>
                <a:xfrm>
                  <a:off x="7246188" y="3322600"/>
                  <a:ext cx="7275" cy="12700"/>
                </a:xfrm>
                <a:custGeom>
                  <a:rect b="b" l="l" r="r" t="t"/>
                  <a:pathLst>
                    <a:path extrusionOk="0" h="508" w="291">
                      <a:moveTo>
                        <a:pt x="57" y="1"/>
                      </a:moveTo>
                      <a:cubicBezTo>
                        <a:pt x="49" y="1"/>
                        <a:pt x="41" y="3"/>
                        <a:pt x="33" y="6"/>
                      </a:cubicBezTo>
                      <a:cubicBezTo>
                        <a:pt x="12" y="16"/>
                        <a:pt x="0" y="34"/>
                        <a:pt x="6" y="47"/>
                      </a:cubicBezTo>
                      <a:lnTo>
                        <a:pt x="209" y="495"/>
                      </a:lnTo>
                      <a:cubicBezTo>
                        <a:pt x="212" y="503"/>
                        <a:pt x="222" y="508"/>
                        <a:pt x="234" y="508"/>
                      </a:cubicBezTo>
                      <a:cubicBezTo>
                        <a:pt x="241" y="508"/>
                        <a:pt x="250" y="506"/>
                        <a:pt x="258" y="503"/>
                      </a:cubicBezTo>
                      <a:cubicBezTo>
                        <a:pt x="279" y="492"/>
                        <a:pt x="290" y="475"/>
                        <a:pt x="285" y="462"/>
                      </a:cubicBezTo>
                      <a:lnTo>
                        <a:pt x="82" y="13"/>
                      </a:lnTo>
                      <a:cubicBezTo>
                        <a:pt x="78" y="5"/>
                        <a:pt x="69" y="1"/>
                        <a:pt x="57" y="1"/>
                      </a:cubicBezTo>
                      <a:close/>
                    </a:path>
                  </a:pathLst>
                </a:custGeom>
                <a:solidFill>
                  <a:srgbClr val="3A1C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59" name="Google Shape;359;p25"/>
                <p:cNvSpPr/>
                <p:nvPr/>
              </p:nvSpPr>
              <p:spPr>
                <a:xfrm>
                  <a:off x="7250763" y="3333000"/>
                  <a:ext cx="7275" cy="12700"/>
                </a:xfrm>
                <a:custGeom>
                  <a:rect b="b" l="l" r="r" t="t"/>
                  <a:pathLst>
                    <a:path extrusionOk="0" h="508" w="291">
                      <a:moveTo>
                        <a:pt x="59" y="0"/>
                      </a:moveTo>
                      <a:cubicBezTo>
                        <a:pt x="51" y="0"/>
                        <a:pt x="42" y="2"/>
                        <a:pt x="33" y="6"/>
                      </a:cubicBezTo>
                      <a:cubicBezTo>
                        <a:pt x="13" y="15"/>
                        <a:pt x="1" y="34"/>
                        <a:pt x="7" y="47"/>
                      </a:cubicBezTo>
                      <a:lnTo>
                        <a:pt x="209" y="496"/>
                      </a:lnTo>
                      <a:cubicBezTo>
                        <a:pt x="213" y="504"/>
                        <a:pt x="222" y="508"/>
                        <a:pt x="233" y="508"/>
                      </a:cubicBezTo>
                      <a:cubicBezTo>
                        <a:pt x="241" y="508"/>
                        <a:pt x="250" y="506"/>
                        <a:pt x="259" y="502"/>
                      </a:cubicBezTo>
                      <a:cubicBezTo>
                        <a:pt x="279" y="493"/>
                        <a:pt x="291" y="474"/>
                        <a:pt x="285" y="462"/>
                      </a:cubicBezTo>
                      <a:lnTo>
                        <a:pt x="83" y="12"/>
                      </a:lnTo>
                      <a:cubicBezTo>
                        <a:pt x="79" y="5"/>
                        <a:pt x="70" y="0"/>
                        <a:pt x="59" y="0"/>
                      </a:cubicBezTo>
                      <a:close/>
                    </a:path>
                  </a:pathLst>
                </a:custGeom>
                <a:solidFill>
                  <a:srgbClr val="3A1C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60" name="Google Shape;360;p25"/>
                <p:cNvSpPr/>
                <p:nvPr/>
              </p:nvSpPr>
              <p:spPr>
                <a:xfrm>
                  <a:off x="7245163" y="3342500"/>
                  <a:ext cx="7300" cy="12675"/>
                </a:xfrm>
                <a:custGeom>
                  <a:rect b="b" l="l" r="r" t="t"/>
                  <a:pathLst>
                    <a:path extrusionOk="0" h="507" w="292">
                      <a:moveTo>
                        <a:pt x="59" y="1"/>
                      </a:moveTo>
                      <a:cubicBezTo>
                        <a:pt x="52" y="1"/>
                        <a:pt x="43" y="3"/>
                        <a:pt x="34" y="7"/>
                      </a:cubicBezTo>
                      <a:cubicBezTo>
                        <a:pt x="14" y="15"/>
                        <a:pt x="1" y="34"/>
                        <a:pt x="8" y="46"/>
                      </a:cubicBezTo>
                      <a:lnTo>
                        <a:pt x="210" y="495"/>
                      </a:lnTo>
                      <a:cubicBezTo>
                        <a:pt x="214" y="503"/>
                        <a:pt x="224" y="507"/>
                        <a:pt x="235" y="507"/>
                      </a:cubicBezTo>
                      <a:cubicBezTo>
                        <a:pt x="243" y="507"/>
                        <a:pt x="251" y="505"/>
                        <a:pt x="259" y="502"/>
                      </a:cubicBezTo>
                      <a:cubicBezTo>
                        <a:pt x="280" y="492"/>
                        <a:pt x="292" y="474"/>
                        <a:pt x="286" y="461"/>
                      </a:cubicBezTo>
                      <a:lnTo>
                        <a:pt x="82" y="13"/>
                      </a:lnTo>
                      <a:cubicBezTo>
                        <a:pt x="79" y="5"/>
                        <a:pt x="70" y="1"/>
                        <a:pt x="59" y="1"/>
                      </a:cubicBezTo>
                      <a:close/>
                    </a:path>
                  </a:pathLst>
                </a:custGeom>
                <a:solidFill>
                  <a:srgbClr val="3A1C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61" name="Google Shape;361;p25"/>
                <p:cNvSpPr/>
                <p:nvPr/>
              </p:nvSpPr>
              <p:spPr>
                <a:xfrm>
                  <a:off x="7250163" y="3353050"/>
                  <a:ext cx="7275" cy="12700"/>
                </a:xfrm>
                <a:custGeom>
                  <a:rect b="b" l="l" r="r" t="t"/>
                  <a:pathLst>
                    <a:path extrusionOk="0" h="508" w="291">
                      <a:moveTo>
                        <a:pt x="57" y="1"/>
                      </a:moveTo>
                      <a:cubicBezTo>
                        <a:pt x="49" y="1"/>
                        <a:pt x="41" y="2"/>
                        <a:pt x="32" y="6"/>
                      </a:cubicBezTo>
                      <a:cubicBezTo>
                        <a:pt x="12" y="16"/>
                        <a:pt x="0" y="33"/>
                        <a:pt x="6" y="46"/>
                      </a:cubicBezTo>
                      <a:lnTo>
                        <a:pt x="209" y="495"/>
                      </a:lnTo>
                      <a:cubicBezTo>
                        <a:pt x="212" y="503"/>
                        <a:pt x="222" y="507"/>
                        <a:pt x="234" y="507"/>
                      </a:cubicBezTo>
                      <a:cubicBezTo>
                        <a:pt x="241" y="507"/>
                        <a:pt x="250" y="506"/>
                        <a:pt x="258" y="502"/>
                      </a:cubicBezTo>
                      <a:cubicBezTo>
                        <a:pt x="278" y="492"/>
                        <a:pt x="290" y="475"/>
                        <a:pt x="284" y="462"/>
                      </a:cubicBezTo>
                      <a:lnTo>
                        <a:pt x="82" y="13"/>
                      </a:lnTo>
                      <a:cubicBezTo>
                        <a:pt x="78" y="5"/>
                        <a:pt x="69" y="1"/>
                        <a:pt x="57" y="1"/>
                      </a:cubicBezTo>
                      <a:close/>
                    </a:path>
                  </a:pathLst>
                </a:custGeom>
                <a:solidFill>
                  <a:srgbClr val="3A1C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62" name="Google Shape;362;p25"/>
                <p:cNvSpPr/>
                <p:nvPr/>
              </p:nvSpPr>
              <p:spPr>
                <a:xfrm>
                  <a:off x="7237188" y="3344375"/>
                  <a:ext cx="8450" cy="12150"/>
                </a:xfrm>
                <a:custGeom>
                  <a:rect b="b" l="l" r="r" t="t"/>
                  <a:pathLst>
                    <a:path extrusionOk="0" h="486" w="338">
                      <a:moveTo>
                        <a:pt x="59" y="0"/>
                      </a:moveTo>
                      <a:cubicBezTo>
                        <a:pt x="50" y="0"/>
                        <a:pt x="40" y="3"/>
                        <a:pt x="31" y="9"/>
                      </a:cubicBezTo>
                      <a:cubicBezTo>
                        <a:pt x="11" y="21"/>
                        <a:pt x="1" y="39"/>
                        <a:pt x="8" y="53"/>
                      </a:cubicBezTo>
                      <a:lnTo>
                        <a:pt x="258" y="476"/>
                      </a:lnTo>
                      <a:cubicBezTo>
                        <a:pt x="262" y="483"/>
                        <a:pt x="270" y="486"/>
                        <a:pt x="280" y="486"/>
                      </a:cubicBezTo>
                      <a:cubicBezTo>
                        <a:pt x="288" y="486"/>
                        <a:pt x="298" y="483"/>
                        <a:pt x="307" y="478"/>
                      </a:cubicBezTo>
                      <a:cubicBezTo>
                        <a:pt x="327" y="466"/>
                        <a:pt x="337" y="446"/>
                        <a:pt x="330" y="434"/>
                      </a:cubicBezTo>
                      <a:lnTo>
                        <a:pt x="79" y="10"/>
                      </a:lnTo>
                      <a:cubicBezTo>
                        <a:pt x="76" y="4"/>
                        <a:pt x="68" y="0"/>
                        <a:pt x="59" y="0"/>
                      </a:cubicBezTo>
                      <a:close/>
                    </a:path>
                  </a:pathLst>
                </a:custGeom>
                <a:solidFill>
                  <a:srgbClr val="3A1C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63" name="Google Shape;363;p25"/>
                <p:cNvSpPr/>
                <p:nvPr/>
              </p:nvSpPr>
              <p:spPr>
                <a:xfrm>
                  <a:off x="7230413" y="3335200"/>
                  <a:ext cx="9725" cy="11325"/>
                </a:xfrm>
                <a:custGeom>
                  <a:rect b="b" l="l" r="r" t="t"/>
                  <a:pathLst>
                    <a:path extrusionOk="0" h="453" w="389">
                      <a:moveTo>
                        <a:pt x="58" y="0"/>
                      </a:moveTo>
                      <a:cubicBezTo>
                        <a:pt x="48" y="0"/>
                        <a:pt x="36" y="4"/>
                        <a:pt x="25" y="12"/>
                      </a:cubicBezTo>
                      <a:cubicBezTo>
                        <a:pt x="8" y="26"/>
                        <a:pt x="1" y="47"/>
                        <a:pt x="9" y="58"/>
                      </a:cubicBezTo>
                      <a:lnTo>
                        <a:pt x="314" y="446"/>
                      </a:lnTo>
                      <a:cubicBezTo>
                        <a:pt x="318" y="451"/>
                        <a:pt x="323" y="453"/>
                        <a:pt x="330" y="453"/>
                      </a:cubicBezTo>
                      <a:cubicBezTo>
                        <a:pt x="340" y="453"/>
                        <a:pt x="352" y="448"/>
                        <a:pt x="362" y="440"/>
                      </a:cubicBezTo>
                      <a:cubicBezTo>
                        <a:pt x="381" y="427"/>
                        <a:pt x="388" y="405"/>
                        <a:pt x="379" y="395"/>
                      </a:cubicBezTo>
                      <a:lnTo>
                        <a:pt x="75" y="7"/>
                      </a:lnTo>
                      <a:cubicBezTo>
                        <a:pt x="71" y="2"/>
                        <a:pt x="65" y="0"/>
                        <a:pt x="58" y="0"/>
                      </a:cubicBezTo>
                      <a:close/>
                    </a:path>
                  </a:pathLst>
                </a:custGeom>
                <a:solidFill>
                  <a:srgbClr val="3A1C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64" name="Google Shape;364;p25"/>
                <p:cNvSpPr/>
                <p:nvPr/>
              </p:nvSpPr>
              <p:spPr>
                <a:xfrm>
                  <a:off x="7217488" y="3320200"/>
                  <a:ext cx="15000" cy="16200"/>
                </a:xfrm>
                <a:custGeom>
                  <a:rect b="b" l="l" r="r" t="t"/>
                  <a:pathLst>
                    <a:path extrusionOk="0" h="648" w="600">
                      <a:moveTo>
                        <a:pt x="48" y="1"/>
                      </a:moveTo>
                      <a:cubicBezTo>
                        <a:pt x="38" y="1"/>
                        <a:pt x="28" y="5"/>
                        <a:pt x="20" y="12"/>
                      </a:cubicBezTo>
                      <a:cubicBezTo>
                        <a:pt x="2" y="28"/>
                        <a:pt x="1" y="52"/>
                        <a:pt x="15" y="70"/>
                      </a:cubicBezTo>
                      <a:lnTo>
                        <a:pt x="524" y="635"/>
                      </a:lnTo>
                      <a:cubicBezTo>
                        <a:pt x="531" y="643"/>
                        <a:pt x="542" y="648"/>
                        <a:pt x="553" y="648"/>
                      </a:cubicBezTo>
                      <a:cubicBezTo>
                        <a:pt x="563" y="648"/>
                        <a:pt x="573" y="644"/>
                        <a:pt x="580" y="636"/>
                      </a:cubicBezTo>
                      <a:cubicBezTo>
                        <a:pt x="598" y="622"/>
                        <a:pt x="599" y="596"/>
                        <a:pt x="585" y="580"/>
                      </a:cubicBezTo>
                      <a:lnTo>
                        <a:pt x="76" y="14"/>
                      </a:lnTo>
                      <a:cubicBezTo>
                        <a:pt x="69" y="5"/>
                        <a:pt x="58" y="1"/>
                        <a:pt x="48" y="1"/>
                      </a:cubicBezTo>
                      <a:close/>
                    </a:path>
                  </a:pathLst>
                </a:custGeom>
                <a:solidFill>
                  <a:srgbClr val="3A1C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65" name="Google Shape;365;p25"/>
                <p:cNvSpPr/>
                <p:nvPr/>
              </p:nvSpPr>
              <p:spPr>
                <a:xfrm>
                  <a:off x="7206313" y="3326700"/>
                  <a:ext cx="17750" cy="13175"/>
                </a:xfrm>
                <a:custGeom>
                  <a:rect b="b" l="l" r="r" t="t"/>
                  <a:pathLst>
                    <a:path extrusionOk="0" h="527" w="710">
                      <a:moveTo>
                        <a:pt x="47" y="0"/>
                      </a:moveTo>
                      <a:cubicBezTo>
                        <a:pt x="34" y="0"/>
                        <a:pt x="22" y="7"/>
                        <a:pt x="13" y="18"/>
                      </a:cubicBezTo>
                      <a:cubicBezTo>
                        <a:pt x="0" y="37"/>
                        <a:pt x="3" y="62"/>
                        <a:pt x="22" y="75"/>
                      </a:cubicBezTo>
                      <a:lnTo>
                        <a:pt x="638" y="519"/>
                      </a:lnTo>
                      <a:cubicBezTo>
                        <a:pt x="646" y="524"/>
                        <a:pt x="654" y="527"/>
                        <a:pt x="662" y="527"/>
                      </a:cubicBezTo>
                      <a:cubicBezTo>
                        <a:pt x="675" y="527"/>
                        <a:pt x="687" y="521"/>
                        <a:pt x="695" y="509"/>
                      </a:cubicBezTo>
                      <a:cubicBezTo>
                        <a:pt x="710" y="492"/>
                        <a:pt x="705" y="465"/>
                        <a:pt x="688" y="452"/>
                      </a:cubicBezTo>
                      <a:lnTo>
                        <a:pt x="70" y="8"/>
                      </a:lnTo>
                      <a:cubicBezTo>
                        <a:pt x="64" y="3"/>
                        <a:pt x="55" y="0"/>
                        <a:pt x="47" y="0"/>
                      </a:cubicBezTo>
                      <a:close/>
                    </a:path>
                  </a:pathLst>
                </a:custGeom>
                <a:solidFill>
                  <a:srgbClr val="3A1C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66" name="Google Shape;366;p25"/>
                <p:cNvSpPr/>
                <p:nvPr/>
              </p:nvSpPr>
              <p:spPr>
                <a:xfrm>
                  <a:off x="7222263" y="3338250"/>
                  <a:ext cx="15250" cy="16025"/>
                </a:xfrm>
                <a:custGeom>
                  <a:rect b="b" l="l" r="r" t="t"/>
                  <a:pathLst>
                    <a:path extrusionOk="0" h="641" w="610">
                      <a:moveTo>
                        <a:pt x="48" y="0"/>
                      </a:moveTo>
                      <a:cubicBezTo>
                        <a:pt x="37" y="0"/>
                        <a:pt x="27" y="4"/>
                        <a:pt x="19" y="12"/>
                      </a:cubicBezTo>
                      <a:cubicBezTo>
                        <a:pt x="2" y="27"/>
                        <a:pt x="0" y="53"/>
                        <a:pt x="16" y="69"/>
                      </a:cubicBezTo>
                      <a:lnTo>
                        <a:pt x="532" y="628"/>
                      </a:lnTo>
                      <a:cubicBezTo>
                        <a:pt x="540" y="636"/>
                        <a:pt x="551" y="640"/>
                        <a:pt x="562" y="640"/>
                      </a:cubicBezTo>
                      <a:cubicBezTo>
                        <a:pt x="572" y="640"/>
                        <a:pt x="583" y="637"/>
                        <a:pt x="590" y="630"/>
                      </a:cubicBezTo>
                      <a:cubicBezTo>
                        <a:pt x="608" y="614"/>
                        <a:pt x="609" y="587"/>
                        <a:pt x="593" y="571"/>
                      </a:cubicBezTo>
                      <a:lnTo>
                        <a:pt x="76" y="14"/>
                      </a:lnTo>
                      <a:cubicBezTo>
                        <a:pt x="69" y="5"/>
                        <a:pt x="58" y="0"/>
                        <a:pt x="48" y="0"/>
                      </a:cubicBezTo>
                      <a:close/>
                    </a:path>
                  </a:pathLst>
                </a:custGeom>
                <a:solidFill>
                  <a:srgbClr val="3A1C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67" name="Google Shape;367;p25"/>
                <p:cNvSpPr/>
                <p:nvPr/>
              </p:nvSpPr>
              <p:spPr>
                <a:xfrm>
                  <a:off x="7202563" y="3329325"/>
                  <a:ext cx="14950" cy="15800"/>
                </a:xfrm>
                <a:custGeom>
                  <a:rect b="b" l="l" r="r" t="t"/>
                  <a:pathLst>
                    <a:path extrusionOk="0" h="632" w="598">
                      <a:moveTo>
                        <a:pt x="33" y="1"/>
                      </a:moveTo>
                      <a:cubicBezTo>
                        <a:pt x="26" y="1"/>
                        <a:pt x="19" y="3"/>
                        <a:pt x="13" y="8"/>
                      </a:cubicBezTo>
                      <a:cubicBezTo>
                        <a:pt x="0" y="19"/>
                        <a:pt x="3" y="41"/>
                        <a:pt x="18" y="59"/>
                      </a:cubicBezTo>
                      <a:lnTo>
                        <a:pt x="535" y="617"/>
                      </a:lnTo>
                      <a:cubicBezTo>
                        <a:pt x="544" y="626"/>
                        <a:pt x="555" y="631"/>
                        <a:pt x="565" y="631"/>
                      </a:cubicBezTo>
                      <a:cubicBezTo>
                        <a:pt x="572" y="631"/>
                        <a:pt x="579" y="629"/>
                        <a:pt x="584" y="624"/>
                      </a:cubicBezTo>
                      <a:cubicBezTo>
                        <a:pt x="598" y="612"/>
                        <a:pt x="595" y="590"/>
                        <a:pt x="580" y="573"/>
                      </a:cubicBezTo>
                      <a:lnTo>
                        <a:pt x="63" y="15"/>
                      </a:lnTo>
                      <a:cubicBezTo>
                        <a:pt x="54" y="6"/>
                        <a:pt x="43" y="1"/>
                        <a:pt x="33" y="1"/>
                      </a:cubicBezTo>
                      <a:close/>
                    </a:path>
                  </a:pathLst>
                </a:custGeom>
                <a:solidFill>
                  <a:srgbClr val="3A1C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68" name="Google Shape;368;p25"/>
                <p:cNvSpPr/>
                <p:nvPr/>
              </p:nvSpPr>
              <p:spPr>
                <a:xfrm>
                  <a:off x="7192038" y="3299375"/>
                  <a:ext cx="15925" cy="27800"/>
                </a:xfrm>
                <a:custGeom>
                  <a:rect b="b" l="l" r="r" t="t"/>
                  <a:pathLst>
                    <a:path extrusionOk="0" h="1112" w="637">
                      <a:moveTo>
                        <a:pt x="24" y="0"/>
                      </a:moveTo>
                      <a:cubicBezTo>
                        <a:pt x="21" y="0"/>
                        <a:pt x="18" y="1"/>
                        <a:pt x="15" y="3"/>
                      </a:cubicBezTo>
                      <a:cubicBezTo>
                        <a:pt x="0" y="11"/>
                        <a:pt x="0" y="42"/>
                        <a:pt x="16" y="71"/>
                      </a:cubicBezTo>
                      <a:lnTo>
                        <a:pt x="566" y="1072"/>
                      </a:lnTo>
                      <a:cubicBezTo>
                        <a:pt x="579" y="1096"/>
                        <a:pt x="599" y="1111"/>
                        <a:pt x="613" y="1111"/>
                      </a:cubicBezTo>
                      <a:cubicBezTo>
                        <a:pt x="616" y="1111"/>
                        <a:pt x="619" y="1111"/>
                        <a:pt x="621" y="1110"/>
                      </a:cubicBezTo>
                      <a:cubicBezTo>
                        <a:pt x="637" y="1101"/>
                        <a:pt x="635" y="1070"/>
                        <a:pt x="619" y="1041"/>
                      </a:cubicBezTo>
                      <a:lnTo>
                        <a:pt x="72" y="40"/>
                      </a:lnTo>
                      <a:cubicBezTo>
                        <a:pt x="58" y="16"/>
                        <a:pt x="39" y="0"/>
                        <a:pt x="24" y="0"/>
                      </a:cubicBezTo>
                      <a:close/>
                    </a:path>
                  </a:pathLst>
                </a:custGeom>
                <a:solidFill>
                  <a:srgbClr val="3A1C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69" name="Google Shape;369;p25"/>
                <p:cNvSpPr/>
                <p:nvPr/>
              </p:nvSpPr>
              <p:spPr>
                <a:xfrm>
                  <a:off x="7190863" y="3301100"/>
                  <a:ext cx="12950" cy="29475"/>
                </a:xfrm>
                <a:custGeom>
                  <a:rect b="b" l="l" r="r" t="t"/>
                  <a:pathLst>
                    <a:path extrusionOk="0" h="1179" w="518">
                      <a:moveTo>
                        <a:pt x="26" y="1"/>
                      </a:moveTo>
                      <a:cubicBezTo>
                        <a:pt x="23" y="1"/>
                        <a:pt x="21" y="1"/>
                        <a:pt x="18" y="2"/>
                      </a:cubicBezTo>
                      <a:cubicBezTo>
                        <a:pt x="2" y="8"/>
                        <a:pt x="1" y="38"/>
                        <a:pt x="12" y="69"/>
                      </a:cubicBezTo>
                      <a:lnTo>
                        <a:pt x="448" y="1132"/>
                      </a:lnTo>
                      <a:cubicBezTo>
                        <a:pt x="459" y="1161"/>
                        <a:pt x="478" y="1179"/>
                        <a:pt x="494" y="1179"/>
                      </a:cubicBezTo>
                      <a:cubicBezTo>
                        <a:pt x="496" y="1179"/>
                        <a:pt x="498" y="1178"/>
                        <a:pt x="500" y="1178"/>
                      </a:cubicBezTo>
                      <a:cubicBezTo>
                        <a:pt x="515" y="1170"/>
                        <a:pt x="518" y="1140"/>
                        <a:pt x="506" y="1109"/>
                      </a:cubicBezTo>
                      <a:lnTo>
                        <a:pt x="71" y="46"/>
                      </a:lnTo>
                      <a:cubicBezTo>
                        <a:pt x="59" y="19"/>
                        <a:pt x="42" y="1"/>
                        <a:pt x="26" y="1"/>
                      </a:cubicBezTo>
                      <a:close/>
                    </a:path>
                  </a:pathLst>
                </a:custGeom>
                <a:solidFill>
                  <a:srgbClr val="3A1C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70" name="Google Shape;370;p25"/>
                <p:cNvSpPr/>
                <p:nvPr/>
              </p:nvSpPr>
              <p:spPr>
                <a:xfrm>
                  <a:off x="7215663" y="3343850"/>
                  <a:ext cx="14925" cy="15825"/>
                </a:xfrm>
                <a:custGeom>
                  <a:rect b="b" l="l" r="r" t="t"/>
                  <a:pathLst>
                    <a:path extrusionOk="0" h="633" w="597">
                      <a:moveTo>
                        <a:pt x="32" y="1"/>
                      </a:moveTo>
                      <a:cubicBezTo>
                        <a:pt x="25" y="1"/>
                        <a:pt x="18" y="3"/>
                        <a:pt x="12" y="8"/>
                      </a:cubicBezTo>
                      <a:cubicBezTo>
                        <a:pt x="1" y="20"/>
                        <a:pt x="2" y="43"/>
                        <a:pt x="17" y="59"/>
                      </a:cubicBezTo>
                      <a:lnTo>
                        <a:pt x="534" y="617"/>
                      </a:lnTo>
                      <a:cubicBezTo>
                        <a:pt x="543" y="627"/>
                        <a:pt x="555" y="632"/>
                        <a:pt x="566" y="632"/>
                      </a:cubicBezTo>
                      <a:cubicBezTo>
                        <a:pt x="573" y="632"/>
                        <a:pt x="579" y="630"/>
                        <a:pt x="583" y="626"/>
                      </a:cubicBezTo>
                      <a:cubicBezTo>
                        <a:pt x="597" y="614"/>
                        <a:pt x="595" y="591"/>
                        <a:pt x="579" y="575"/>
                      </a:cubicBezTo>
                      <a:lnTo>
                        <a:pt x="63" y="15"/>
                      </a:lnTo>
                      <a:cubicBezTo>
                        <a:pt x="54" y="6"/>
                        <a:pt x="42" y="1"/>
                        <a:pt x="32" y="1"/>
                      </a:cubicBezTo>
                      <a:close/>
                    </a:path>
                  </a:pathLst>
                </a:custGeom>
                <a:solidFill>
                  <a:srgbClr val="3A1C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71" name="Google Shape;371;p25"/>
                <p:cNvSpPr/>
                <p:nvPr/>
              </p:nvSpPr>
              <p:spPr>
                <a:xfrm>
                  <a:off x="7207413" y="3345975"/>
                  <a:ext cx="18375" cy="19450"/>
                </a:xfrm>
                <a:custGeom>
                  <a:rect b="b" l="l" r="r" t="t"/>
                  <a:pathLst>
                    <a:path extrusionOk="0" h="778" w="735">
                      <a:moveTo>
                        <a:pt x="28" y="0"/>
                      </a:moveTo>
                      <a:cubicBezTo>
                        <a:pt x="22" y="0"/>
                        <a:pt x="17" y="2"/>
                        <a:pt x="13" y="6"/>
                      </a:cubicBezTo>
                      <a:cubicBezTo>
                        <a:pt x="0" y="18"/>
                        <a:pt x="4" y="44"/>
                        <a:pt x="23" y="64"/>
                      </a:cubicBezTo>
                      <a:lnTo>
                        <a:pt x="664" y="756"/>
                      </a:lnTo>
                      <a:cubicBezTo>
                        <a:pt x="677" y="770"/>
                        <a:pt x="693" y="778"/>
                        <a:pt x="705" y="778"/>
                      </a:cubicBezTo>
                      <a:cubicBezTo>
                        <a:pt x="711" y="778"/>
                        <a:pt x="717" y="776"/>
                        <a:pt x="721" y="772"/>
                      </a:cubicBezTo>
                      <a:cubicBezTo>
                        <a:pt x="734" y="761"/>
                        <a:pt x="728" y="734"/>
                        <a:pt x="711" y="714"/>
                      </a:cubicBezTo>
                      <a:lnTo>
                        <a:pt x="70" y="22"/>
                      </a:lnTo>
                      <a:cubicBezTo>
                        <a:pt x="57" y="8"/>
                        <a:pt x="41" y="0"/>
                        <a:pt x="28" y="0"/>
                      </a:cubicBezTo>
                      <a:close/>
                    </a:path>
                  </a:pathLst>
                </a:custGeom>
                <a:solidFill>
                  <a:srgbClr val="3A1C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72" name="Google Shape;372;p25"/>
                <p:cNvSpPr/>
                <p:nvPr/>
              </p:nvSpPr>
              <p:spPr>
                <a:xfrm>
                  <a:off x="7232938" y="3350200"/>
                  <a:ext cx="14900" cy="15825"/>
                </a:xfrm>
                <a:custGeom>
                  <a:rect b="b" l="l" r="r" t="t"/>
                  <a:pathLst>
                    <a:path extrusionOk="0" h="633" w="596">
                      <a:moveTo>
                        <a:pt x="31" y="1"/>
                      </a:moveTo>
                      <a:cubicBezTo>
                        <a:pt x="24" y="1"/>
                        <a:pt x="18" y="3"/>
                        <a:pt x="13" y="7"/>
                      </a:cubicBezTo>
                      <a:cubicBezTo>
                        <a:pt x="0" y="19"/>
                        <a:pt x="2" y="42"/>
                        <a:pt x="18" y="58"/>
                      </a:cubicBezTo>
                      <a:lnTo>
                        <a:pt x="533" y="616"/>
                      </a:lnTo>
                      <a:cubicBezTo>
                        <a:pt x="543" y="627"/>
                        <a:pt x="555" y="632"/>
                        <a:pt x="565" y="632"/>
                      </a:cubicBezTo>
                      <a:cubicBezTo>
                        <a:pt x="572" y="632"/>
                        <a:pt x="579" y="630"/>
                        <a:pt x="584" y="625"/>
                      </a:cubicBezTo>
                      <a:cubicBezTo>
                        <a:pt x="596" y="613"/>
                        <a:pt x="595" y="590"/>
                        <a:pt x="580" y="574"/>
                      </a:cubicBezTo>
                      <a:lnTo>
                        <a:pt x="63" y="16"/>
                      </a:lnTo>
                      <a:cubicBezTo>
                        <a:pt x="54" y="6"/>
                        <a:pt x="42" y="1"/>
                        <a:pt x="31" y="1"/>
                      </a:cubicBezTo>
                      <a:close/>
                    </a:path>
                  </a:pathLst>
                </a:custGeom>
                <a:solidFill>
                  <a:srgbClr val="3A1C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73" name="Google Shape;373;p25"/>
                <p:cNvSpPr/>
                <p:nvPr/>
              </p:nvSpPr>
              <p:spPr>
                <a:xfrm>
                  <a:off x="7238988" y="3340850"/>
                  <a:ext cx="14700" cy="16000"/>
                </a:xfrm>
                <a:custGeom>
                  <a:rect b="b" l="l" r="r" t="t"/>
                  <a:pathLst>
                    <a:path extrusionOk="0" h="640" w="588">
                      <a:moveTo>
                        <a:pt x="555" y="0"/>
                      </a:moveTo>
                      <a:cubicBezTo>
                        <a:pt x="545" y="0"/>
                        <a:pt x="533" y="5"/>
                        <a:pt x="524" y="16"/>
                      </a:cubicBezTo>
                      <a:lnTo>
                        <a:pt x="16" y="583"/>
                      </a:lnTo>
                      <a:cubicBezTo>
                        <a:pt x="1" y="599"/>
                        <a:pt x="0" y="622"/>
                        <a:pt x="13" y="632"/>
                      </a:cubicBezTo>
                      <a:cubicBezTo>
                        <a:pt x="18" y="637"/>
                        <a:pt x="25" y="639"/>
                        <a:pt x="32" y="639"/>
                      </a:cubicBezTo>
                      <a:cubicBezTo>
                        <a:pt x="43" y="639"/>
                        <a:pt x="54" y="634"/>
                        <a:pt x="63" y="623"/>
                      </a:cubicBezTo>
                      <a:lnTo>
                        <a:pt x="571" y="57"/>
                      </a:lnTo>
                      <a:cubicBezTo>
                        <a:pt x="586" y="41"/>
                        <a:pt x="587" y="19"/>
                        <a:pt x="574" y="7"/>
                      </a:cubicBezTo>
                      <a:cubicBezTo>
                        <a:pt x="569" y="2"/>
                        <a:pt x="562" y="0"/>
                        <a:pt x="555" y="0"/>
                      </a:cubicBezTo>
                      <a:close/>
                    </a:path>
                  </a:pathLst>
                </a:custGeom>
                <a:solidFill>
                  <a:srgbClr val="3A1C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74" name="Google Shape;374;p25"/>
                <p:cNvSpPr/>
                <p:nvPr/>
              </p:nvSpPr>
              <p:spPr>
                <a:xfrm>
                  <a:off x="7251288" y="3327150"/>
                  <a:ext cx="14700" cy="16000"/>
                </a:xfrm>
                <a:custGeom>
                  <a:rect b="b" l="l" r="r" t="t"/>
                  <a:pathLst>
                    <a:path extrusionOk="0" h="640" w="588">
                      <a:moveTo>
                        <a:pt x="555" y="0"/>
                      </a:moveTo>
                      <a:cubicBezTo>
                        <a:pt x="545" y="0"/>
                        <a:pt x="534" y="6"/>
                        <a:pt x="525" y="16"/>
                      </a:cubicBezTo>
                      <a:lnTo>
                        <a:pt x="16" y="583"/>
                      </a:lnTo>
                      <a:cubicBezTo>
                        <a:pt x="2" y="599"/>
                        <a:pt x="0" y="622"/>
                        <a:pt x="14" y="634"/>
                      </a:cubicBezTo>
                      <a:cubicBezTo>
                        <a:pt x="18" y="638"/>
                        <a:pt x="25" y="640"/>
                        <a:pt x="31" y="640"/>
                      </a:cubicBezTo>
                      <a:cubicBezTo>
                        <a:pt x="42" y="640"/>
                        <a:pt x="54" y="634"/>
                        <a:pt x="63" y="624"/>
                      </a:cubicBezTo>
                      <a:lnTo>
                        <a:pt x="571" y="57"/>
                      </a:lnTo>
                      <a:cubicBezTo>
                        <a:pt x="586" y="41"/>
                        <a:pt x="587" y="19"/>
                        <a:pt x="574" y="7"/>
                      </a:cubicBezTo>
                      <a:cubicBezTo>
                        <a:pt x="569" y="3"/>
                        <a:pt x="562" y="0"/>
                        <a:pt x="555" y="0"/>
                      </a:cubicBezTo>
                      <a:close/>
                    </a:path>
                  </a:pathLst>
                </a:custGeom>
                <a:solidFill>
                  <a:srgbClr val="3A1C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75" name="Google Shape;375;p25"/>
                <p:cNvSpPr/>
                <p:nvPr/>
              </p:nvSpPr>
              <p:spPr>
                <a:xfrm>
                  <a:off x="7264763" y="3307350"/>
                  <a:ext cx="14700" cy="20925"/>
                </a:xfrm>
                <a:custGeom>
                  <a:rect b="b" l="l" r="r" t="t"/>
                  <a:pathLst>
                    <a:path extrusionOk="0" h="837" w="588">
                      <a:moveTo>
                        <a:pt x="560" y="1"/>
                      </a:moveTo>
                      <a:cubicBezTo>
                        <a:pt x="547" y="1"/>
                        <a:pt x="531" y="10"/>
                        <a:pt x="520" y="26"/>
                      </a:cubicBezTo>
                      <a:lnTo>
                        <a:pt x="15" y="776"/>
                      </a:lnTo>
                      <a:cubicBezTo>
                        <a:pt x="0" y="798"/>
                        <a:pt x="0" y="823"/>
                        <a:pt x="15" y="833"/>
                      </a:cubicBezTo>
                      <a:cubicBezTo>
                        <a:pt x="19" y="835"/>
                        <a:pt x="23" y="836"/>
                        <a:pt x="28" y="836"/>
                      </a:cubicBezTo>
                      <a:cubicBezTo>
                        <a:pt x="41" y="836"/>
                        <a:pt x="57" y="827"/>
                        <a:pt x="67" y="811"/>
                      </a:cubicBezTo>
                      <a:lnTo>
                        <a:pt x="571" y="61"/>
                      </a:lnTo>
                      <a:cubicBezTo>
                        <a:pt x="586" y="39"/>
                        <a:pt x="587" y="14"/>
                        <a:pt x="573" y="4"/>
                      </a:cubicBezTo>
                      <a:cubicBezTo>
                        <a:pt x="569" y="2"/>
                        <a:pt x="565" y="1"/>
                        <a:pt x="560" y="1"/>
                      </a:cubicBezTo>
                      <a:close/>
                    </a:path>
                  </a:pathLst>
                </a:custGeom>
                <a:solidFill>
                  <a:srgbClr val="3A1C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76" name="Google Shape;376;p25"/>
                <p:cNvSpPr/>
                <p:nvPr/>
              </p:nvSpPr>
              <p:spPr>
                <a:xfrm>
                  <a:off x="7277438" y="3298225"/>
                  <a:ext cx="1800" cy="9525"/>
                </a:xfrm>
                <a:custGeom>
                  <a:rect b="b" l="l" r="r" t="t"/>
                  <a:pathLst>
                    <a:path extrusionOk="0" h="381" w="72">
                      <a:moveTo>
                        <a:pt x="32" y="1"/>
                      </a:moveTo>
                      <a:cubicBezTo>
                        <a:pt x="15" y="1"/>
                        <a:pt x="0" y="9"/>
                        <a:pt x="2" y="19"/>
                      </a:cubicBezTo>
                      <a:lnTo>
                        <a:pt x="9" y="363"/>
                      </a:lnTo>
                      <a:cubicBezTo>
                        <a:pt x="9" y="373"/>
                        <a:pt x="22" y="381"/>
                        <a:pt x="37" y="381"/>
                      </a:cubicBezTo>
                      <a:cubicBezTo>
                        <a:pt x="39" y="381"/>
                        <a:pt x="40" y="381"/>
                        <a:pt x="41" y="381"/>
                      </a:cubicBezTo>
                      <a:cubicBezTo>
                        <a:pt x="59" y="381"/>
                        <a:pt x="72" y="372"/>
                        <a:pt x="72" y="362"/>
                      </a:cubicBezTo>
                      <a:lnTo>
                        <a:pt x="64" y="18"/>
                      </a:lnTo>
                      <a:cubicBezTo>
                        <a:pt x="63" y="8"/>
                        <a:pt x="50" y="1"/>
                        <a:pt x="32" y="1"/>
                      </a:cubicBezTo>
                      <a:close/>
                    </a:path>
                  </a:pathLst>
                </a:custGeom>
                <a:solidFill>
                  <a:srgbClr val="3A1C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77" name="Google Shape;377;p25"/>
                <p:cNvSpPr/>
                <p:nvPr/>
              </p:nvSpPr>
              <p:spPr>
                <a:xfrm>
                  <a:off x="7260613" y="3298750"/>
                  <a:ext cx="19325" cy="27775"/>
                </a:xfrm>
                <a:custGeom>
                  <a:rect b="b" l="l" r="r" t="t"/>
                  <a:pathLst>
                    <a:path extrusionOk="0" h="1111" w="773">
                      <a:moveTo>
                        <a:pt x="749" y="0"/>
                      </a:moveTo>
                      <a:cubicBezTo>
                        <a:pt x="733" y="0"/>
                        <a:pt x="712" y="15"/>
                        <a:pt x="697" y="39"/>
                      </a:cubicBezTo>
                      <a:lnTo>
                        <a:pt x="24" y="1039"/>
                      </a:lnTo>
                      <a:cubicBezTo>
                        <a:pt x="5" y="1068"/>
                        <a:pt x="0" y="1098"/>
                        <a:pt x="15" y="1108"/>
                      </a:cubicBezTo>
                      <a:cubicBezTo>
                        <a:pt x="18" y="1110"/>
                        <a:pt x="21" y="1111"/>
                        <a:pt x="25" y="1111"/>
                      </a:cubicBezTo>
                      <a:cubicBezTo>
                        <a:pt x="40" y="1111"/>
                        <a:pt x="61" y="1097"/>
                        <a:pt x="76" y="1073"/>
                      </a:cubicBezTo>
                      <a:lnTo>
                        <a:pt x="749" y="74"/>
                      </a:lnTo>
                      <a:cubicBezTo>
                        <a:pt x="768" y="45"/>
                        <a:pt x="772" y="13"/>
                        <a:pt x="758" y="3"/>
                      </a:cubicBezTo>
                      <a:cubicBezTo>
                        <a:pt x="755" y="1"/>
                        <a:pt x="752" y="0"/>
                        <a:pt x="749" y="0"/>
                      </a:cubicBezTo>
                      <a:close/>
                    </a:path>
                  </a:pathLst>
                </a:custGeom>
                <a:solidFill>
                  <a:srgbClr val="3A1C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78" name="Google Shape;378;p25"/>
                <p:cNvSpPr/>
                <p:nvPr/>
              </p:nvSpPr>
              <p:spPr>
                <a:xfrm>
                  <a:off x="7212088" y="3324225"/>
                  <a:ext cx="7800" cy="12275"/>
                </a:xfrm>
                <a:custGeom>
                  <a:rect b="b" l="l" r="r" t="t"/>
                  <a:pathLst>
                    <a:path extrusionOk="0" h="491" w="312">
                      <a:moveTo>
                        <a:pt x="265" y="0"/>
                      </a:moveTo>
                      <a:cubicBezTo>
                        <a:pt x="256" y="0"/>
                        <a:pt x="247" y="4"/>
                        <a:pt x="243" y="12"/>
                      </a:cubicBezTo>
                      <a:lnTo>
                        <a:pt x="8" y="445"/>
                      </a:lnTo>
                      <a:cubicBezTo>
                        <a:pt x="1" y="458"/>
                        <a:pt x="10" y="475"/>
                        <a:pt x="27" y="484"/>
                      </a:cubicBezTo>
                      <a:cubicBezTo>
                        <a:pt x="34" y="488"/>
                        <a:pt x="41" y="490"/>
                        <a:pt x="48" y="490"/>
                      </a:cubicBezTo>
                      <a:cubicBezTo>
                        <a:pt x="57" y="490"/>
                        <a:pt x="66" y="486"/>
                        <a:pt x="69" y="478"/>
                      </a:cubicBezTo>
                      <a:lnTo>
                        <a:pt x="305" y="46"/>
                      </a:lnTo>
                      <a:cubicBezTo>
                        <a:pt x="311" y="33"/>
                        <a:pt x="304" y="15"/>
                        <a:pt x="286" y="6"/>
                      </a:cubicBezTo>
                      <a:cubicBezTo>
                        <a:pt x="279" y="2"/>
                        <a:pt x="272" y="0"/>
                        <a:pt x="265" y="0"/>
                      </a:cubicBezTo>
                      <a:close/>
                    </a:path>
                  </a:pathLst>
                </a:custGeom>
                <a:solidFill>
                  <a:srgbClr val="3A1C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79" name="Google Shape;379;p25"/>
                <p:cNvSpPr/>
                <p:nvPr/>
              </p:nvSpPr>
              <p:spPr>
                <a:xfrm>
                  <a:off x="7207988" y="3333975"/>
                  <a:ext cx="6550" cy="12825"/>
                </a:xfrm>
                <a:custGeom>
                  <a:rect b="b" l="l" r="r" t="t"/>
                  <a:pathLst>
                    <a:path extrusionOk="0" h="513" w="262">
                      <a:moveTo>
                        <a:pt x="215" y="0"/>
                      </a:moveTo>
                      <a:cubicBezTo>
                        <a:pt x="204" y="0"/>
                        <a:pt x="194" y="5"/>
                        <a:pt x="191" y="14"/>
                      </a:cubicBezTo>
                      <a:lnTo>
                        <a:pt x="6" y="471"/>
                      </a:lnTo>
                      <a:cubicBezTo>
                        <a:pt x="0" y="485"/>
                        <a:pt x="11" y="501"/>
                        <a:pt x="30" y="508"/>
                      </a:cubicBezTo>
                      <a:cubicBezTo>
                        <a:pt x="35" y="511"/>
                        <a:pt x="41" y="512"/>
                        <a:pt x="47" y="512"/>
                      </a:cubicBezTo>
                      <a:cubicBezTo>
                        <a:pt x="58" y="512"/>
                        <a:pt x="68" y="507"/>
                        <a:pt x="72" y="498"/>
                      </a:cubicBezTo>
                      <a:lnTo>
                        <a:pt x="255" y="40"/>
                      </a:lnTo>
                      <a:cubicBezTo>
                        <a:pt x="261" y="27"/>
                        <a:pt x="251" y="11"/>
                        <a:pt x="233" y="4"/>
                      </a:cubicBezTo>
                      <a:cubicBezTo>
                        <a:pt x="227" y="2"/>
                        <a:pt x="221" y="0"/>
                        <a:pt x="215" y="0"/>
                      </a:cubicBezTo>
                      <a:close/>
                    </a:path>
                  </a:pathLst>
                </a:custGeom>
                <a:solidFill>
                  <a:srgbClr val="3A1C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80" name="Google Shape;380;p25"/>
                <p:cNvSpPr/>
                <p:nvPr/>
              </p:nvSpPr>
              <p:spPr>
                <a:xfrm>
                  <a:off x="7216613" y="3331275"/>
                  <a:ext cx="9775" cy="12175"/>
                </a:xfrm>
                <a:custGeom>
                  <a:rect b="b" l="l" r="r" t="t"/>
                  <a:pathLst>
                    <a:path extrusionOk="0" h="487" w="391">
                      <a:moveTo>
                        <a:pt x="347" y="0"/>
                      </a:moveTo>
                      <a:cubicBezTo>
                        <a:pt x="339" y="0"/>
                        <a:pt x="331" y="4"/>
                        <a:pt x="325" y="10"/>
                      </a:cubicBezTo>
                      <a:lnTo>
                        <a:pt x="9" y="435"/>
                      </a:lnTo>
                      <a:cubicBezTo>
                        <a:pt x="1" y="447"/>
                        <a:pt x="5" y="466"/>
                        <a:pt x="21" y="478"/>
                      </a:cubicBezTo>
                      <a:cubicBezTo>
                        <a:pt x="29" y="483"/>
                        <a:pt x="38" y="486"/>
                        <a:pt x="46" y="486"/>
                      </a:cubicBezTo>
                      <a:cubicBezTo>
                        <a:pt x="54" y="486"/>
                        <a:pt x="62" y="483"/>
                        <a:pt x="66" y="476"/>
                      </a:cubicBezTo>
                      <a:lnTo>
                        <a:pt x="382" y="52"/>
                      </a:lnTo>
                      <a:cubicBezTo>
                        <a:pt x="391" y="41"/>
                        <a:pt x="387" y="20"/>
                        <a:pt x="371" y="8"/>
                      </a:cubicBezTo>
                      <a:cubicBezTo>
                        <a:pt x="363" y="3"/>
                        <a:pt x="355" y="0"/>
                        <a:pt x="347" y="0"/>
                      </a:cubicBezTo>
                      <a:close/>
                    </a:path>
                  </a:pathLst>
                </a:custGeom>
                <a:solidFill>
                  <a:srgbClr val="3A1C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81" name="Google Shape;381;p25"/>
                <p:cNvSpPr/>
                <p:nvPr/>
              </p:nvSpPr>
              <p:spPr>
                <a:xfrm>
                  <a:off x="7209813" y="3342475"/>
                  <a:ext cx="8250" cy="12000"/>
                </a:xfrm>
                <a:custGeom>
                  <a:rect b="b" l="l" r="r" t="t"/>
                  <a:pathLst>
                    <a:path extrusionOk="0" h="480" w="330">
                      <a:moveTo>
                        <a:pt x="284" y="1"/>
                      </a:moveTo>
                      <a:cubicBezTo>
                        <a:pt x="275" y="1"/>
                        <a:pt x="267" y="4"/>
                        <a:pt x="262" y="11"/>
                      </a:cubicBezTo>
                      <a:lnTo>
                        <a:pt x="7" y="433"/>
                      </a:lnTo>
                      <a:cubicBezTo>
                        <a:pt x="0" y="445"/>
                        <a:pt x="7" y="462"/>
                        <a:pt x="25" y="472"/>
                      </a:cubicBezTo>
                      <a:cubicBezTo>
                        <a:pt x="32" y="477"/>
                        <a:pt x="40" y="479"/>
                        <a:pt x="48" y="479"/>
                      </a:cubicBezTo>
                      <a:cubicBezTo>
                        <a:pt x="57" y="479"/>
                        <a:pt x="65" y="476"/>
                        <a:pt x="69" y="469"/>
                      </a:cubicBezTo>
                      <a:lnTo>
                        <a:pt x="322" y="47"/>
                      </a:lnTo>
                      <a:cubicBezTo>
                        <a:pt x="329" y="35"/>
                        <a:pt x="322" y="16"/>
                        <a:pt x="306" y="6"/>
                      </a:cubicBezTo>
                      <a:cubicBezTo>
                        <a:pt x="299" y="2"/>
                        <a:pt x="291" y="1"/>
                        <a:pt x="284" y="1"/>
                      </a:cubicBezTo>
                      <a:close/>
                    </a:path>
                  </a:pathLst>
                </a:custGeom>
                <a:solidFill>
                  <a:srgbClr val="3A1C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82" name="Google Shape;382;p25"/>
                <p:cNvSpPr/>
                <p:nvPr/>
              </p:nvSpPr>
              <p:spPr>
                <a:xfrm>
                  <a:off x="7229388" y="3331175"/>
                  <a:ext cx="11000" cy="9675"/>
                </a:xfrm>
                <a:custGeom>
                  <a:rect b="b" l="l" r="r" t="t"/>
                  <a:pathLst>
                    <a:path extrusionOk="0" h="387" w="440">
                      <a:moveTo>
                        <a:pt x="398" y="0"/>
                      </a:moveTo>
                      <a:cubicBezTo>
                        <a:pt x="392" y="0"/>
                        <a:pt x="387" y="2"/>
                        <a:pt x="383" y="5"/>
                      </a:cubicBezTo>
                      <a:lnTo>
                        <a:pt x="11" y="329"/>
                      </a:lnTo>
                      <a:cubicBezTo>
                        <a:pt x="1" y="339"/>
                        <a:pt x="2" y="358"/>
                        <a:pt x="15" y="372"/>
                      </a:cubicBezTo>
                      <a:cubicBezTo>
                        <a:pt x="23" y="382"/>
                        <a:pt x="34" y="387"/>
                        <a:pt x="44" y="387"/>
                      </a:cubicBezTo>
                      <a:cubicBezTo>
                        <a:pt x="49" y="387"/>
                        <a:pt x="54" y="385"/>
                        <a:pt x="58" y="382"/>
                      </a:cubicBezTo>
                      <a:lnTo>
                        <a:pt x="429" y="58"/>
                      </a:lnTo>
                      <a:cubicBezTo>
                        <a:pt x="439" y="49"/>
                        <a:pt x="438" y="30"/>
                        <a:pt x="425" y="15"/>
                      </a:cubicBezTo>
                      <a:cubicBezTo>
                        <a:pt x="417" y="5"/>
                        <a:pt x="407" y="0"/>
                        <a:pt x="398" y="0"/>
                      </a:cubicBezTo>
                      <a:close/>
                    </a:path>
                  </a:pathLst>
                </a:custGeom>
                <a:solidFill>
                  <a:srgbClr val="3A1C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83" name="Google Shape;383;p25"/>
                <p:cNvSpPr/>
                <p:nvPr/>
              </p:nvSpPr>
              <p:spPr>
                <a:xfrm>
                  <a:off x="7220663" y="3339775"/>
                  <a:ext cx="10250" cy="10525"/>
                </a:xfrm>
                <a:custGeom>
                  <a:rect b="b" l="l" r="r" t="t"/>
                  <a:pathLst>
                    <a:path extrusionOk="0" h="421" w="410">
                      <a:moveTo>
                        <a:pt x="364" y="0"/>
                      </a:moveTo>
                      <a:cubicBezTo>
                        <a:pt x="358" y="0"/>
                        <a:pt x="353" y="2"/>
                        <a:pt x="348" y="6"/>
                      </a:cubicBezTo>
                      <a:lnTo>
                        <a:pt x="11" y="366"/>
                      </a:lnTo>
                      <a:cubicBezTo>
                        <a:pt x="0" y="376"/>
                        <a:pt x="5" y="395"/>
                        <a:pt x="19" y="408"/>
                      </a:cubicBezTo>
                      <a:cubicBezTo>
                        <a:pt x="27" y="416"/>
                        <a:pt x="37" y="420"/>
                        <a:pt x="46" y="420"/>
                      </a:cubicBezTo>
                      <a:cubicBezTo>
                        <a:pt x="52" y="420"/>
                        <a:pt x="58" y="418"/>
                        <a:pt x="61" y="414"/>
                      </a:cubicBezTo>
                      <a:lnTo>
                        <a:pt x="399" y="54"/>
                      </a:lnTo>
                      <a:cubicBezTo>
                        <a:pt x="410" y="44"/>
                        <a:pt x="405" y="25"/>
                        <a:pt x="392" y="12"/>
                      </a:cubicBezTo>
                      <a:cubicBezTo>
                        <a:pt x="384" y="4"/>
                        <a:pt x="373" y="0"/>
                        <a:pt x="364" y="0"/>
                      </a:cubicBezTo>
                      <a:close/>
                    </a:path>
                  </a:pathLst>
                </a:custGeom>
                <a:solidFill>
                  <a:srgbClr val="3A1C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84" name="Google Shape;384;p25"/>
                <p:cNvSpPr/>
                <p:nvPr/>
              </p:nvSpPr>
              <p:spPr>
                <a:xfrm>
                  <a:off x="7211888" y="3349025"/>
                  <a:ext cx="10225" cy="10525"/>
                </a:xfrm>
                <a:custGeom>
                  <a:rect b="b" l="l" r="r" t="t"/>
                  <a:pathLst>
                    <a:path extrusionOk="0" h="421" w="409">
                      <a:moveTo>
                        <a:pt x="363" y="0"/>
                      </a:moveTo>
                      <a:cubicBezTo>
                        <a:pt x="357" y="0"/>
                        <a:pt x="351" y="2"/>
                        <a:pt x="347" y="6"/>
                      </a:cubicBezTo>
                      <a:lnTo>
                        <a:pt x="10" y="366"/>
                      </a:lnTo>
                      <a:cubicBezTo>
                        <a:pt x="0" y="376"/>
                        <a:pt x="5" y="395"/>
                        <a:pt x="18" y="408"/>
                      </a:cubicBezTo>
                      <a:cubicBezTo>
                        <a:pt x="26" y="416"/>
                        <a:pt x="37" y="420"/>
                        <a:pt x="45" y="420"/>
                      </a:cubicBezTo>
                      <a:cubicBezTo>
                        <a:pt x="52" y="420"/>
                        <a:pt x="57" y="418"/>
                        <a:pt x="61" y="414"/>
                      </a:cubicBezTo>
                      <a:lnTo>
                        <a:pt x="399" y="54"/>
                      </a:lnTo>
                      <a:cubicBezTo>
                        <a:pt x="408" y="44"/>
                        <a:pt x="405" y="25"/>
                        <a:pt x="391" y="12"/>
                      </a:cubicBezTo>
                      <a:cubicBezTo>
                        <a:pt x="382" y="4"/>
                        <a:pt x="372" y="0"/>
                        <a:pt x="363" y="0"/>
                      </a:cubicBezTo>
                      <a:close/>
                    </a:path>
                  </a:pathLst>
                </a:custGeom>
                <a:solidFill>
                  <a:srgbClr val="3A1C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85" name="Google Shape;385;p25"/>
                <p:cNvSpPr/>
                <p:nvPr/>
              </p:nvSpPr>
              <p:spPr>
                <a:xfrm>
                  <a:off x="7206488" y="3346125"/>
                  <a:ext cx="16600" cy="19425"/>
                </a:xfrm>
                <a:custGeom>
                  <a:rect b="b" l="l" r="r" t="t"/>
                  <a:pathLst>
                    <a:path extrusionOk="0" h="777" w="664">
                      <a:moveTo>
                        <a:pt x="50" y="0"/>
                      </a:moveTo>
                      <a:lnTo>
                        <a:pt x="50" y="0"/>
                      </a:lnTo>
                      <a:cubicBezTo>
                        <a:pt x="50" y="0"/>
                        <a:pt x="1" y="240"/>
                        <a:pt x="108" y="350"/>
                      </a:cubicBezTo>
                      <a:cubicBezTo>
                        <a:pt x="218" y="459"/>
                        <a:pt x="417" y="776"/>
                        <a:pt x="487" y="776"/>
                      </a:cubicBezTo>
                      <a:cubicBezTo>
                        <a:pt x="557" y="776"/>
                        <a:pt x="630" y="712"/>
                        <a:pt x="649" y="693"/>
                      </a:cubicBezTo>
                      <a:cubicBezTo>
                        <a:pt x="664" y="679"/>
                        <a:pt x="652" y="628"/>
                        <a:pt x="625" y="628"/>
                      </a:cubicBezTo>
                      <a:cubicBezTo>
                        <a:pt x="618" y="628"/>
                        <a:pt x="610" y="632"/>
                        <a:pt x="601" y="641"/>
                      </a:cubicBezTo>
                      <a:cubicBezTo>
                        <a:pt x="576" y="665"/>
                        <a:pt x="547" y="684"/>
                        <a:pt x="513" y="684"/>
                      </a:cubicBezTo>
                      <a:cubicBezTo>
                        <a:pt x="487" y="684"/>
                        <a:pt x="458" y="673"/>
                        <a:pt x="427" y="642"/>
                      </a:cubicBezTo>
                      <a:cubicBezTo>
                        <a:pt x="359" y="574"/>
                        <a:pt x="107" y="268"/>
                        <a:pt x="107" y="188"/>
                      </a:cubicBezTo>
                      <a:cubicBezTo>
                        <a:pt x="107" y="108"/>
                        <a:pt x="126" y="26"/>
                        <a:pt x="50" y="0"/>
                      </a:cubicBezTo>
                      <a:close/>
                    </a:path>
                  </a:pathLst>
                </a:custGeom>
                <a:solidFill>
                  <a:srgbClr val="3A1C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86" name="Google Shape;386;p25"/>
                <p:cNvSpPr/>
                <p:nvPr/>
              </p:nvSpPr>
              <p:spPr>
                <a:xfrm>
                  <a:off x="7200838" y="3328250"/>
                  <a:ext cx="9025" cy="14175"/>
                </a:xfrm>
                <a:custGeom>
                  <a:rect b="b" l="l" r="r" t="t"/>
                  <a:pathLst>
                    <a:path extrusionOk="0" h="567" w="361">
                      <a:moveTo>
                        <a:pt x="45" y="1"/>
                      </a:moveTo>
                      <a:cubicBezTo>
                        <a:pt x="41" y="1"/>
                        <a:pt x="37" y="3"/>
                        <a:pt x="33" y="7"/>
                      </a:cubicBezTo>
                      <a:cubicBezTo>
                        <a:pt x="1" y="39"/>
                        <a:pt x="18" y="368"/>
                        <a:pt x="155" y="443"/>
                      </a:cubicBezTo>
                      <a:cubicBezTo>
                        <a:pt x="254" y="497"/>
                        <a:pt x="298" y="566"/>
                        <a:pt x="329" y="566"/>
                      </a:cubicBezTo>
                      <a:cubicBezTo>
                        <a:pt x="341" y="566"/>
                        <a:pt x="350" y="556"/>
                        <a:pt x="361" y="530"/>
                      </a:cubicBezTo>
                      <a:cubicBezTo>
                        <a:pt x="361" y="530"/>
                        <a:pt x="45" y="319"/>
                        <a:pt x="74" y="73"/>
                      </a:cubicBezTo>
                      <a:cubicBezTo>
                        <a:pt x="74" y="73"/>
                        <a:pt x="66" y="1"/>
                        <a:pt x="45" y="1"/>
                      </a:cubicBezTo>
                      <a:close/>
                    </a:path>
                  </a:pathLst>
                </a:custGeom>
                <a:solidFill>
                  <a:srgbClr val="3A1C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87" name="Google Shape;387;p25"/>
                <p:cNvSpPr/>
                <p:nvPr/>
              </p:nvSpPr>
              <p:spPr>
                <a:xfrm>
                  <a:off x="7253938" y="3344300"/>
                  <a:ext cx="6575" cy="15325"/>
                </a:xfrm>
                <a:custGeom>
                  <a:rect b="b" l="l" r="r" t="t"/>
                  <a:pathLst>
                    <a:path extrusionOk="0" h="613" w="263">
                      <a:moveTo>
                        <a:pt x="56" y="1"/>
                      </a:moveTo>
                      <a:cubicBezTo>
                        <a:pt x="36" y="1"/>
                        <a:pt x="35" y="29"/>
                        <a:pt x="85" y="124"/>
                      </a:cubicBezTo>
                      <a:cubicBezTo>
                        <a:pt x="205" y="348"/>
                        <a:pt x="85" y="446"/>
                        <a:pt x="43" y="528"/>
                      </a:cubicBezTo>
                      <a:cubicBezTo>
                        <a:pt x="1" y="611"/>
                        <a:pt x="43" y="612"/>
                        <a:pt x="43" y="612"/>
                      </a:cubicBezTo>
                      <a:cubicBezTo>
                        <a:pt x="43" y="612"/>
                        <a:pt x="81" y="597"/>
                        <a:pt x="171" y="468"/>
                      </a:cubicBezTo>
                      <a:cubicBezTo>
                        <a:pt x="263" y="340"/>
                        <a:pt x="155" y="64"/>
                        <a:pt x="155" y="64"/>
                      </a:cubicBezTo>
                      <a:cubicBezTo>
                        <a:pt x="145" y="54"/>
                        <a:pt x="83" y="1"/>
                        <a:pt x="56" y="1"/>
                      </a:cubicBezTo>
                      <a:close/>
                    </a:path>
                  </a:pathLst>
                </a:custGeom>
                <a:solidFill>
                  <a:srgbClr val="3A1C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88" name="Google Shape;388;p25"/>
                <p:cNvSpPr/>
                <p:nvPr/>
              </p:nvSpPr>
              <p:spPr>
                <a:xfrm>
                  <a:off x="7245863" y="3356700"/>
                  <a:ext cx="7775" cy="10125"/>
                </a:xfrm>
                <a:custGeom>
                  <a:rect b="b" l="l" r="r" t="t"/>
                  <a:pathLst>
                    <a:path extrusionOk="0" h="405" w="311">
                      <a:moveTo>
                        <a:pt x="283" y="0"/>
                      </a:moveTo>
                      <a:cubicBezTo>
                        <a:pt x="277" y="0"/>
                        <a:pt x="270" y="30"/>
                        <a:pt x="263" y="112"/>
                      </a:cubicBezTo>
                      <a:cubicBezTo>
                        <a:pt x="245" y="293"/>
                        <a:pt x="190" y="327"/>
                        <a:pt x="138" y="327"/>
                      </a:cubicBezTo>
                      <a:cubicBezTo>
                        <a:pt x="106" y="327"/>
                        <a:pt x="76" y="314"/>
                        <a:pt x="56" y="314"/>
                      </a:cubicBezTo>
                      <a:cubicBezTo>
                        <a:pt x="0" y="314"/>
                        <a:pt x="3" y="355"/>
                        <a:pt x="134" y="399"/>
                      </a:cubicBezTo>
                      <a:cubicBezTo>
                        <a:pt x="145" y="402"/>
                        <a:pt x="155" y="404"/>
                        <a:pt x="165" y="404"/>
                      </a:cubicBezTo>
                      <a:cubicBezTo>
                        <a:pt x="271" y="404"/>
                        <a:pt x="311" y="193"/>
                        <a:pt x="311" y="193"/>
                      </a:cubicBezTo>
                      <a:cubicBezTo>
                        <a:pt x="311" y="193"/>
                        <a:pt x="299" y="0"/>
                        <a:pt x="283" y="0"/>
                      </a:cubicBezTo>
                      <a:close/>
                    </a:path>
                  </a:pathLst>
                </a:custGeom>
                <a:solidFill>
                  <a:srgbClr val="3A1C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89" name="Google Shape;389;p25"/>
                <p:cNvSpPr/>
                <p:nvPr/>
              </p:nvSpPr>
              <p:spPr>
                <a:xfrm>
                  <a:off x="7237563" y="3362175"/>
                  <a:ext cx="6925" cy="5900"/>
                </a:xfrm>
                <a:custGeom>
                  <a:rect b="b" l="l" r="r" t="t"/>
                  <a:pathLst>
                    <a:path extrusionOk="0" h="236" w="277">
                      <a:moveTo>
                        <a:pt x="25" y="0"/>
                      </a:moveTo>
                      <a:cubicBezTo>
                        <a:pt x="4" y="0"/>
                        <a:pt x="0" y="50"/>
                        <a:pt x="0" y="50"/>
                      </a:cubicBezTo>
                      <a:cubicBezTo>
                        <a:pt x="0" y="50"/>
                        <a:pt x="48" y="167"/>
                        <a:pt x="162" y="226"/>
                      </a:cubicBezTo>
                      <a:cubicBezTo>
                        <a:pt x="174" y="233"/>
                        <a:pt x="185" y="235"/>
                        <a:pt x="195" y="235"/>
                      </a:cubicBezTo>
                      <a:cubicBezTo>
                        <a:pt x="277" y="235"/>
                        <a:pt x="277" y="33"/>
                        <a:pt x="277" y="33"/>
                      </a:cubicBezTo>
                      <a:cubicBezTo>
                        <a:pt x="269" y="24"/>
                        <a:pt x="260" y="20"/>
                        <a:pt x="252" y="20"/>
                      </a:cubicBezTo>
                      <a:cubicBezTo>
                        <a:pt x="215" y="20"/>
                        <a:pt x="181" y="92"/>
                        <a:pt x="181" y="148"/>
                      </a:cubicBezTo>
                      <a:cubicBezTo>
                        <a:pt x="181" y="159"/>
                        <a:pt x="178" y="164"/>
                        <a:pt x="173" y="164"/>
                      </a:cubicBezTo>
                      <a:cubicBezTo>
                        <a:pt x="150" y="164"/>
                        <a:pt x="77" y="43"/>
                        <a:pt x="44" y="11"/>
                      </a:cubicBezTo>
                      <a:cubicBezTo>
                        <a:pt x="36" y="3"/>
                        <a:pt x="30" y="0"/>
                        <a:pt x="25" y="0"/>
                      </a:cubicBezTo>
                      <a:close/>
                    </a:path>
                  </a:pathLst>
                </a:custGeom>
                <a:solidFill>
                  <a:srgbClr val="3A1C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90" name="Google Shape;390;p25"/>
                <p:cNvSpPr/>
                <p:nvPr/>
              </p:nvSpPr>
              <p:spPr>
                <a:xfrm>
                  <a:off x="7225638" y="3361950"/>
                  <a:ext cx="10925" cy="3300"/>
                </a:xfrm>
                <a:custGeom>
                  <a:rect b="b" l="l" r="r" t="t"/>
                  <a:pathLst>
                    <a:path extrusionOk="0" h="132" w="437">
                      <a:moveTo>
                        <a:pt x="436" y="1"/>
                      </a:moveTo>
                      <a:lnTo>
                        <a:pt x="436" y="1"/>
                      </a:lnTo>
                      <a:cubicBezTo>
                        <a:pt x="374" y="43"/>
                        <a:pt x="317" y="57"/>
                        <a:pt x="270" y="57"/>
                      </a:cubicBezTo>
                      <a:cubicBezTo>
                        <a:pt x="178" y="57"/>
                        <a:pt x="120" y="4"/>
                        <a:pt x="120" y="4"/>
                      </a:cubicBezTo>
                      <a:lnTo>
                        <a:pt x="120" y="4"/>
                      </a:lnTo>
                      <a:cubicBezTo>
                        <a:pt x="1" y="84"/>
                        <a:pt x="53" y="85"/>
                        <a:pt x="200" y="125"/>
                      </a:cubicBezTo>
                      <a:cubicBezTo>
                        <a:pt x="217" y="129"/>
                        <a:pt x="232" y="131"/>
                        <a:pt x="247" y="131"/>
                      </a:cubicBezTo>
                      <a:cubicBezTo>
                        <a:pt x="366" y="131"/>
                        <a:pt x="436" y="1"/>
                        <a:pt x="436" y="1"/>
                      </a:cubicBezTo>
                      <a:close/>
                    </a:path>
                  </a:pathLst>
                </a:custGeom>
                <a:solidFill>
                  <a:srgbClr val="3A1C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91" name="Google Shape;391;p25"/>
                <p:cNvSpPr/>
                <p:nvPr/>
              </p:nvSpPr>
              <p:spPr>
                <a:xfrm>
                  <a:off x="7206613" y="3354000"/>
                  <a:ext cx="5100" cy="8375"/>
                </a:xfrm>
                <a:custGeom>
                  <a:rect b="b" l="l" r="r" t="t"/>
                  <a:pathLst>
                    <a:path extrusionOk="0" h="335" w="204">
                      <a:moveTo>
                        <a:pt x="99" y="0"/>
                      </a:moveTo>
                      <a:cubicBezTo>
                        <a:pt x="95" y="0"/>
                        <a:pt x="91" y="1"/>
                        <a:pt x="86" y="4"/>
                      </a:cubicBezTo>
                      <a:cubicBezTo>
                        <a:pt x="50" y="22"/>
                        <a:pt x="0" y="135"/>
                        <a:pt x="77" y="212"/>
                      </a:cubicBezTo>
                      <a:cubicBezTo>
                        <a:pt x="146" y="282"/>
                        <a:pt x="163" y="335"/>
                        <a:pt x="178" y="335"/>
                      </a:cubicBezTo>
                      <a:cubicBezTo>
                        <a:pt x="181" y="335"/>
                        <a:pt x="183" y="334"/>
                        <a:pt x="185" y="332"/>
                      </a:cubicBezTo>
                      <a:cubicBezTo>
                        <a:pt x="204" y="314"/>
                        <a:pt x="197" y="300"/>
                        <a:pt x="197" y="300"/>
                      </a:cubicBezTo>
                      <a:cubicBezTo>
                        <a:pt x="197" y="300"/>
                        <a:pt x="16" y="134"/>
                        <a:pt x="124" y="42"/>
                      </a:cubicBezTo>
                      <a:cubicBezTo>
                        <a:pt x="124" y="42"/>
                        <a:pt x="122" y="0"/>
                        <a:pt x="99" y="0"/>
                      </a:cubicBezTo>
                      <a:close/>
                    </a:path>
                  </a:pathLst>
                </a:custGeom>
                <a:solidFill>
                  <a:srgbClr val="3A1C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92" name="Google Shape;392;p25"/>
                <p:cNvSpPr/>
                <p:nvPr/>
              </p:nvSpPr>
              <p:spPr>
                <a:xfrm>
                  <a:off x="7202513" y="3337750"/>
                  <a:ext cx="5675" cy="10250"/>
                </a:xfrm>
                <a:custGeom>
                  <a:rect b="b" l="l" r="r" t="t"/>
                  <a:pathLst>
                    <a:path extrusionOk="0" h="410" w="227">
                      <a:moveTo>
                        <a:pt x="47" y="1"/>
                      </a:moveTo>
                      <a:cubicBezTo>
                        <a:pt x="41" y="1"/>
                        <a:pt x="35" y="3"/>
                        <a:pt x="30" y="9"/>
                      </a:cubicBezTo>
                      <a:cubicBezTo>
                        <a:pt x="1" y="36"/>
                        <a:pt x="98" y="328"/>
                        <a:pt x="163" y="392"/>
                      </a:cubicBezTo>
                      <a:cubicBezTo>
                        <a:pt x="175" y="404"/>
                        <a:pt x="185" y="409"/>
                        <a:pt x="193" y="409"/>
                      </a:cubicBezTo>
                      <a:cubicBezTo>
                        <a:pt x="226" y="409"/>
                        <a:pt x="225" y="321"/>
                        <a:pt x="225" y="320"/>
                      </a:cubicBezTo>
                      <a:lnTo>
                        <a:pt x="225" y="320"/>
                      </a:lnTo>
                      <a:cubicBezTo>
                        <a:pt x="215" y="327"/>
                        <a:pt x="206" y="329"/>
                        <a:pt x="197" y="329"/>
                      </a:cubicBezTo>
                      <a:cubicBezTo>
                        <a:pt x="109" y="329"/>
                        <a:pt x="96" y="41"/>
                        <a:pt x="96" y="41"/>
                      </a:cubicBezTo>
                      <a:cubicBezTo>
                        <a:pt x="96" y="41"/>
                        <a:pt x="71" y="1"/>
                        <a:pt x="47" y="1"/>
                      </a:cubicBezTo>
                      <a:close/>
                    </a:path>
                  </a:pathLst>
                </a:custGeom>
                <a:solidFill>
                  <a:srgbClr val="3A1C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93" name="Google Shape;393;p25"/>
                <p:cNvSpPr/>
                <p:nvPr/>
              </p:nvSpPr>
              <p:spPr>
                <a:xfrm>
                  <a:off x="7193938" y="3314800"/>
                  <a:ext cx="7800" cy="18000"/>
                </a:xfrm>
                <a:custGeom>
                  <a:rect b="b" l="l" r="r" t="t"/>
                  <a:pathLst>
                    <a:path extrusionOk="0" h="720" w="312">
                      <a:moveTo>
                        <a:pt x="106" y="0"/>
                      </a:moveTo>
                      <a:cubicBezTo>
                        <a:pt x="102" y="0"/>
                        <a:pt x="97" y="5"/>
                        <a:pt x="92" y="16"/>
                      </a:cubicBezTo>
                      <a:cubicBezTo>
                        <a:pt x="61" y="80"/>
                        <a:pt x="15" y="338"/>
                        <a:pt x="111" y="472"/>
                      </a:cubicBezTo>
                      <a:cubicBezTo>
                        <a:pt x="196" y="593"/>
                        <a:pt x="290" y="719"/>
                        <a:pt x="309" y="719"/>
                      </a:cubicBezTo>
                      <a:cubicBezTo>
                        <a:pt x="311" y="719"/>
                        <a:pt x="312" y="717"/>
                        <a:pt x="312" y="714"/>
                      </a:cubicBezTo>
                      <a:cubicBezTo>
                        <a:pt x="312" y="681"/>
                        <a:pt x="296" y="650"/>
                        <a:pt x="296" y="650"/>
                      </a:cubicBezTo>
                      <a:cubicBezTo>
                        <a:pt x="296" y="650"/>
                        <a:pt x="0" y="309"/>
                        <a:pt x="127" y="99"/>
                      </a:cubicBezTo>
                      <a:cubicBezTo>
                        <a:pt x="127" y="99"/>
                        <a:pt x="124" y="0"/>
                        <a:pt x="106" y="0"/>
                      </a:cubicBezTo>
                      <a:close/>
                    </a:path>
                  </a:pathLst>
                </a:custGeom>
                <a:solidFill>
                  <a:srgbClr val="3A1C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94" name="Google Shape;394;p25"/>
                <p:cNvSpPr/>
                <p:nvPr/>
              </p:nvSpPr>
              <p:spPr>
                <a:xfrm>
                  <a:off x="7203588" y="3327875"/>
                  <a:ext cx="4525" cy="5625"/>
                </a:xfrm>
                <a:custGeom>
                  <a:rect b="b" l="l" r="r" t="t"/>
                  <a:pathLst>
                    <a:path extrusionOk="0" h="225" w="181">
                      <a:moveTo>
                        <a:pt x="140" y="0"/>
                      </a:moveTo>
                      <a:lnTo>
                        <a:pt x="140" y="0"/>
                      </a:lnTo>
                      <a:cubicBezTo>
                        <a:pt x="0" y="187"/>
                        <a:pt x="162" y="225"/>
                        <a:pt x="162" y="225"/>
                      </a:cubicBezTo>
                      <a:cubicBezTo>
                        <a:pt x="89" y="114"/>
                        <a:pt x="181" y="41"/>
                        <a:pt x="181" y="41"/>
                      </a:cubicBezTo>
                      <a:lnTo>
                        <a:pt x="140" y="0"/>
                      </a:lnTo>
                      <a:close/>
                    </a:path>
                  </a:pathLst>
                </a:custGeom>
                <a:solidFill>
                  <a:srgbClr val="3A1C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95" name="Google Shape;395;p25"/>
                <p:cNvSpPr/>
                <p:nvPr/>
              </p:nvSpPr>
              <p:spPr>
                <a:xfrm>
                  <a:off x="7243963" y="3356075"/>
                  <a:ext cx="3350" cy="4450"/>
                </a:xfrm>
                <a:custGeom>
                  <a:rect b="b" l="l" r="r" t="t"/>
                  <a:pathLst>
                    <a:path extrusionOk="0" h="178" w="134">
                      <a:moveTo>
                        <a:pt x="55" y="0"/>
                      </a:moveTo>
                      <a:cubicBezTo>
                        <a:pt x="26" y="0"/>
                        <a:pt x="1" y="71"/>
                        <a:pt x="1" y="71"/>
                      </a:cubicBezTo>
                      <a:cubicBezTo>
                        <a:pt x="1" y="153"/>
                        <a:pt x="22" y="178"/>
                        <a:pt x="48" y="178"/>
                      </a:cubicBezTo>
                      <a:cubicBezTo>
                        <a:pt x="86" y="178"/>
                        <a:pt x="133" y="122"/>
                        <a:pt x="133" y="122"/>
                      </a:cubicBezTo>
                      <a:lnTo>
                        <a:pt x="133" y="122"/>
                      </a:lnTo>
                      <a:cubicBezTo>
                        <a:pt x="121" y="128"/>
                        <a:pt x="110" y="130"/>
                        <a:pt x="102" y="130"/>
                      </a:cubicBezTo>
                      <a:cubicBezTo>
                        <a:pt x="42" y="130"/>
                        <a:pt x="72" y="8"/>
                        <a:pt x="72" y="8"/>
                      </a:cubicBezTo>
                      <a:cubicBezTo>
                        <a:pt x="66" y="3"/>
                        <a:pt x="61" y="0"/>
                        <a:pt x="55" y="0"/>
                      </a:cubicBezTo>
                      <a:close/>
                    </a:path>
                  </a:pathLst>
                </a:custGeom>
                <a:solidFill>
                  <a:srgbClr val="3A1C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96" name="Google Shape;396;p25"/>
                <p:cNvSpPr/>
                <p:nvPr/>
              </p:nvSpPr>
              <p:spPr>
                <a:xfrm>
                  <a:off x="7256663" y="3331875"/>
                  <a:ext cx="5650" cy="14825"/>
                </a:xfrm>
                <a:custGeom>
                  <a:rect b="b" l="l" r="r" t="t"/>
                  <a:pathLst>
                    <a:path extrusionOk="0" h="593" w="226">
                      <a:moveTo>
                        <a:pt x="205" y="0"/>
                      </a:moveTo>
                      <a:cubicBezTo>
                        <a:pt x="205" y="0"/>
                        <a:pt x="192" y="35"/>
                        <a:pt x="192" y="53"/>
                      </a:cubicBezTo>
                      <a:cubicBezTo>
                        <a:pt x="192" y="53"/>
                        <a:pt x="197" y="509"/>
                        <a:pt x="63" y="509"/>
                      </a:cubicBezTo>
                      <a:cubicBezTo>
                        <a:pt x="58" y="509"/>
                        <a:pt x="54" y="508"/>
                        <a:pt x="49" y="507"/>
                      </a:cubicBezTo>
                      <a:cubicBezTo>
                        <a:pt x="49" y="507"/>
                        <a:pt x="1" y="576"/>
                        <a:pt x="46" y="590"/>
                      </a:cubicBezTo>
                      <a:cubicBezTo>
                        <a:pt x="50" y="592"/>
                        <a:pt x="54" y="592"/>
                        <a:pt x="59" y="592"/>
                      </a:cubicBezTo>
                      <a:cubicBezTo>
                        <a:pt x="111" y="592"/>
                        <a:pt x="225" y="516"/>
                        <a:pt x="225" y="309"/>
                      </a:cubicBezTo>
                      <a:cubicBezTo>
                        <a:pt x="225" y="84"/>
                        <a:pt x="205" y="0"/>
                        <a:pt x="205" y="0"/>
                      </a:cubicBezTo>
                      <a:close/>
                    </a:path>
                  </a:pathLst>
                </a:custGeom>
                <a:solidFill>
                  <a:srgbClr val="3A1C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97" name="Google Shape;397;p25"/>
                <p:cNvSpPr/>
                <p:nvPr/>
              </p:nvSpPr>
              <p:spPr>
                <a:xfrm>
                  <a:off x="7261738" y="3319850"/>
                  <a:ext cx="5850" cy="9825"/>
                </a:xfrm>
                <a:custGeom>
                  <a:rect b="b" l="l" r="r" t="t"/>
                  <a:pathLst>
                    <a:path extrusionOk="0" h="393" w="234">
                      <a:moveTo>
                        <a:pt x="164" y="1"/>
                      </a:moveTo>
                      <a:cubicBezTo>
                        <a:pt x="164" y="1"/>
                        <a:pt x="136" y="43"/>
                        <a:pt x="136" y="72"/>
                      </a:cubicBezTo>
                      <a:cubicBezTo>
                        <a:pt x="136" y="101"/>
                        <a:pt x="121" y="241"/>
                        <a:pt x="62" y="302"/>
                      </a:cubicBezTo>
                      <a:cubicBezTo>
                        <a:pt x="0" y="364"/>
                        <a:pt x="0" y="393"/>
                        <a:pt x="30" y="393"/>
                      </a:cubicBezTo>
                      <a:cubicBezTo>
                        <a:pt x="60" y="393"/>
                        <a:pt x="86" y="329"/>
                        <a:pt x="86" y="329"/>
                      </a:cubicBezTo>
                      <a:cubicBezTo>
                        <a:pt x="86" y="329"/>
                        <a:pt x="234" y="262"/>
                        <a:pt x="164" y="1"/>
                      </a:cubicBezTo>
                      <a:close/>
                    </a:path>
                  </a:pathLst>
                </a:custGeom>
                <a:solidFill>
                  <a:srgbClr val="3A1C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98" name="Google Shape;398;p25"/>
                <p:cNvSpPr/>
                <p:nvPr/>
              </p:nvSpPr>
              <p:spPr>
                <a:xfrm>
                  <a:off x="7232813" y="3357325"/>
                  <a:ext cx="5125" cy="4725"/>
                </a:xfrm>
                <a:custGeom>
                  <a:rect b="b" l="l" r="r" t="t"/>
                  <a:pathLst>
                    <a:path extrusionOk="0" h="189" w="205">
                      <a:moveTo>
                        <a:pt x="74" y="1"/>
                      </a:moveTo>
                      <a:cubicBezTo>
                        <a:pt x="74" y="1"/>
                        <a:pt x="1" y="42"/>
                        <a:pt x="40" y="98"/>
                      </a:cubicBezTo>
                      <a:cubicBezTo>
                        <a:pt x="74" y="149"/>
                        <a:pt x="125" y="189"/>
                        <a:pt x="159" y="189"/>
                      </a:cubicBezTo>
                      <a:cubicBezTo>
                        <a:pt x="165" y="189"/>
                        <a:pt x="170" y="188"/>
                        <a:pt x="174" y="186"/>
                      </a:cubicBezTo>
                      <a:cubicBezTo>
                        <a:pt x="205" y="170"/>
                        <a:pt x="192" y="149"/>
                        <a:pt x="192" y="149"/>
                      </a:cubicBezTo>
                      <a:cubicBezTo>
                        <a:pt x="192" y="149"/>
                        <a:pt x="17" y="111"/>
                        <a:pt x="74" y="1"/>
                      </a:cubicBezTo>
                      <a:close/>
                    </a:path>
                  </a:pathLst>
                </a:custGeom>
                <a:solidFill>
                  <a:srgbClr val="3A1C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99" name="Google Shape;399;p25"/>
                <p:cNvSpPr/>
                <p:nvPr/>
              </p:nvSpPr>
              <p:spPr>
                <a:xfrm>
                  <a:off x="7118363" y="3253650"/>
                  <a:ext cx="214600" cy="370350"/>
                </a:xfrm>
                <a:custGeom>
                  <a:rect b="b" l="l" r="r" t="t"/>
                  <a:pathLst>
                    <a:path extrusionOk="0" h="14814" w="8584">
                      <a:moveTo>
                        <a:pt x="7054" y="1317"/>
                      </a:moveTo>
                      <a:cubicBezTo>
                        <a:pt x="7064" y="1425"/>
                        <a:pt x="7064" y="1548"/>
                        <a:pt x="7064" y="1548"/>
                      </a:cubicBezTo>
                      <a:cubicBezTo>
                        <a:pt x="7060" y="1521"/>
                        <a:pt x="7051" y="1438"/>
                        <a:pt x="7022" y="1358"/>
                      </a:cubicBezTo>
                      <a:cubicBezTo>
                        <a:pt x="7033" y="1345"/>
                        <a:pt x="7044" y="1332"/>
                        <a:pt x="7054" y="1317"/>
                      </a:cubicBezTo>
                      <a:close/>
                      <a:moveTo>
                        <a:pt x="6917" y="1463"/>
                      </a:moveTo>
                      <a:cubicBezTo>
                        <a:pt x="6955" y="1569"/>
                        <a:pt x="6939" y="1676"/>
                        <a:pt x="6939" y="1676"/>
                      </a:cubicBezTo>
                      <a:cubicBezTo>
                        <a:pt x="6914" y="1607"/>
                        <a:pt x="6880" y="1556"/>
                        <a:pt x="6843" y="1518"/>
                      </a:cubicBezTo>
                      <a:cubicBezTo>
                        <a:pt x="6869" y="1501"/>
                        <a:pt x="6894" y="1483"/>
                        <a:pt x="6917" y="1463"/>
                      </a:cubicBezTo>
                      <a:close/>
                      <a:moveTo>
                        <a:pt x="6388" y="1"/>
                      </a:moveTo>
                      <a:cubicBezTo>
                        <a:pt x="5931" y="1"/>
                        <a:pt x="5561" y="372"/>
                        <a:pt x="5561" y="828"/>
                      </a:cubicBezTo>
                      <a:cubicBezTo>
                        <a:pt x="5561" y="1285"/>
                        <a:pt x="5931" y="1657"/>
                        <a:pt x="6388" y="1657"/>
                      </a:cubicBezTo>
                      <a:cubicBezTo>
                        <a:pt x="6494" y="1657"/>
                        <a:pt x="6595" y="1635"/>
                        <a:pt x="6690" y="1599"/>
                      </a:cubicBezTo>
                      <a:cubicBezTo>
                        <a:pt x="6733" y="1671"/>
                        <a:pt x="6780" y="1767"/>
                        <a:pt x="6805" y="1834"/>
                      </a:cubicBezTo>
                      <a:cubicBezTo>
                        <a:pt x="6843" y="1935"/>
                        <a:pt x="6781" y="2044"/>
                        <a:pt x="6781" y="2044"/>
                      </a:cubicBezTo>
                      <a:cubicBezTo>
                        <a:pt x="6781" y="2007"/>
                        <a:pt x="6736" y="1981"/>
                        <a:pt x="6696" y="1981"/>
                      </a:cubicBezTo>
                      <a:cubicBezTo>
                        <a:pt x="6674" y="1981"/>
                        <a:pt x="6653" y="1989"/>
                        <a:pt x="6642" y="2006"/>
                      </a:cubicBezTo>
                      <a:cubicBezTo>
                        <a:pt x="6608" y="2056"/>
                        <a:pt x="6658" y="2226"/>
                        <a:pt x="6704" y="2355"/>
                      </a:cubicBezTo>
                      <a:cubicBezTo>
                        <a:pt x="6749" y="2481"/>
                        <a:pt x="6553" y="2612"/>
                        <a:pt x="6414" y="2751"/>
                      </a:cubicBezTo>
                      <a:cubicBezTo>
                        <a:pt x="6276" y="2889"/>
                        <a:pt x="5759" y="3609"/>
                        <a:pt x="5692" y="3741"/>
                      </a:cubicBezTo>
                      <a:cubicBezTo>
                        <a:pt x="5626" y="3872"/>
                        <a:pt x="5523" y="4005"/>
                        <a:pt x="5523" y="4005"/>
                      </a:cubicBezTo>
                      <a:cubicBezTo>
                        <a:pt x="5483" y="4005"/>
                        <a:pt x="5456" y="4020"/>
                        <a:pt x="5438" y="4040"/>
                      </a:cubicBezTo>
                      <a:cubicBezTo>
                        <a:pt x="5412" y="4063"/>
                        <a:pt x="5396" y="4100"/>
                        <a:pt x="5402" y="4132"/>
                      </a:cubicBezTo>
                      <a:cubicBezTo>
                        <a:pt x="5395" y="4184"/>
                        <a:pt x="5403" y="4232"/>
                        <a:pt x="5403" y="4232"/>
                      </a:cubicBezTo>
                      <a:cubicBezTo>
                        <a:pt x="5300" y="4336"/>
                        <a:pt x="5011" y="5153"/>
                        <a:pt x="4928" y="5285"/>
                      </a:cubicBezTo>
                      <a:cubicBezTo>
                        <a:pt x="4847" y="5416"/>
                        <a:pt x="4775" y="5431"/>
                        <a:pt x="4775" y="5431"/>
                      </a:cubicBezTo>
                      <a:cubicBezTo>
                        <a:pt x="4775" y="5431"/>
                        <a:pt x="4694" y="5237"/>
                        <a:pt x="4602" y="5122"/>
                      </a:cubicBezTo>
                      <a:cubicBezTo>
                        <a:pt x="4538" y="5040"/>
                        <a:pt x="4343" y="5008"/>
                        <a:pt x="4188" y="5008"/>
                      </a:cubicBezTo>
                      <a:cubicBezTo>
                        <a:pt x="4123" y="5008"/>
                        <a:pt x="4066" y="5014"/>
                        <a:pt x="4027" y="5023"/>
                      </a:cubicBezTo>
                      <a:cubicBezTo>
                        <a:pt x="3894" y="5054"/>
                        <a:pt x="3853" y="5188"/>
                        <a:pt x="3773" y="5306"/>
                      </a:cubicBezTo>
                      <a:cubicBezTo>
                        <a:pt x="3693" y="5424"/>
                        <a:pt x="3665" y="5708"/>
                        <a:pt x="3683" y="5766"/>
                      </a:cubicBezTo>
                      <a:cubicBezTo>
                        <a:pt x="3699" y="5823"/>
                        <a:pt x="3665" y="5840"/>
                        <a:pt x="3665" y="5955"/>
                      </a:cubicBezTo>
                      <a:cubicBezTo>
                        <a:pt x="3665" y="6072"/>
                        <a:pt x="3779" y="6218"/>
                        <a:pt x="3779" y="6218"/>
                      </a:cubicBezTo>
                      <a:cubicBezTo>
                        <a:pt x="3753" y="6218"/>
                        <a:pt x="3695" y="6229"/>
                        <a:pt x="3668" y="6235"/>
                      </a:cubicBezTo>
                      <a:cubicBezTo>
                        <a:pt x="3664" y="6237"/>
                        <a:pt x="3660" y="6237"/>
                        <a:pt x="3655" y="6238"/>
                      </a:cubicBezTo>
                      <a:cubicBezTo>
                        <a:pt x="3621" y="6225"/>
                        <a:pt x="3584" y="6220"/>
                        <a:pt x="3547" y="6220"/>
                      </a:cubicBezTo>
                      <a:cubicBezTo>
                        <a:pt x="3366" y="6220"/>
                        <a:pt x="3172" y="6351"/>
                        <a:pt x="3127" y="6395"/>
                      </a:cubicBezTo>
                      <a:cubicBezTo>
                        <a:pt x="3073" y="6451"/>
                        <a:pt x="2915" y="6623"/>
                        <a:pt x="2848" y="6662"/>
                      </a:cubicBezTo>
                      <a:cubicBezTo>
                        <a:pt x="2783" y="6701"/>
                        <a:pt x="2698" y="6682"/>
                        <a:pt x="2483" y="6752"/>
                      </a:cubicBezTo>
                      <a:cubicBezTo>
                        <a:pt x="2269" y="6822"/>
                        <a:pt x="2100" y="7023"/>
                        <a:pt x="2100" y="7023"/>
                      </a:cubicBezTo>
                      <a:cubicBezTo>
                        <a:pt x="2086" y="6990"/>
                        <a:pt x="2066" y="6978"/>
                        <a:pt x="2046" y="6977"/>
                      </a:cubicBezTo>
                      <a:cubicBezTo>
                        <a:pt x="2032" y="6963"/>
                        <a:pt x="2015" y="6952"/>
                        <a:pt x="1998" y="6952"/>
                      </a:cubicBezTo>
                      <a:cubicBezTo>
                        <a:pt x="1994" y="6952"/>
                        <a:pt x="1991" y="6952"/>
                        <a:pt x="1987" y="6953"/>
                      </a:cubicBezTo>
                      <a:cubicBezTo>
                        <a:pt x="1977" y="6956"/>
                        <a:pt x="1968" y="6964"/>
                        <a:pt x="1963" y="6974"/>
                      </a:cubicBezTo>
                      <a:cubicBezTo>
                        <a:pt x="1912" y="6870"/>
                        <a:pt x="1661" y="6669"/>
                        <a:pt x="1562" y="6596"/>
                      </a:cubicBezTo>
                      <a:cubicBezTo>
                        <a:pt x="1456" y="6515"/>
                        <a:pt x="1381" y="6387"/>
                        <a:pt x="1346" y="6311"/>
                      </a:cubicBezTo>
                      <a:cubicBezTo>
                        <a:pt x="1311" y="6234"/>
                        <a:pt x="1180" y="6098"/>
                        <a:pt x="1126" y="6020"/>
                      </a:cubicBezTo>
                      <a:cubicBezTo>
                        <a:pt x="1074" y="5941"/>
                        <a:pt x="1035" y="5845"/>
                        <a:pt x="1035" y="5772"/>
                      </a:cubicBezTo>
                      <a:cubicBezTo>
                        <a:pt x="1035" y="5701"/>
                        <a:pt x="975" y="5562"/>
                        <a:pt x="975" y="5508"/>
                      </a:cubicBezTo>
                      <a:cubicBezTo>
                        <a:pt x="975" y="5454"/>
                        <a:pt x="1033" y="5380"/>
                        <a:pt x="1058" y="5355"/>
                      </a:cubicBezTo>
                      <a:cubicBezTo>
                        <a:pt x="1083" y="5331"/>
                        <a:pt x="1058" y="5285"/>
                        <a:pt x="1035" y="5262"/>
                      </a:cubicBezTo>
                      <a:cubicBezTo>
                        <a:pt x="1028" y="5256"/>
                        <a:pt x="1016" y="5253"/>
                        <a:pt x="1001" y="5253"/>
                      </a:cubicBezTo>
                      <a:cubicBezTo>
                        <a:pt x="961" y="5253"/>
                        <a:pt x="899" y="5274"/>
                        <a:pt x="867" y="5306"/>
                      </a:cubicBezTo>
                      <a:cubicBezTo>
                        <a:pt x="823" y="5349"/>
                        <a:pt x="818" y="5435"/>
                        <a:pt x="818" y="5475"/>
                      </a:cubicBezTo>
                      <a:cubicBezTo>
                        <a:pt x="818" y="5497"/>
                        <a:pt x="818" y="5513"/>
                        <a:pt x="802" y="5513"/>
                      </a:cubicBezTo>
                      <a:cubicBezTo>
                        <a:pt x="789" y="5513"/>
                        <a:pt x="766" y="5503"/>
                        <a:pt x="724" y="5475"/>
                      </a:cubicBezTo>
                      <a:cubicBezTo>
                        <a:pt x="631" y="5414"/>
                        <a:pt x="490" y="5097"/>
                        <a:pt x="465" y="5038"/>
                      </a:cubicBezTo>
                      <a:cubicBezTo>
                        <a:pt x="446" y="4992"/>
                        <a:pt x="405" y="4965"/>
                        <a:pt x="376" y="4965"/>
                      </a:cubicBezTo>
                      <a:cubicBezTo>
                        <a:pt x="368" y="4965"/>
                        <a:pt x="361" y="4967"/>
                        <a:pt x="356" y="4972"/>
                      </a:cubicBezTo>
                      <a:cubicBezTo>
                        <a:pt x="334" y="4994"/>
                        <a:pt x="346" y="5028"/>
                        <a:pt x="351" y="5054"/>
                      </a:cubicBezTo>
                      <a:cubicBezTo>
                        <a:pt x="362" y="5093"/>
                        <a:pt x="394" y="5199"/>
                        <a:pt x="477" y="5339"/>
                      </a:cubicBezTo>
                      <a:cubicBezTo>
                        <a:pt x="490" y="5361"/>
                        <a:pt x="488" y="5370"/>
                        <a:pt x="478" y="5370"/>
                      </a:cubicBezTo>
                      <a:cubicBezTo>
                        <a:pt x="461" y="5370"/>
                        <a:pt x="420" y="5341"/>
                        <a:pt x="398" y="5309"/>
                      </a:cubicBezTo>
                      <a:cubicBezTo>
                        <a:pt x="366" y="5256"/>
                        <a:pt x="264" y="5128"/>
                        <a:pt x="228" y="5099"/>
                      </a:cubicBezTo>
                      <a:cubicBezTo>
                        <a:pt x="219" y="5091"/>
                        <a:pt x="197" y="5076"/>
                        <a:pt x="178" y="5076"/>
                      </a:cubicBezTo>
                      <a:cubicBezTo>
                        <a:pt x="167" y="5076"/>
                        <a:pt x="157" y="5081"/>
                        <a:pt x="152" y="5096"/>
                      </a:cubicBezTo>
                      <a:cubicBezTo>
                        <a:pt x="146" y="5114"/>
                        <a:pt x="223" y="5268"/>
                        <a:pt x="273" y="5339"/>
                      </a:cubicBezTo>
                      <a:cubicBezTo>
                        <a:pt x="304" y="5383"/>
                        <a:pt x="358" y="5469"/>
                        <a:pt x="339" y="5469"/>
                      </a:cubicBezTo>
                      <a:cubicBezTo>
                        <a:pt x="328" y="5469"/>
                        <a:pt x="291" y="5438"/>
                        <a:pt x="207" y="5349"/>
                      </a:cubicBezTo>
                      <a:cubicBezTo>
                        <a:pt x="154" y="5293"/>
                        <a:pt x="98" y="5237"/>
                        <a:pt x="58" y="5237"/>
                      </a:cubicBezTo>
                      <a:cubicBezTo>
                        <a:pt x="51" y="5237"/>
                        <a:pt x="45" y="5239"/>
                        <a:pt x="40" y="5242"/>
                      </a:cubicBezTo>
                      <a:cubicBezTo>
                        <a:pt x="0" y="5264"/>
                        <a:pt x="57" y="5325"/>
                        <a:pt x="57" y="5325"/>
                      </a:cubicBezTo>
                      <a:lnTo>
                        <a:pt x="271" y="5612"/>
                      </a:lnTo>
                      <a:cubicBezTo>
                        <a:pt x="227" y="5590"/>
                        <a:pt x="70" y="5472"/>
                        <a:pt x="38" y="5472"/>
                      </a:cubicBezTo>
                      <a:cubicBezTo>
                        <a:pt x="36" y="5472"/>
                        <a:pt x="35" y="5472"/>
                        <a:pt x="34" y="5473"/>
                      </a:cubicBezTo>
                      <a:cubicBezTo>
                        <a:pt x="18" y="5489"/>
                        <a:pt x="5" y="5497"/>
                        <a:pt x="25" y="5530"/>
                      </a:cubicBezTo>
                      <a:cubicBezTo>
                        <a:pt x="35" y="5546"/>
                        <a:pt x="155" y="5667"/>
                        <a:pt x="228" y="5740"/>
                      </a:cubicBezTo>
                      <a:cubicBezTo>
                        <a:pt x="301" y="5811"/>
                        <a:pt x="303" y="5865"/>
                        <a:pt x="368" y="5929"/>
                      </a:cubicBezTo>
                      <a:cubicBezTo>
                        <a:pt x="432" y="5993"/>
                        <a:pt x="583" y="6119"/>
                        <a:pt x="678" y="6152"/>
                      </a:cubicBezTo>
                      <a:cubicBezTo>
                        <a:pt x="772" y="6186"/>
                        <a:pt x="781" y="6272"/>
                        <a:pt x="925" y="6524"/>
                      </a:cubicBezTo>
                      <a:cubicBezTo>
                        <a:pt x="1070" y="6776"/>
                        <a:pt x="1454" y="7320"/>
                        <a:pt x="1598" y="7502"/>
                      </a:cubicBezTo>
                      <a:cubicBezTo>
                        <a:pt x="1692" y="7619"/>
                        <a:pt x="1787" y="7640"/>
                        <a:pt x="1842" y="7640"/>
                      </a:cubicBezTo>
                      <a:cubicBezTo>
                        <a:pt x="1873" y="7640"/>
                        <a:pt x="1891" y="7634"/>
                        <a:pt x="1891" y="7634"/>
                      </a:cubicBezTo>
                      <a:cubicBezTo>
                        <a:pt x="1907" y="7682"/>
                        <a:pt x="1946" y="7698"/>
                        <a:pt x="1986" y="7698"/>
                      </a:cubicBezTo>
                      <a:cubicBezTo>
                        <a:pt x="2032" y="7698"/>
                        <a:pt x="2079" y="7677"/>
                        <a:pt x="2094" y="7663"/>
                      </a:cubicBezTo>
                      <a:cubicBezTo>
                        <a:pt x="2120" y="7636"/>
                        <a:pt x="2110" y="7602"/>
                        <a:pt x="2110" y="7602"/>
                      </a:cubicBezTo>
                      <a:cubicBezTo>
                        <a:pt x="2110" y="7602"/>
                        <a:pt x="2655" y="7519"/>
                        <a:pt x="2832" y="7494"/>
                      </a:cubicBezTo>
                      <a:cubicBezTo>
                        <a:pt x="3010" y="7469"/>
                        <a:pt x="3253" y="7250"/>
                        <a:pt x="3253" y="7250"/>
                      </a:cubicBezTo>
                      <a:cubicBezTo>
                        <a:pt x="3253" y="7250"/>
                        <a:pt x="3265" y="7299"/>
                        <a:pt x="3282" y="7364"/>
                      </a:cubicBezTo>
                      <a:cubicBezTo>
                        <a:pt x="3301" y="7476"/>
                        <a:pt x="3325" y="7587"/>
                        <a:pt x="3355" y="7689"/>
                      </a:cubicBezTo>
                      <a:cubicBezTo>
                        <a:pt x="3380" y="7771"/>
                        <a:pt x="3406" y="7854"/>
                        <a:pt x="3428" y="7929"/>
                      </a:cubicBezTo>
                      <a:cubicBezTo>
                        <a:pt x="3476" y="8124"/>
                        <a:pt x="3521" y="8328"/>
                        <a:pt x="3517" y="8384"/>
                      </a:cubicBezTo>
                      <a:cubicBezTo>
                        <a:pt x="3499" y="8385"/>
                        <a:pt x="3483" y="8386"/>
                        <a:pt x="3469" y="8386"/>
                      </a:cubicBezTo>
                      <a:cubicBezTo>
                        <a:pt x="3463" y="8386"/>
                        <a:pt x="3458" y="8386"/>
                        <a:pt x="3453" y="8385"/>
                      </a:cubicBezTo>
                      <a:cubicBezTo>
                        <a:pt x="3445" y="8385"/>
                        <a:pt x="3438" y="8384"/>
                        <a:pt x="3429" y="8384"/>
                      </a:cubicBezTo>
                      <a:cubicBezTo>
                        <a:pt x="3352" y="8384"/>
                        <a:pt x="3244" y="8414"/>
                        <a:pt x="3182" y="8452"/>
                      </a:cubicBezTo>
                      <a:cubicBezTo>
                        <a:pt x="3157" y="8455"/>
                        <a:pt x="3131" y="8457"/>
                        <a:pt x="3105" y="8460"/>
                      </a:cubicBezTo>
                      <a:cubicBezTo>
                        <a:pt x="3038" y="8467"/>
                        <a:pt x="2995" y="8471"/>
                        <a:pt x="2966" y="8476"/>
                      </a:cubicBezTo>
                      <a:cubicBezTo>
                        <a:pt x="2953" y="8471"/>
                        <a:pt x="2940" y="8467"/>
                        <a:pt x="2930" y="8461"/>
                      </a:cubicBezTo>
                      <a:cubicBezTo>
                        <a:pt x="2912" y="8451"/>
                        <a:pt x="2894" y="8447"/>
                        <a:pt x="2877" y="8447"/>
                      </a:cubicBezTo>
                      <a:cubicBezTo>
                        <a:pt x="2838" y="8447"/>
                        <a:pt x="2800" y="8470"/>
                        <a:pt x="2767" y="8508"/>
                      </a:cubicBezTo>
                      <a:cubicBezTo>
                        <a:pt x="2753" y="8524"/>
                        <a:pt x="2733" y="8531"/>
                        <a:pt x="2709" y="8531"/>
                      </a:cubicBezTo>
                      <a:cubicBezTo>
                        <a:pt x="2690" y="8531"/>
                        <a:pt x="2668" y="8527"/>
                        <a:pt x="2646" y="8521"/>
                      </a:cubicBezTo>
                      <a:cubicBezTo>
                        <a:pt x="2602" y="8499"/>
                        <a:pt x="2557" y="8477"/>
                        <a:pt x="2510" y="8468"/>
                      </a:cubicBezTo>
                      <a:cubicBezTo>
                        <a:pt x="2496" y="8466"/>
                        <a:pt x="2485" y="8464"/>
                        <a:pt x="2474" y="8464"/>
                      </a:cubicBezTo>
                      <a:cubicBezTo>
                        <a:pt x="2450" y="8464"/>
                        <a:pt x="2435" y="8471"/>
                        <a:pt x="2427" y="8481"/>
                      </a:cubicBezTo>
                      <a:cubicBezTo>
                        <a:pt x="2421" y="8486"/>
                        <a:pt x="2417" y="8490"/>
                        <a:pt x="2417" y="8493"/>
                      </a:cubicBezTo>
                      <a:cubicBezTo>
                        <a:pt x="2417" y="8494"/>
                        <a:pt x="2419" y="8494"/>
                        <a:pt x="2419" y="8494"/>
                      </a:cubicBezTo>
                      <a:cubicBezTo>
                        <a:pt x="2411" y="8516"/>
                        <a:pt x="2416" y="8547"/>
                        <a:pt x="2416" y="8576"/>
                      </a:cubicBezTo>
                      <a:cubicBezTo>
                        <a:pt x="2416" y="8637"/>
                        <a:pt x="2378" y="8696"/>
                        <a:pt x="2378" y="8696"/>
                      </a:cubicBezTo>
                      <a:cubicBezTo>
                        <a:pt x="2378" y="8696"/>
                        <a:pt x="1995" y="8831"/>
                        <a:pt x="1871" y="8864"/>
                      </a:cubicBezTo>
                      <a:cubicBezTo>
                        <a:pt x="1747" y="8898"/>
                        <a:pt x="1644" y="9000"/>
                        <a:pt x="1585" y="9198"/>
                      </a:cubicBezTo>
                      <a:cubicBezTo>
                        <a:pt x="1529" y="9396"/>
                        <a:pt x="1743" y="9583"/>
                        <a:pt x="1887" y="9583"/>
                      </a:cubicBezTo>
                      <a:cubicBezTo>
                        <a:pt x="2031" y="9583"/>
                        <a:pt x="2117" y="9597"/>
                        <a:pt x="2200" y="9682"/>
                      </a:cubicBezTo>
                      <a:cubicBezTo>
                        <a:pt x="2286" y="9766"/>
                        <a:pt x="2646" y="9846"/>
                        <a:pt x="2918" y="9846"/>
                      </a:cubicBezTo>
                      <a:cubicBezTo>
                        <a:pt x="3191" y="9846"/>
                        <a:pt x="3635" y="9992"/>
                        <a:pt x="3635" y="9992"/>
                      </a:cubicBezTo>
                      <a:lnTo>
                        <a:pt x="3635" y="10611"/>
                      </a:lnTo>
                      <a:cubicBezTo>
                        <a:pt x="3635" y="10999"/>
                        <a:pt x="3821" y="11908"/>
                        <a:pt x="3821" y="11908"/>
                      </a:cubicBezTo>
                      <a:lnTo>
                        <a:pt x="3770" y="11989"/>
                      </a:lnTo>
                      <a:cubicBezTo>
                        <a:pt x="3770" y="12707"/>
                        <a:pt x="4266" y="13096"/>
                        <a:pt x="4471" y="13227"/>
                      </a:cubicBezTo>
                      <a:cubicBezTo>
                        <a:pt x="4569" y="13290"/>
                        <a:pt x="4727" y="13306"/>
                        <a:pt x="4867" y="13306"/>
                      </a:cubicBezTo>
                      <a:cubicBezTo>
                        <a:pt x="5023" y="13306"/>
                        <a:pt x="5157" y="13286"/>
                        <a:pt x="5157" y="13286"/>
                      </a:cubicBezTo>
                      <a:cubicBezTo>
                        <a:pt x="5338" y="13468"/>
                        <a:pt x="6452" y="13677"/>
                        <a:pt x="6452" y="13677"/>
                      </a:cubicBezTo>
                      <a:cubicBezTo>
                        <a:pt x="6427" y="13702"/>
                        <a:pt x="6486" y="13736"/>
                        <a:pt x="6486" y="13736"/>
                      </a:cubicBezTo>
                      <a:cubicBezTo>
                        <a:pt x="6556" y="13736"/>
                        <a:pt x="7014" y="13868"/>
                        <a:pt x="7014" y="13868"/>
                      </a:cubicBezTo>
                      <a:cubicBezTo>
                        <a:pt x="7014" y="13868"/>
                        <a:pt x="7065" y="13915"/>
                        <a:pt x="7157" y="13944"/>
                      </a:cubicBezTo>
                      <a:cubicBezTo>
                        <a:pt x="7248" y="13973"/>
                        <a:pt x="7125" y="13975"/>
                        <a:pt x="7125" y="14044"/>
                      </a:cubicBezTo>
                      <a:cubicBezTo>
                        <a:pt x="7125" y="14072"/>
                        <a:pt x="7154" y="14078"/>
                        <a:pt x="7189" y="14078"/>
                      </a:cubicBezTo>
                      <a:cubicBezTo>
                        <a:pt x="7218" y="14078"/>
                        <a:pt x="7251" y="14074"/>
                        <a:pt x="7277" y="14074"/>
                      </a:cubicBezTo>
                      <a:cubicBezTo>
                        <a:pt x="7300" y="14074"/>
                        <a:pt x="7316" y="14078"/>
                        <a:pt x="7316" y="14091"/>
                      </a:cubicBezTo>
                      <a:cubicBezTo>
                        <a:pt x="7316" y="14136"/>
                        <a:pt x="7400" y="14369"/>
                        <a:pt x="7467" y="14438"/>
                      </a:cubicBezTo>
                      <a:cubicBezTo>
                        <a:pt x="7532" y="14501"/>
                        <a:pt x="7587" y="14759"/>
                        <a:pt x="7626" y="14759"/>
                      </a:cubicBezTo>
                      <a:cubicBezTo>
                        <a:pt x="7629" y="14759"/>
                        <a:pt x="7631" y="14758"/>
                        <a:pt x="7634" y="14755"/>
                      </a:cubicBezTo>
                      <a:cubicBezTo>
                        <a:pt x="7673" y="14716"/>
                        <a:pt x="7530" y="14334"/>
                        <a:pt x="7530" y="14334"/>
                      </a:cubicBezTo>
                      <a:lnTo>
                        <a:pt x="7530" y="14334"/>
                      </a:lnTo>
                      <a:cubicBezTo>
                        <a:pt x="7530" y="14334"/>
                        <a:pt x="7625" y="14375"/>
                        <a:pt x="7719" y="14425"/>
                      </a:cubicBezTo>
                      <a:cubicBezTo>
                        <a:pt x="7729" y="14430"/>
                        <a:pt x="7737" y="14432"/>
                        <a:pt x="7743" y="14432"/>
                      </a:cubicBezTo>
                      <a:cubicBezTo>
                        <a:pt x="7788" y="14432"/>
                        <a:pt x="7729" y="14299"/>
                        <a:pt x="7747" y="14299"/>
                      </a:cubicBezTo>
                      <a:cubicBezTo>
                        <a:pt x="7750" y="14299"/>
                        <a:pt x="7755" y="14302"/>
                        <a:pt x="7762" y="14310"/>
                      </a:cubicBezTo>
                      <a:cubicBezTo>
                        <a:pt x="7821" y="14369"/>
                        <a:pt x="8066" y="14562"/>
                        <a:pt x="8129" y="14656"/>
                      </a:cubicBezTo>
                      <a:cubicBezTo>
                        <a:pt x="8190" y="14751"/>
                        <a:pt x="8352" y="14814"/>
                        <a:pt x="8467" y="14814"/>
                      </a:cubicBezTo>
                      <a:cubicBezTo>
                        <a:pt x="8583" y="14814"/>
                        <a:pt x="8583" y="14544"/>
                        <a:pt x="8583" y="14326"/>
                      </a:cubicBezTo>
                      <a:cubicBezTo>
                        <a:pt x="8582" y="14106"/>
                        <a:pt x="8430" y="13864"/>
                        <a:pt x="8337" y="13771"/>
                      </a:cubicBezTo>
                      <a:cubicBezTo>
                        <a:pt x="8245" y="13677"/>
                        <a:pt x="8235" y="13581"/>
                        <a:pt x="8189" y="13453"/>
                      </a:cubicBezTo>
                      <a:cubicBezTo>
                        <a:pt x="8143" y="13325"/>
                        <a:pt x="8017" y="13111"/>
                        <a:pt x="7880" y="13032"/>
                      </a:cubicBezTo>
                      <a:cubicBezTo>
                        <a:pt x="7855" y="13018"/>
                        <a:pt x="7829" y="13012"/>
                        <a:pt x="7800" y="13012"/>
                      </a:cubicBezTo>
                      <a:cubicBezTo>
                        <a:pt x="7671" y="13012"/>
                        <a:pt x="7516" y="13137"/>
                        <a:pt x="7456" y="13166"/>
                      </a:cubicBezTo>
                      <a:cubicBezTo>
                        <a:pt x="7384" y="13201"/>
                        <a:pt x="7384" y="13239"/>
                        <a:pt x="7301" y="13239"/>
                      </a:cubicBezTo>
                      <a:cubicBezTo>
                        <a:pt x="7218" y="13239"/>
                        <a:pt x="7162" y="13304"/>
                        <a:pt x="7162" y="13304"/>
                      </a:cubicBezTo>
                      <a:cubicBezTo>
                        <a:pt x="7099" y="13304"/>
                        <a:pt x="6653" y="13156"/>
                        <a:pt x="6604" y="13118"/>
                      </a:cubicBezTo>
                      <a:cubicBezTo>
                        <a:pt x="6594" y="13111"/>
                        <a:pt x="6588" y="13108"/>
                        <a:pt x="6585" y="13108"/>
                      </a:cubicBezTo>
                      <a:cubicBezTo>
                        <a:pt x="6575" y="13108"/>
                        <a:pt x="6593" y="13139"/>
                        <a:pt x="6601" y="13152"/>
                      </a:cubicBezTo>
                      <a:lnTo>
                        <a:pt x="6595" y="13152"/>
                      </a:lnTo>
                      <a:cubicBezTo>
                        <a:pt x="6525" y="13125"/>
                        <a:pt x="6078" y="12946"/>
                        <a:pt x="5960" y="12908"/>
                      </a:cubicBezTo>
                      <a:cubicBezTo>
                        <a:pt x="5832" y="12867"/>
                        <a:pt x="5763" y="12723"/>
                        <a:pt x="5664" y="12656"/>
                      </a:cubicBezTo>
                      <a:cubicBezTo>
                        <a:pt x="5632" y="12635"/>
                        <a:pt x="5580" y="12628"/>
                        <a:pt x="5524" y="12628"/>
                      </a:cubicBezTo>
                      <a:cubicBezTo>
                        <a:pt x="5404" y="12628"/>
                        <a:pt x="5265" y="12661"/>
                        <a:pt x="5265" y="12661"/>
                      </a:cubicBezTo>
                      <a:lnTo>
                        <a:pt x="5265" y="12620"/>
                      </a:lnTo>
                      <a:cubicBezTo>
                        <a:pt x="5265" y="12582"/>
                        <a:pt x="4930" y="12458"/>
                        <a:pt x="4843" y="12458"/>
                      </a:cubicBezTo>
                      <a:cubicBezTo>
                        <a:pt x="4757" y="12458"/>
                        <a:pt x="4774" y="12008"/>
                        <a:pt x="4774" y="12008"/>
                      </a:cubicBezTo>
                      <a:lnTo>
                        <a:pt x="4810" y="11988"/>
                      </a:lnTo>
                      <a:cubicBezTo>
                        <a:pt x="4810" y="11988"/>
                        <a:pt x="4716" y="11988"/>
                        <a:pt x="4808" y="11852"/>
                      </a:cubicBezTo>
                      <a:cubicBezTo>
                        <a:pt x="4898" y="11715"/>
                        <a:pt x="4940" y="10865"/>
                        <a:pt x="4940" y="10865"/>
                      </a:cubicBezTo>
                      <a:cubicBezTo>
                        <a:pt x="4940" y="10865"/>
                        <a:pt x="4946" y="10937"/>
                        <a:pt x="5006" y="10997"/>
                      </a:cubicBezTo>
                      <a:cubicBezTo>
                        <a:pt x="5057" y="11047"/>
                        <a:pt x="5214" y="11118"/>
                        <a:pt x="5309" y="11118"/>
                      </a:cubicBezTo>
                      <a:cubicBezTo>
                        <a:pt x="5328" y="11118"/>
                        <a:pt x="5344" y="11115"/>
                        <a:pt x="5357" y="11109"/>
                      </a:cubicBezTo>
                      <a:cubicBezTo>
                        <a:pt x="5435" y="11071"/>
                        <a:pt x="5510" y="10889"/>
                        <a:pt x="5510" y="10812"/>
                      </a:cubicBezTo>
                      <a:cubicBezTo>
                        <a:pt x="5510" y="10733"/>
                        <a:pt x="5597" y="10556"/>
                        <a:pt x="5680" y="10428"/>
                      </a:cubicBezTo>
                      <a:cubicBezTo>
                        <a:pt x="5762" y="10299"/>
                        <a:pt x="5766" y="10168"/>
                        <a:pt x="5766" y="10076"/>
                      </a:cubicBezTo>
                      <a:cubicBezTo>
                        <a:pt x="5766" y="10010"/>
                        <a:pt x="5694" y="10001"/>
                        <a:pt x="5656" y="10001"/>
                      </a:cubicBezTo>
                      <a:cubicBezTo>
                        <a:pt x="5643" y="10001"/>
                        <a:pt x="5633" y="10002"/>
                        <a:pt x="5633" y="10002"/>
                      </a:cubicBezTo>
                      <a:cubicBezTo>
                        <a:pt x="5534" y="9937"/>
                        <a:pt x="5304" y="9932"/>
                        <a:pt x="5304" y="9932"/>
                      </a:cubicBezTo>
                      <a:cubicBezTo>
                        <a:pt x="5543" y="9478"/>
                        <a:pt x="5287" y="8669"/>
                        <a:pt x="5287" y="8669"/>
                      </a:cubicBezTo>
                      <a:cubicBezTo>
                        <a:pt x="5287" y="8669"/>
                        <a:pt x="5291" y="8467"/>
                        <a:pt x="5196" y="8372"/>
                      </a:cubicBezTo>
                      <a:cubicBezTo>
                        <a:pt x="5102" y="8277"/>
                        <a:pt x="5280" y="7985"/>
                        <a:pt x="5387" y="7769"/>
                      </a:cubicBezTo>
                      <a:cubicBezTo>
                        <a:pt x="5494" y="7555"/>
                        <a:pt x="5453" y="7175"/>
                        <a:pt x="5453" y="7175"/>
                      </a:cubicBezTo>
                      <a:cubicBezTo>
                        <a:pt x="5708" y="7175"/>
                        <a:pt x="5329" y="6621"/>
                        <a:pt x="5329" y="6621"/>
                      </a:cubicBezTo>
                      <a:cubicBezTo>
                        <a:pt x="5329" y="6621"/>
                        <a:pt x="5345" y="6411"/>
                        <a:pt x="5345" y="6317"/>
                      </a:cubicBezTo>
                      <a:cubicBezTo>
                        <a:pt x="5345" y="6222"/>
                        <a:pt x="5514" y="5921"/>
                        <a:pt x="5543" y="5833"/>
                      </a:cubicBezTo>
                      <a:cubicBezTo>
                        <a:pt x="5572" y="5747"/>
                        <a:pt x="5597" y="5631"/>
                        <a:pt x="5667" y="5507"/>
                      </a:cubicBezTo>
                      <a:cubicBezTo>
                        <a:pt x="5737" y="5383"/>
                        <a:pt x="5977" y="4505"/>
                        <a:pt x="5977" y="4505"/>
                      </a:cubicBezTo>
                      <a:cubicBezTo>
                        <a:pt x="6111" y="4411"/>
                        <a:pt x="6034" y="4299"/>
                        <a:pt x="6034" y="4299"/>
                      </a:cubicBezTo>
                      <a:cubicBezTo>
                        <a:pt x="6034" y="4299"/>
                        <a:pt x="6092" y="4239"/>
                        <a:pt x="6239" y="4044"/>
                      </a:cubicBezTo>
                      <a:cubicBezTo>
                        <a:pt x="6385" y="3848"/>
                        <a:pt x="6455" y="3664"/>
                        <a:pt x="6518" y="3569"/>
                      </a:cubicBezTo>
                      <a:cubicBezTo>
                        <a:pt x="6579" y="3475"/>
                        <a:pt x="6662" y="3380"/>
                        <a:pt x="6691" y="3258"/>
                      </a:cubicBezTo>
                      <a:cubicBezTo>
                        <a:pt x="6720" y="3135"/>
                        <a:pt x="6864" y="2789"/>
                        <a:pt x="6905" y="2692"/>
                      </a:cubicBezTo>
                      <a:cubicBezTo>
                        <a:pt x="6947" y="2595"/>
                        <a:pt x="7014" y="2496"/>
                        <a:pt x="7014" y="2432"/>
                      </a:cubicBezTo>
                      <a:cubicBezTo>
                        <a:pt x="7014" y="2368"/>
                        <a:pt x="7083" y="2244"/>
                        <a:pt x="7122" y="2162"/>
                      </a:cubicBezTo>
                      <a:cubicBezTo>
                        <a:pt x="7162" y="2079"/>
                        <a:pt x="7179" y="1954"/>
                        <a:pt x="7179" y="1869"/>
                      </a:cubicBezTo>
                      <a:cubicBezTo>
                        <a:pt x="7179" y="1791"/>
                        <a:pt x="7176" y="1696"/>
                        <a:pt x="7210" y="1491"/>
                      </a:cubicBezTo>
                      <a:cubicBezTo>
                        <a:pt x="7239" y="1312"/>
                        <a:pt x="7157" y="1277"/>
                        <a:pt x="7157" y="1277"/>
                      </a:cubicBezTo>
                      <a:cubicBezTo>
                        <a:pt x="7162" y="1236"/>
                        <a:pt x="7153" y="1201"/>
                        <a:pt x="7140" y="1175"/>
                      </a:cubicBezTo>
                      <a:cubicBezTo>
                        <a:pt x="7188" y="1068"/>
                        <a:pt x="7215" y="952"/>
                        <a:pt x="7215" y="828"/>
                      </a:cubicBezTo>
                      <a:cubicBezTo>
                        <a:pt x="7215" y="372"/>
                        <a:pt x="6845" y="1"/>
                        <a:pt x="6388" y="1"/>
                      </a:cubicBezTo>
                      <a:close/>
                    </a:path>
                  </a:pathLst>
                </a:custGeom>
                <a:solidFill>
                  <a:srgbClr val="3A1C4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400" name="Google Shape;400;p25"/>
              <p:cNvSpPr/>
              <p:nvPr/>
            </p:nvSpPr>
            <p:spPr>
              <a:xfrm>
                <a:off x="6879865" y="2259847"/>
                <a:ext cx="183000" cy="183000"/>
              </a:xfrm>
              <a:prstGeom prst="ellipse">
                <a:avLst/>
              </a:prstGeom>
              <a:solidFill>
                <a:srgbClr val="FF636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pic>
        <p:nvPicPr>
          <p:cNvPr id="401" name="Google Shape;401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73825" y="1324225"/>
            <a:ext cx="327976" cy="291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Basketball Lesson Infographics by Slidesgo">
  <a:themeElements>
    <a:clrScheme name="Simple Light">
      <a:dk1>
        <a:srgbClr val="000000"/>
      </a:dk1>
      <a:lt1>
        <a:srgbClr val="FFFFFF"/>
      </a:lt1>
      <a:dk2>
        <a:srgbClr val="FF6363"/>
      </a:dk2>
      <a:lt2>
        <a:srgbClr val="543864"/>
      </a:lt2>
      <a:accent1>
        <a:srgbClr val="FFBD69"/>
      </a:accent1>
      <a:accent2>
        <a:srgbClr val="FF8A8A"/>
      </a:accent2>
      <a:accent3>
        <a:srgbClr val="D13535"/>
      </a:accent3>
      <a:accent4>
        <a:srgbClr val="3A1C4B"/>
      </a:accent4>
      <a:accent5>
        <a:srgbClr val="F47536"/>
      </a:accent5>
      <a:accent6>
        <a:srgbClr val="D25227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